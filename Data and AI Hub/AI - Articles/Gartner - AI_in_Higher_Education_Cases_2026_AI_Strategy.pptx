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6.xml" ContentType="application/vnd.openxmlformats-officedocument.presentationml.tags+xml"/>
  <Override PartName="/ppt/notesSlides/notesSlide20.xml" ContentType="application/vnd.openxmlformats-officedocument.presentationml.notesSlide+xml"/>
  <Override PartName="/ppt/tags/tag17.xml" ContentType="application/vnd.openxmlformats-officedocument.presentationml.tags+xml"/>
  <Override PartName="/ppt/notesSlides/notesSlide21.xml" ContentType="application/vnd.openxmlformats-officedocument.presentationml.notesSlide+xml"/>
  <Override PartName="/ppt/tags/tag18.xml" ContentType="application/vnd.openxmlformats-officedocument.presentationml.tags+xml"/>
  <Override PartName="/ppt/notesSlides/notesSlide22.xml" ContentType="application/vnd.openxmlformats-officedocument.presentationml.notesSlide+xml"/>
  <Override PartName="/ppt/tags/tag19.xml" ContentType="application/vnd.openxmlformats-officedocument.presentationml.tags+xml"/>
  <Override PartName="/ppt/notesSlides/notesSlide23.xml" ContentType="application/vnd.openxmlformats-officedocument.presentationml.notesSlide+xml"/>
  <Override PartName="/ppt/tags/tag20.xml" ContentType="application/vnd.openxmlformats-officedocument.presentationml.tags+xml"/>
  <Override PartName="/ppt/notesSlides/notesSlide24.xml" ContentType="application/vnd.openxmlformats-officedocument.presentationml.notesSlide+xml"/>
  <Override PartName="/ppt/tags/tag21.xml" ContentType="application/vnd.openxmlformats-officedocument.presentationml.tags+xml"/>
  <Override PartName="/ppt/notesSlides/notesSlide25.xml" ContentType="application/vnd.openxmlformats-officedocument.presentationml.notesSlide+xml"/>
  <Override PartName="/ppt/tags/tag22.xml" ContentType="application/vnd.openxmlformats-officedocument.presentationml.tags+xml"/>
  <Override PartName="/ppt/notesSlides/notesSlide26.xml" ContentType="application/vnd.openxmlformats-officedocument.presentationml.notesSlide+xml"/>
  <Override PartName="/ppt/tags/tag23.xml" ContentType="application/vnd.openxmlformats-officedocument.presentationml.tags+xml"/>
  <Override PartName="/ppt/notesSlides/notesSlide27.xml" ContentType="application/vnd.openxmlformats-officedocument.presentationml.notesSlide+xml"/>
  <Override PartName="/ppt/tags/tag24.xml" ContentType="application/vnd.openxmlformats-officedocument.presentationml.tags+xml"/>
  <Override PartName="/ppt/notesSlides/notesSlide28.xml" ContentType="application/vnd.openxmlformats-officedocument.presentationml.notesSlide+xml"/>
  <Override PartName="/ppt/tags/tag25.xml" ContentType="application/vnd.openxmlformats-officedocument.presentationml.tags+xml"/>
  <Override PartName="/ppt/notesSlides/notesSlide29.xml" ContentType="application/vnd.openxmlformats-officedocument.presentationml.notesSlide+xml"/>
  <Override PartName="/ppt/tags/tag26.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7.xml" ContentType="application/vnd.openxmlformats-officedocument.presentationml.tags+xml"/>
  <Override PartName="/ppt/notesSlides/notesSlide32.xml" ContentType="application/vnd.openxmlformats-officedocument.presentationml.notesSlide+xml"/>
  <Override PartName="/ppt/tags/tag28.xml" ContentType="application/vnd.openxmlformats-officedocument.presentationml.tags+xml"/>
  <Override PartName="/ppt/notesSlides/notesSlide33.xml" ContentType="application/vnd.openxmlformats-officedocument.presentationml.notesSlide+xml"/>
  <Override PartName="/ppt/tags/tag29.xml" ContentType="application/vnd.openxmlformats-officedocument.presentationml.tags+xml"/>
  <Override PartName="/ppt/notesSlides/notesSlide34.xml" ContentType="application/vnd.openxmlformats-officedocument.presentationml.notesSlide+xml"/>
  <Override PartName="/ppt/tags/tag30.xml" ContentType="application/vnd.openxmlformats-officedocument.presentationml.tags+xml"/>
  <Override PartName="/ppt/notesSlides/notesSlide35.xml" ContentType="application/vnd.openxmlformats-officedocument.presentationml.notesSlide+xml"/>
  <Override PartName="/ppt/tags/tag31.xml" ContentType="application/vnd.openxmlformats-officedocument.presentationml.tags+xml"/>
  <Override PartName="/ppt/notesSlides/notesSlide36.xml" ContentType="application/vnd.openxmlformats-officedocument.presentationml.notesSlide+xml"/>
  <Override PartName="/ppt/tags/tag32.xml" ContentType="application/vnd.openxmlformats-officedocument.presentationml.tags+xml"/>
  <Override PartName="/ppt/notesSlides/notesSlide37.xml" ContentType="application/vnd.openxmlformats-officedocument.presentationml.notesSlide+xml"/>
  <Override PartName="/ppt/tags/tag33.xml" ContentType="application/vnd.openxmlformats-officedocument.presentationml.tags+xml"/>
  <Override PartName="/ppt/notesSlides/notesSlide38.xml" ContentType="application/vnd.openxmlformats-officedocument.presentationml.notesSlide+xml"/>
  <Override PartName="/ppt/tags/tag34.xml" ContentType="application/vnd.openxmlformats-officedocument.presentationml.tags+xml"/>
  <Override PartName="/ppt/notesSlides/notesSlide39.xml" ContentType="application/vnd.openxmlformats-officedocument.presentationml.notesSlide+xml"/>
  <Override PartName="/ppt/tags/tag35.xml" ContentType="application/vnd.openxmlformats-officedocument.presentationml.tags+xml"/>
  <Override PartName="/ppt/notesSlides/notesSlide40.xml" ContentType="application/vnd.openxmlformats-officedocument.presentationml.notesSlide+xml"/>
  <Override PartName="/ppt/tags/tag36.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 id="2147483869" r:id="rId2"/>
    <p:sldMasterId id="2147483886" r:id="rId3"/>
    <p:sldMasterId id="2147483913" r:id="rId4"/>
  </p:sldMasterIdLst>
  <p:notesMasterIdLst>
    <p:notesMasterId r:id="rId49"/>
  </p:notesMasterIdLst>
  <p:handoutMasterIdLst>
    <p:handoutMasterId r:id="rId50"/>
  </p:handoutMasterIdLst>
  <p:sldIdLst>
    <p:sldId id="256" r:id="rId5"/>
    <p:sldId id="257" r:id="rId6"/>
    <p:sldId id="2147469050" r:id="rId7"/>
    <p:sldId id="2147469203" r:id="rId8"/>
    <p:sldId id="2147469173" r:id="rId9"/>
    <p:sldId id="2147469205" r:id="rId10"/>
    <p:sldId id="2147469170" r:id="rId11"/>
    <p:sldId id="2147469202" r:id="rId12"/>
    <p:sldId id="2147468954" r:id="rId13"/>
    <p:sldId id="2147469028" r:id="rId14"/>
    <p:sldId id="2147469175" r:id="rId15"/>
    <p:sldId id="2147468942" r:id="rId16"/>
    <p:sldId id="2147468949" r:id="rId17"/>
    <p:sldId id="2147468955" r:id="rId18"/>
    <p:sldId id="2147469048" r:id="rId19"/>
    <p:sldId id="2147469174" r:id="rId20"/>
    <p:sldId id="2147468970" r:id="rId21"/>
    <p:sldId id="2147469007" r:id="rId22"/>
    <p:sldId id="2147469052" r:id="rId23"/>
    <p:sldId id="2147469029" r:id="rId24"/>
    <p:sldId id="2147469039" r:id="rId25"/>
    <p:sldId id="2147469172" r:id="rId26"/>
    <p:sldId id="2147469040" r:id="rId27"/>
    <p:sldId id="2147468968" r:id="rId28"/>
    <p:sldId id="2147468971" r:id="rId29"/>
    <p:sldId id="2147469176" r:id="rId30"/>
    <p:sldId id="2147468969" r:id="rId31"/>
    <p:sldId id="2147469204" r:id="rId32"/>
    <p:sldId id="2147469006" r:id="rId33"/>
    <p:sldId id="2147469166" r:id="rId34"/>
    <p:sldId id="2147469053" r:id="rId35"/>
    <p:sldId id="2147469167" r:id="rId36"/>
    <p:sldId id="2147469035" r:id="rId37"/>
    <p:sldId id="2147469034" r:id="rId38"/>
    <p:sldId id="2147468972" r:id="rId39"/>
    <p:sldId id="2147469032" r:id="rId40"/>
    <p:sldId id="2147468944" r:id="rId41"/>
    <p:sldId id="2147469163" r:id="rId42"/>
    <p:sldId id="2147469045" r:id="rId43"/>
    <p:sldId id="2147469164" r:id="rId44"/>
    <p:sldId id="2147469049" r:id="rId45"/>
    <p:sldId id="2147469054" r:id="rId46"/>
    <p:sldId id="267" r:id="rId47"/>
    <p:sldId id="274"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nders,Rich" initials="E" lastIdx="4" clrIdx="0">
    <p:extLst>
      <p:ext uri="{19B8F6BF-5375-455C-9EA6-DF929625EA0E}">
        <p15:presenceInfo xmlns:p15="http://schemas.microsoft.com/office/powerpoint/2012/main" userId="S::Rich.Enders@gartner.com::1ad872d4-5fa0-4d3e-b9bc-40fded2a6f6d" providerId="AD"/>
      </p:ext>
    </p:extLst>
  </p:cmAuthor>
  <p:cmAuthor id="2" name="Puleio,Michelle" initials="P" lastIdx="1" clrIdx="1">
    <p:extLst>
      <p:ext uri="{19B8F6BF-5375-455C-9EA6-DF929625EA0E}">
        <p15:presenceInfo xmlns:p15="http://schemas.microsoft.com/office/powerpoint/2012/main" userId="S::Michelle.Puleio@gartner.com::4d61dde0-08c5-41fb-925d-691e51c28e04" providerId="AD"/>
      </p:ext>
    </p:extLst>
  </p:cmAuthor>
  <p:cmAuthor id="3" name="Rafferty,Charles" initials="R" lastIdx="1" clrIdx="2">
    <p:extLst>
      <p:ext uri="{19B8F6BF-5375-455C-9EA6-DF929625EA0E}">
        <p15:presenceInfo xmlns:p15="http://schemas.microsoft.com/office/powerpoint/2012/main" userId="S::Charles.Rafferty@gartner.com::7a4208b7-acfc-4cce-8499-c63b78448d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226F9C-3C69-473B-B6C9-C0BC081CED66}" v="40" dt="2026-01-16T09:20:57.317"/>
  </p1510:revLst>
</p1510:revInfo>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6980" autoAdjust="0"/>
    <p:restoredTop sz="96056" autoAdjust="0"/>
  </p:normalViewPr>
  <p:slideViewPr>
    <p:cSldViewPr snapToGrid="0">
      <p:cViewPr varScale="1">
        <p:scale>
          <a:sx n="75" d="100"/>
          <a:sy n="75" d="100"/>
        </p:scale>
        <p:origin x="908" y="40"/>
      </p:cViewPr>
      <p:guideLst/>
    </p:cSldViewPr>
  </p:slideViewPr>
  <p:outlineViewPr>
    <p:cViewPr>
      <p:scale>
        <a:sx n="33" d="100"/>
        <a:sy n="33" d="100"/>
      </p:scale>
      <p:origin x="0" y="0"/>
    </p:cViewPr>
  </p:outlineViewPr>
  <p:notesTextViewPr>
    <p:cViewPr>
      <p:scale>
        <a:sx n="75" d="100"/>
        <a:sy n="75" d="100"/>
      </p:scale>
      <p:origin x="0" y="0"/>
    </p:cViewPr>
  </p:notesTextViewPr>
  <p:sorterViewPr>
    <p:cViewPr varScale="1">
      <p:scale>
        <a:sx n="100" d="100"/>
        <a:sy n="100" d="100"/>
      </p:scale>
      <p:origin x="0" y="0"/>
    </p:cViewPr>
  </p:sorterViewPr>
  <p:notesViewPr>
    <p:cSldViewPr snapToGrid="0">
      <p:cViewPr>
        <p:scale>
          <a:sx n="75" d="100"/>
          <a:sy n="75" d="100"/>
        </p:scale>
        <p:origin x="2898" y="15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8" Type="http://schemas.openxmlformats.org/officeDocument/2006/relationships/customXml" Target="../customXml/item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ustomXml" Target="../customXml/item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60"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urya Verma" userId="a5be8305-a812-43fd-8576-818bdd41eb69" providerId="ADAL" clId="{07FE03CE-FB77-4E04-BBEA-D5E96B11A747}"/>
    <pc:docChg chg="undo custSel modSld">
      <pc:chgData name="Shaurya Verma" userId="a5be8305-a812-43fd-8576-818bdd41eb69" providerId="ADAL" clId="{07FE03CE-FB77-4E04-BBEA-D5E96B11A747}" dt="2026-01-16T09:22:23.163" v="1911" actId="6549"/>
      <pc:docMkLst>
        <pc:docMk/>
      </pc:docMkLst>
      <pc:sldChg chg="modSp mod modNotes">
        <pc:chgData name="Shaurya Verma" userId="a5be8305-a812-43fd-8576-818bdd41eb69" providerId="ADAL" clId="{07FE03CE-FB77-4E04-BBEA-D5E96B11A747}" dt="2026-01-16T09:05:34.698" v="38" actId="790"/>
        <pc:sldMkLst>
          <pc:docMk/>
          <pc:sldMk cId="3567511094" sldId="256"/>
        </pc:sldMkLst>
        <pc:spChg chg="mod">
          <ac:chgData name="Shaurya Verma" userId="a5be8305-a812-43fd-8576-818bdd41eb69" providerId="ADAL" clId="{07FE03CE-FB77-4E04-BBEA-D5E96B11A747}" dt="2026-01-16T09:05:34.570" v="34" actId="790"/>
          <ac:spMkLst>
            <pc:docMk/>
            <pc:sldMk cId="3567511094" sldId="256"/>
            <ac:spMk id="3" creationId="{A3E7B705-E8FD-4837-9D53-2B873FFB1A35}"/>
          </ac:spMkLst>
        </pc:spChg>
        <pc:spChg chg="mod">
          <ac:chgData name="Shaurya Verma" userId="a5be8305-a812-43fd-8576-818bdd41eb69" providerId="ADAL" clId="{07FE03CE-FB77-4E04-BBEA-D5E96B11A747}" dt="2026-01-16T09:05:34.578" v="35" actId="790"/>
          <ac:spMkLst>
            <pc:docMk/>
            <pc:sldMk cId="3567511094" sldId="256"/>
            <ac:spMk id="4" creationId="{384D9FD3-3D06-485C-A3C3-7E731EBD7E2D}"/>
          </ac:spMkLst>
        </pc:spChg>
        <pc:spChg chg="mod">
          <ac:chgData name="Shaurya Verma" userId="a5be8305-a812-43fd-8576-818bdd41eb69" providerId="ADAL" clId="{07FE03CE-FB77-4E04-BBEA-D5E96B11A747}" dt="2026-01-16T09:05:34.583" v="36" actId="790"/>
          <ac:spMkLst>
            <pc:docMk/>
            <pc:sldMk cId="3567511094" sldId="256"/>
            <ac:spMk id="5" creationId="{AC6C8562-773A-FB2F-E698-5FCCBB98BFD4}"/>
          </ac:spMkLst>
        </pc:spChg>
      </pc:sldChg>
      <pc:sldChg chg="modSp mod">
        <pc:chgData name="Shaurya Verma" userId="a5be8305-a812-43fd-8576-818bdd41eb69" providerId="ADAL" clId="{07FE03CE-FB77-4E04-BBEA-D5E96B11A747}" dt="2026-01-16T09:05:34.824" v="61" actId="790"/>
        <pc:sldMkLst>
          <pc:docMk/>
          <pc:sldMk cId="0" sldId="257"/>
        </pc:sldMkLst>
        <pc:spChg chg="mod">
          <ac:chgData name="Shaurya Verma" userId="a5be8305-a812-43fd-8576-818bdd41eb69" providerId="ADAL" clId="{07FE03CE-FB77-4E04-BBEA-D5E96B11A747}" dt="2026-01-16T09:05:34.824" v="61" actId="790"/>
          <ac:spMkLst>
            <pc:docMk/>
            <pc:sldMk cId="0" sldId="257"/>
            <ac:spMk id="2" creationId="{7BAB8473-3C60-4126-F901-9F1C464046AE}"/>
          </ac:spMkLst>
        </pc:spChg>
        <pc:spChg chg="mod">
          <ac:chgData name="Shaurya Verma" userId="a5be8305-a812-43fd-8576-818bdd41eb69" providerId="ADAL" clId="{07FE03CE-FB77-4E04-BBEA-D5E96B11A747}" dt="2026-01-16T09:05:34.733" v="42" actId="790"/>
          <ac:spMkLst>
            <pc:docMk/>
            <pc:sldMk cId="0" sldId="257"/>
            <ac:spMk id="297" creationId="{00000000-0000-0000-0000-000000000000}"/>
          </ac:spMkLst>
        </pc:spChg>
        <pc:spChg chg="mod">
          <ac:chgData name="Shaurya Verma" userId="a5be8305-a812-43fd-8576-818bdd41eb69" providerId="ADAL" clId="{07FE03CE-FB77-4E04-BBEA-D5E96B11A747}" dt="2026-01-16T09:05:34.737" v="43" actId="790"/>
          <ac:spMkLst>
            <pc:docMk/>
            <pc:sldMk cId="0" sldId="257"/>
            <ac:spMk id="298" creationId="{00000000-0000-0000-0000-000000000000}"/>
          </ac:spMkLst>
        </pc:spChg>
        <pc:spChg chg="mod">
          <ac:chgData name="Shaurya Verma" userId="a5be8305-a812-43fd-8576-818bdd41eb69" providerId="ADAL" clId="{07FE03CE-FB77-4E04-BBEA-D5E96B11A747}" dt="2026-01-16T09:05:34.777" v="51" actId="790"/>
          <ac:spMkLst>
            <pc:docMk/>
            <pc:sldMk cId="0" sldId="257"/>
            <ac:spMk id="299" creationId="{00000000-0000-0000-0000-000000000000}"/>
          </ac:spMkLst>
        </pc:spChg>
        <pc:spChg chg="mod">
          <ac:chgData name="Shaurya Verma" userId="a5be8305-a812-43fd-8576-818bdd41eb69" providerId="ADAL" clId="{07FE03CE-FB77-4E04-BBEA-D5E96B11A747}" dt="2026-01-16T09:05:34.777" v="52" actId="790"/>
          <ac:spMkLst>
            <pc:docMk/>
            <pc:sldMk cId="0" sldId="257"/>
            <ac:spMk id="301" creationId="{00000000-0000-0000-0000-000000000000}"/>
          </ac:spMkLst>
        </pc:spChg>
        <pc:spChg chg="mod">
          <ac:chgData name="Shaurya Verma" userId="a5be8305-a812-43fd-8576-818bdd41eb69" providerId="ADAL" clId="{07FE03CE-FB77-4E04-BBEA-D5E96B11A747}" dt="2026-01-16T09:05:34.786" v="53" actId="790"/>
          <ac:spMkLst>
            <pc:docMk/>
            <pc:sldMk cId="0" sldId="257"/>
            <ac:spMk id="302" creationId="{00000000-0000-0000-0000-000000000000}"/>
          </ac:spMkLst>
        </pc:spChg>
        <pc:spChg chg="mod">
          <ac:chgData name="Shaurya Verma" userId="a5be8305-a812-43fd-8576-818bdd41eb69" providerId="ADAL" clId="{07FE03CE-FB77-4E04-BBEA-D5E96B11A747}" dt="2026-01-16T09:05:34.793" v="54" actId="790"/>
          <ac:spMkLst>
            <pc:docMk/>
            <pc:sldMk cId="0" sldId="257"/>
            <ac:spMk id="303" creationId="{00000000-0000-0000-0000-000000000000}"/>
          </ac:spMkLst>
        </pc:spChg>
        <pc:spChg chg="mod">
          <ac:chgData name="Shaurya Verma" userId="a5be8305-a812-43fd-8576-818bdd41eb69" providerId="ADAL" clId="{07FE03CE-FB77-4E04-BBEA-D5E96B11A747}" dt="2026-01-16T09:05:34.793" v="56" actId="790"/>
          <ac:spMkLst>
            <pc:docMk/>
            <pc:sldMk cId="0" sldId="257"/>
            <ac:spMk id="304" creationId="{00000000-0000-0000-0000-000000000000}"/>
          </ac:spMkLst>
        </pc:spChg>
        <pc:spChg chg="mod">
          <ac:chgData name="Shaurya Verma" userId="a5be8305-a812-43fd-8576-818bdd41eb69" providerId="ADAL" clId="{07FE03CE-FB77-4E04-BBEA-D5E96B11A747}" dt="2026-01-16T09:05:34.808" v="58" actId="790"/>
          <ac:spMkLst>
            <pc:docMk/>
            <pc:sldMk cId="0" sldId="257"/>
            <ac:spMk id="305" creationId="{00000000-0000-0000-0000-000000000000}"/>
          </ac:spMkLst>
        </pc:spChg>
        <pc:spChg chg="mod">
          <ac:chgData name="Shaurya Verma" userId="a5be8305-a812-43fd-8576-818bdd41eb69" providerId="ADAL" clId="{07FE03CE-FB77-4E04-BBEA-D5E96B11A747}" dt="2026-01-16T09:05:34.808" v="59" actId="790"/>
          <ac:spMkLst>
            <pc:docMk/>
            <pc:sldMk cId="0" sldId="257"/>
            <ac:spMk id="306" creationId="{00000000-0000-0000-0000-000000000000}"/>
          </ac:spMkLst>
        </pc:spChg>
      </pc:sldChg>
      <pc:sldChg chg="modSp mod">
        <pc:chgData name="Shaurya Verma" userId="a5be8305-a812-43fd-8576-818bdd41eb69" providerId="ADAL" clId="{07FE03CE-FB77-4E04-BBEA-D5E96B11A747}" dt="2026-01-16T09:05:41.096" v="1670" actId="790"/>
        <pc:sldMkLst>
          <pc:docMk/>
          <pc:sldMk cId="0" sldId="267"/>
        </pc:sldMkLst>
        <pc:spChg chg="mod">
          <ac:chgData name="Shaurya Verma" userId="a5be8305-a812-43fd-8576-818bdd41eb69" providerId="ADAL" clId="{07FE03CE-FB77-4E04-BBEA-D5E96B11A747}" dt="2026-01-16T09:05:41.013" v="1644" actId="790"/>
          <ac:spMkLst>
            <pc:docMk/>
            <pc:sldMk cId="0" sldId="267"/>
            <ac:spMk id="618" creationId="{00000000-0000-0000-0000-000000000000}"/>
          </ac:spMkLst>
        </pc:spChg>
        <pc:spChg chg="mod">
          <ac:chgData name="Shaurya Verma" userId="a5be8305-a812-43fd-8576-818bdd41eb69" providerId="ADAL" clId="{07FE03CE-FB77-4E04-BBEA-D5E96B11A747}" dt="2026-01-16T09:05:41.051" v="1651" actId="790"/>
          <ac:spMkLst>
            <pc:docMk/>
            <pc:sldMk cId="0" sldId="267"/>
            <ac:spMk id="624" creationId="{00000000-0000-0000-0000-000000000000}"/>
          </ac:spMkLst>
        </pc:spChg>
        <pc:spChg chg="mod">
          <ac:chgData name="Shaurya Verma" userId="a5be8305-a812-43fd-8576-818bdd41eb69" providerId="ADAL" clId="{07FE03CE-FB77-4E04-BBEA-D5E96B11A747}" dt="2026-01-16T09:05:41.054" v="1652" actId="790"/>
          <ac:spMkLst>
            <pc:docMk/>
            <pc:sldMk cId="0" sldId="267"/>
            <ac:spMk id="626" creationId="{00000000-0000-0000-0000-000000000000}"/>
          </ac:spMkLst>
        </pc:spChg>
        <pc:spChg chg="mod">
          <ac:chgData name="Shaurya Verma" userId="a5be8305-a812-43fd-8576-818bdd41eb69" providerId="ADAL" clId="{07FE03CE-FB77-4E04-BBEA-D5E96B11A747}" dt="2026-01-16T09:05:41.063" v="1655" actId="790"/>
          <ac:spMkLst>
            <pc:docMk/>
            <pc:sldMk cId="0" sldId="267"/>
            <ac:spMk id="632" creationId="{00000000-0000-0000-0000-000000000000}"/>
          </ac:spMkLst>
        </pc:spChg>
        <pc:spChg chg="mod">
          <ac:chgData name="Shaurya Verma" userId="a5be8305-a812-43fd-8576-818bdd41eb69" providerId="ADAL" clId="{07FE03CE-FB77-4E04-BBEA-D5E96B11A747}" dt="2026-01-16T09:05:41.066" v="1656" actId="790"/>
          <ac:spMkLst>
            <pc:docMk/>
            <pc:sldMk cId="0" sldId="267"/>
            <ac:spMk id="634" creationId="{00000000-0000-0000-0000-000000000000}"/>
          </ac:spMkLst>
        </pc:spChg>
        <pc:spChg chg="mod">
          <ac:chgData name="Shaurya Verma" userId="a5be8305-a812-43fd-8576-818bdd41eb69" providerId="ADAL" clId="{07FE03CE-FB77-4E04-BBEA-D5E96B11A747}" dt="2026-01-16T09:05:41.089" v="1663" actId="790"/>
          <ac:spMkLst>
            <pc:docMk/>
            <pc:sldMk cId="0" sldId="267"/>
            <ac:spMk id="640" creationId="{00000000-0000-0000-0000-000000000000}"/>
          </ac:spMkLst>
        </pc:spChg>
        <pc:spChg chg="mod">
          <ac:chgData name="Shaurya Verma" userId="a5be8305-a812-43fd-8576-818bdd41eb69" providerId="ADAL" clId="{07FE03CE-FB77-4E04-BBEA-D5E96B11A747}" dt="2026-01-16T09:05:41.091" v="1664" actId="790"/>
          <ac:spMkLst>
            <pc:docMk/>
            <pc:sldMk cId="0" sldId="267"/>
            <ac:spMk id="642" creationId="{00000000-0000-0000-0000-000000000000}"/>
          </ac:spMkLst>
        </pc:spChg>
        <pc:spChg chg="mod">
          <ac:chgData name="Shaurya Verma" userId="a5be8305-a812-43fd-8576-818bdd41eb69" providerId="ADAL" clId="{07FE03CE-FB77-4E04-BBEA-D5E96B11A747}" dt="2026-01-16T09:05:41.096" v="1667" actId="790"/>
          <ac:spMkLst>
            <pc:docMk/>
            <pc:sldMk cId="0" sldId="267"/>
            <ac:spMk id="648" creationId="{00000000-0000-0000-0000-000000000000}"/>
          </ac:spMkLst>
        </pc:spChg>
        <pc:spChg chg="mod">
          <ac:chgData name="Shaurya Verma" userId="a5be8305-a812-43fd-8576-818bdd41eb69" providerId="ADAL" clId="{07FE03CE-FB77-4E04-BBEA-D5E96B11A747}" dt="2026-01-16T09:05:41.096" v="1668" actId="790"/>
          <ac:spMkLst>
            <pc:docMk/>
            <pc:sldMk cId="0" sldId="267"/>
            <ac:spMk id="650" creationId="{00000000-0000-0000-0000-000000000000}"/>
          </ac:spMkLst>
        </pc:spChg>
        <pc:spChg chg="mod">
          <ac:chgData name="Shaurya Verma" userId="a5be8305-a812-43fd-8576-818bdd41eb69" providerId="ADAL" clId="{07FE03CE-FB77-4E04-BBEA-D5E96B11A747}" dt="2026-01-16T09:05:41.096" v="1669" actId="790"/>
          <ac:spMkLst>
            <pc:docMk/>
            <pc:sldMk cId="0" sldId="267"/>
            <ac:spMk id="656" creationId="{00000000-0000-0000-0000-000000000000}"/>
          </ac:spMkLst>
        </pc:spChg>
        <pc:spChg chg="mod">
          <ac:chgData name="Shaurya Verma" userId="a5be8305-a812-43fd-8576-818bdd41eb69" providerId="ADAL" clId="{07FE03CE-FB77-4E04-BBEA-D5E96B11A747}" dt="2026-01-16T09:05:41.096" v="1670" actId="790"/>
          <ac:spMkLst>
            <pc:docMk/>
            <pc:sldMk cId="0" sldId="267"/>
            <ac:spMk id="658" creationId="{00000000-0000-0000-0000-000000000000}"/>
          </ac:spMkLst>
        </pc:spChg>
      </pc:sldChg>
      <pc:sldChg chg="modSp mod">
        <pc:chgData name="Shaurya Verma" userId="a5be8305-a812-43fd-8576-818bdd41eb69" providerId="ADAL" clId="{07FE03CE-FB77-4E04-BBEA-D5E96B11A747}" dt="2026-01-16T09:22:23.163" v="1911" actId="6549"/>
        <pc:sldMkLst>
          <pc:docMk/>
          <pc:sldMk cId="0" sldId="274"/>
        </pc:sldMkLst>
        <pc:spChg chg="mod">
          <ac:chgData name="Shaurya Verma" userId="a5be8305-a812-43fd-8576-818bdd41eb69" providerId="ADAL" clId="{07FE03CE-FB77-4E04-BBEA-D5E96B11A747}" dt="2026-01-16T09:05:41.112" v="1671" actId="790"/>
          <ac:spMkLst>
            <pc:docMk/>
            <pc:sldMk cId="0" sldId="274"/>
            <ac:spMk id="469" creationId="{00000000-0000-0000-0000-000000000000}"/>
          </ac:spMkLst>
        </pc:spChg>
        <pc:spChg chg="mod">
          <ac:chgData name="Shaurya Verma" userId="a5be8305-a812-43fd-8576-818bdd41eb69" providerId="ADAL" clId="{07FE03CE-FB77-4E04-BBEA-D5E96B11A747}" dt="2026-01-16T09:22:23.163" v="1911" actId="6549"/>
          <ac:spMkLst>
            <pc:docMk/>
            <pc:sldMk cId="0" sldId="274"/>
            <ac:spMk id="470" creationId="{00000000-0000-0000-0000-000000000000}"/>
          </ac:spMkLst>
        </pc:spChg>
        <pc:spChg chg="mod">
          <ac:chgData name="Shaurya Verma" userId="a5be8305-a812-43fd-8576-818bdd41eb69" providerId="ADAL" clId="{07FE03CE-FB77-4E04-BBEA-D5E96B11A747}" dt="2026-01-16T09:05:41.128" v="1683" actId="790"/>
          <ac:spMkLst>
            <pc:docMk/>
            <pc:sldMk cId="0" sldId="274"/>
            <ac:spMk id="471" creationId="{00000000-0000-0000-0000-000000000000}"/>
          </ac:spMkLst>
        </pc:spChg>
        <pc:spChg chg="mod">
          <ac:chgData name="Shaurya Verma" userId="a5be8305-a812-43fd-8576-818bdd41eb69" providerId="ADAL" clId="{07FE03CE-FB77-4E04-BBEA-D5E96B11A747}" dt="2026-01-16T09:05:41.128" v="1684" actId="790"/>
          <ac:spMkLst>
            <pc:docMk/>
            <pc:sldMk cId="0" sldId="274"/>
            <ac:spMk id="472" creationId="{00000000-0000-0000-0000-000000000000}"/>
          </ac:spMkLst>
        </pc:spChg>
        <pc:spChg chg="mod">
          <ac:chgData name="Shaurya Verma" userId="a5be8305-a812-43fd-8576-818bdd41eb69" providerId="ADAL" clId="{07FE03CE-FB77-4E04-BBEA-D5E96B11A747}" dt="2026-01-16T09:05:41.128" v="1685" actId="790"/>
          <ac:spMkLst>
            <pc:docMk/>
            <pc:sldMk cId="0" sldId="274"/>
            <ac:spMk id="473" creationId="{00000000-0000-0000-0000-000000000000}"/>
          </ac:spMkLst>
        </pc:spChg>
        <pc:spChg chg="mod">
          <ac:chgData name="Shaurya Verma" userId="a5be8305-a812-43fd-8576-818bdd41eb69" providerId="ADAL" clId="{07FE03CE-FB77-4E04-BBEA-D5E96B11A747}" dt="2026-01-16T09:05:41.128" v="1686" actId="790"/>
          <ac:spMkLst>
            <pc:docMk/>
            <pc:sldMk cId="0" sldId="274"/>
            <ac:spMk id="474" creationId="{00000000-0000-0000-0000-000000000000}"/>
          </ac:spMkLst>
        </pc:spChg>
        <pc:spChg chg="mod">
          <ac:chgData name="Shaurya Verma" userId="a5be8305-a812-43fd-8576-818bdd41eb69" providerId="ADAL" clId="{07FE03CE-FB77-4E04-BBEA-D5E96B11A747}" dt="2026-01-16T09:05:41.145" v="1687" actId="790"/>
          <ac:spMkLst>
            <pc:docMk/>
            <pc:sldMk cId="0" sldId="274"/>
            <ac:spMk id="475" creationId="{00000000-0000-0000-0000-000000000000}"/>
          </ac:spMkLst>
        </pc:spChg>
      </pc:sldChg>
      <pc:sldChg chg="modSp mod modNotes">
        <pc:chgData name="Shaurya Verma" userId="a5be8305-a812-43fd-8576-818bdd41eb69" providerId="ADAL" clId="{07FE03CE-FB77-4E04-BBEA-D5E96B11A747}" dt="2026-01-16T09:09:42.194" v="1757"/>
        <pc:sldMkLst>
          <pc:docMk/>
          <pc:sldMk cId="1113573585" sldId="2147468942"/>
        </pc:sldMkLst>
        <pc:spChg chg="mod">
          <ac:chgData name="Shaurya Verma" userId="a5be8305-a812-43fd-8576-818bdd41eb69" providerId="ADAL" clId="{07FE03CE-FB77-4E04-BBEA-D5E96B11A747}" dt="2026-01-16T09:05:36.435" v="457" actId="790"/>
          <ac:spMkLst>
            <pc:docMk/>
            <pc:sldMk cId="1113573585" sldId="2147468942"/>
            <ac:spMk id="2" creationId="{987C6DC0-BA5D-9397-39C0-DD8750187E72}"/>
          </ac:spMkLst>
        </pc:spChg>
        <pc:spChg chg="mod">
          <ac:chgData name="Shaurya Verma" userId="a5be8305-a812-43fd-8576-818bdd41eb69" providerId="ADAL" clId="{07FE03CE-FB77-4E04-BBEA-D5E96B11A747}" dt="2026-01-16T09:05:36.302" v="420" actId="790"/>
          <ac:spMkLst>
            <pc:docMk/>
            <pc:sldMk cId="1113573585" sldId="2147468942"/>
            <ac:spMk id="3" creationId="{618AFBD8-873C-532D-780B-1BBFE048B34B}"/>
          </ac:spMkLst>
        </pc:spChg>
        <pc:spChg chg="mod">
          <ac:chgData name="Shaurya Verma" userId="a5be8305-a812-43fd-8576-818bdd41eb69" providerId="ADAL" clId="{07FE03CE-FB77-4E04-BBEA-D5E96B11A747}" dt="2026-01-16T09:09:42.194" v="1757"/>
          <ac:spMkLst>
            <pc:docMk/>
            <pc:sldMk cId="1113573585" sldId="2147468942"/>
            <ac:spMk id="6" creationId="{BAE7F8D1-077F-153E-EF1D-7211282DEF82}"/>
          </ac:spMkLst>
        </pc:spChg>
        <pc:spChg chg="mod">
          <ac:chgData name="Shaurya Verma" userId="a5be8305-a812-43fd-8576-818bdd41eb69" providerId="ADAL" clId="{07FE03CE-FB77-4E04-BBEA-D5E96B11A747}" dt="2026-01-16T09:05:36.307" v="423" actId="790"/>
          <ac:spMkLst>
            <pc:docMk/>
            <pc:sldMk cId="1113573585" sldId="2147468942"/>
            <ac:spMk id="7" creationId="{8D21CB09-BCBB-5D55-6F98-A6C974764DBF}"/>
          </ac:spMkLst>
        </pc:spChg>
        <pc:spChg chg="mod">
          <ac:chgData name="Shaurya Verma" userId="a5be8305-a812-43fd-8576-818bdd41eb69" providerId="ADAL" clId="{07FE03CE-FB77-4E04-BBEA-D5E96B11A747}" dt="2026-01-16T09:05:36.298" v="419" actId="790"/>
          <ac:spMkLst>
            <pc:docMk/>
            <pc:sldMk cId="1113573585" sldId="2147468942"/>
            <ac:spMk id="9" creationId="{CEEFC2F8-DF3E-A5EC-1BDC-02CC62D4B46F}"/>
          </ac:spMkLst>
        </pc:spChg>
        <pc:spChg chg="mod">
          <ac:chgData name="Shaurya Verma" userId="a5be8305-a812-43fd-8576-818bdd41eb69" providerId="ADAL" clId="{07FE03CE-FB77-4E04-BBEA-D5E96B11A747}" dt="2026-01-16T09:05:36.346" v="435" actId="790"/>
          <ac:spMkLst>
            <pc:docMk/>
            <pc:sldMk cId="1113573585" sldId="2147468942"/>
            <ac:spMk id="17" creationId="{3FBB2531-0FF2-F3B8-90CB-048C7CED8520}"/>
          </ac:spMkLst>
        </pc:spChg>
        <pc:spChg chg="mod">
          <ac:chgData name="Shaurya Verma" userId="a5be8305-a812-43fd-8576-818bdd41eb69" providerId="ADAL" clId="{07FE03CE-FB77-4E04-BBEA-D5E96B11A747}" dt="2026-01-16T09:05:36.379" v="445" actId="790"/>
          <ac:spMkLst>
            <pc:docMk/>
            <pc:sldMk cId="1113573585" sldId="2147468942"/>
            <ac:spMk id="22" creationId="{7C26A31B-35A9-B87E-BD9B-D6D333EFEB6B}"/>
          </ac:spMkLst>
        </pc:spChg>
        <pc:spChg chg="mod">
          <ac:chgData name="Shaurya Verma" userId="a5be8305-a812-43fd-8576-818bdd41eb69" providerId="ADAL" clId="{07FE03CE-FB77-4E04-BBEA-D5E96B11A747}" dt="2026-01-16T09:05:36.410" v="450" actId="790"/>
          <ac:spMkLst>
            <pc:docMk/>
            <pc:sldMk cId="1113573585" sldId="2147468942"/>
            <ac:spMk id="24" creationId="{42AEB67B-A9FB-8741-DCBB-B274280CF306}"/>
          </ac:spMkLst>
        </pc:spChg>
        <pc:spChg chg="mod">
          <ac:chgData name="Shaurya Verma" userId="a5be8305-a812-43fd-8576-818bdd41eb69" providerId="ADAL" clId="{07FE03CE-FB77-4E04-BBEA-D5E96B11A747}" dt="2026-01-16T09:05:36.428" v="455" actId="790"/>
          <ac:spMkLst>
            <pc:docMk/>
            <pc:sldMk cId="1113573585" sldId="2147468942"/>
            <ac:spMk id="26" creationId="{C169A4EF-1044-9BA3-624C-88406B14CE5D}"/>
          </ac:spMkLst>
        </pc:spChg>
        <pc:spChg chg="mod">
          <ac:chgData name="Shaurya Verma" userId="a5be8305-a812-43fd-8576-818bdd41eb69" providerId="ADAL" clId="{07FE03CE-FB77-4E04-BBEA-D5E96B11A747}" dt="2026-01-16T09:05:36.312" v="425" actId="790"/>
          <ac:spMkLst>
            <pc:docMk/>
            <pc:sldMk cId="1113573585" sldId="2147468942"/>
            <ac:spMk id="40" creationId="{8BDBAD64-9C5A-F913-FEB8-3F512B749AE3}"/>
          </ac:spMkLst>
        </pc:spChg>
        <pc:spChg chg="mod">
          <ac:chgData name="Shaurya Verma" userId="a5be8305-a812-43fd-8576-818bdd41eb69" providerId="ADAL" clId="{07FE03CE-FB77-4E04-BBEA-D5E96B11A747}" dt="2026-01-16T09:05:36.329" v="428" actId="790"/>
          <ac:spMkLst>
            <pc:docMk/>
            <pc:sldMk cId="1113573585" sldId="2147468942"/>
            <ac:spMk id="45" creationId="{E8A1C92C-C919-3591-5206-36C5B1644F4E}"/>
          </ac:spMkLst>
        </pc:spChg>
        <pc:spChg chg="mod">
          <ac:chgData name="Shaurya Verma" userId="a5be8305-a812-43fd-8576-818bdd41eb69" providerId="ADAL" clId="{07FE03CE-FB77-4E04-BBEA-D5E96B11A747}" dt="2026-01-16T09:05:36.329" v="429" actId="790"/>
          <ac:spMkLst>
            <pc:docMk/>
            <pc:sldMk cId="1113573585" sldId="2147468942"/>
            <ac:spMk id="48" creationId="{F97AFF9E-89B0-809A-857A-9986D3C95B15}"/>
          </ac:spMkLst>
        </pc:spChg>
      </pc:sldChg>
      <pc:sldChg chg="modSp mod modNotes">
        <pc:chgData name="Shaurya Verma" userId="a5be8305-a812-43fd-8576-818bdd41eb69" providerId="ADAL" clId="{07FE03CE-FB77-4E04-BBEA-D5E96B11A747}" dt="2026-01-16T09:19:54.684" v="1882"/>
        <pc:sldMkLst>
          <pc:docMk/>
          <pc:sldMk cId="930980910" sldId="2147468944"/>
        </pc:sldMkLst>
        <pc:spChg chg="mod">
          <ac:chgData name="Shaurya Verma" userId="a5be8305-a812-43fd-8576-818bdd41eb69" providerId="ADAL" clId="{07FE03CE-FB77-4E04-BBEA-D5E96B11A747}" dt="2026-01-16T09:05:40.580" v="1468" actId="790"/>
          <ac:spMkLst>
            <pc:docMk/>
            <pc:sldMk cId="930980910" sldId="2147468944"/>
            <ac:spMk id="2" creationId="{0168D855-B296-6C21-C485-6467479A84D2}"/>
          </ac:spMkLst>
        </pc:spChg>
        <pc:spChg chg="mod">
          <ac:chgData name="Shaurya Verma" userId="a5be8305-a812-43fd-8576-818bdd41eb69" providerId="ADAL" clId="{07FE03CE-FB77-4E04-BBEA-D5E96B11A747}" dt="2026-01-16T09:05:40.479" v="1427" actId="790"/>
          <ac:spMkLst>
            <pc:docMk/>
            <pc:sldMk cId="930980910" sldId="2147468944"/>
            <ac:spMk id="3" creationId="{618AFBD8-873C-532D-780B-1BBFE048B34B}"/>
          </ac:spMkLst>
        </pc:spChg>
        <pc:spChg chg="mod">
          <ac:chgData name="Shaurya Verma" userId="a5be8305-a812-43fd-8576-818bdd41eb69" providerId="ADAL" clId="{07FE03CE-FB77-4E04-BBEA-D5E96B11A747}" dt="2026-01-16T09:19:54.684" v="1882"/>
          <ac:spMkLst>
            <pc:docMk/>
            <pc:sldMk cId="930980910" sldId="2147468944"/>
            <ac:spMk id="6" creationId="{BAE7F8D1-077F-153E-EF1D-7211282DEF82}"/>
          </ac:spMkLst>
        </pc:spChg>
        <pc:spChg chg="mod">
          <ac:chgData name="Shaurya Verma" userId="a5be8305-a812-43fd-8576-818bdd41eb69" providerId="ADAL" clId="{07FE03CE-FB77-4E04-BBEA-D5E96B11A747}" dt="2026-01-16T09:05:40.481" v="1430" actId="790"/>
          <ac:spMkLst>
            <pc:docMk/>
            <pc:sldMk cId="930980910" sldId="2147468944"/>
            <ac:spMk id="7" creationId="{8D21CB09-BCBB-5D55-6F98-A6C974764DBF}"/>
          </ac:spMkLst>
        </pc:spChg>
        <pc:spChg chg="mod">
          <ac:chgData name="Shaurya Verma" userId="a5be8305-a812-43fd-8576-818bdd41eb69" providerId="ADAL" clId="{07FE03CE-FB77-4E04-BBEA-D5E96B11A747}" dt="2026-01-16T09:05:40.463" v="1426" actId="790"/>
          <ac:spMkLst>
            <pc:docMk/>
            <pc:sldMk cId="930980910" sldId="2147468944"/>
            <ac:spMk id="9" creationId="{CEEFC2F8-DF3E-A5EC-1BDC-02CC62D4B46F}"/>
          </ac:spMkLst>
        </pc:spChg>
        <pc:spChg chg="mod">
          <ac:chgData name="Shaurya Verma" userId="a5be8305-a812-43fd-8576-818bdd41eb69" providerId="ADAL" clId="{07FE03CE-FB77-4E04-BBEA-D5E96B11A747}" dt="2026-01-16T09:05:40.530" v="1447" actId="790"/>
          <ac:spMkLst>
            <pc:docMk/>
            <pc:sldMk cId="930980910" sldId="2147468944"/>
            <ac:spMk id="17" creationId="{3FBB2531-0FF2-F3B8-90CB-048C7CED8520}"/>
          </ac:spMkLst>
        </pc:spChg>
        <pc:spChg chg="mod">
          <ac:chgData name="Shaurya Verma" userId="a5be8305-a812-43fd-8576-818bdd41eb69" providerId="ADAL" clId="{07FE03CE-FB77-4E04-BBEA-D5E96B11A747}" dt="2026-01-16T09:05:40.563" v="1457" actId="790"/>
          <ac:spMkLst>
            <pc:docMk/>
            <pc:sldMk cId="930980910" sldId="2147468944"/>
            <ac:spMk id="22" creationId="{7C26A31B-35A9-B87E-BD9B-D6D333EFEB6B}"/>
          </ac:spMkLst>
        </pc:spChg>
        <pc:spChg chg="mod">
          <ac:chgData name="Shaurya Verma" userId="a5be8305-a812-43fd-8576-818bdd41eb69" providerId="ADAL" clId="{07FE03CE-FB77-4E04-BBEA-D5E96B11A747}" dt="2026-01-16T09:06:19.327" v="1692"/>
          <ac:spMkLst>
            <pc:docMk/>
            <pc:sldMk cId="930980910" sldId="2147468944"/>
            <ac:spMk id="24" creationId="{42AEB67B-A9FB-8741-DCBB-B274280CF306}"/>
          </ac:spMkLst>
        </pc:spChg>
        <pc:spChg chg="mod">
          <ac:chgData name="Shaurya Verma" userId="a5be8305-a812-43fd-8576-818bdd41eb69" providerId="ADAL" clId="{07FE03CE-FB77-4E04-BBEA-D5E96B11A747}" dt="2026-01-16T09:05:40.580" v="1466" actId="790"/>
          <ac:spMkLst>
            <pc:docMk/>
            <pc:sldMk cId="930980910" sldId="2147468944"/>
            <ac:spMk id="26" creationId="{C169A4EF-1044-9BA3-624C-88406B14CE5D}"/>
          </ac:spMkLst>
        </pc:spChg>
        <pc:spChg chg="mod">
          <ac:chgData name="Shaurya Verma" userId="a5be8305-a812-43fd-8576-818bdd41eb69" providerId="ADAL" clId="{07FE03CE-FB77-4E04-BBEA-D5E96B11A747}" dt="2026-01-16T09:05:40.481" v="1433" actId="790"/>
          <ac:spMkLst>
            <pc:docMk/>
            <pc:sldMk cId="930980910" sldId="2147468944"/>
            <ac:spMk id="40" creationId="{8BDBAD64-9C5A-F913-FEB8-3F512B749AE3}"/>
          </ac:spMkLst>
        </pc:spChg>
        <pc:spChg chg="mod">
          <ac:chgData name="Shaurya Verma" userId="a5be8305-a812-43fd-8576-818bdd41eb69" providerId="ADAL" clId="{07FE03CE-FB77-4E04-BBEA-D5E96B11A747}" dt="2026-01-16T09:05:40.500" v="1435" actId="790"/>
          <ac:spMkLst>
            <pc:docMk/>
            <pc:sldMk cId="930980910" sldId="2147468944"/>
            <ac:spMk id="45" creationId="{E8A1C92C-C919-3591-5206-36C5B1644F4E}"/>
          </ac:spMkLst>
        </pc:spChg>
        <pc:spChg chg="mod">
          <ac:chgData name="Shaurya Verma" userId="a5be8305-a812-43fd-8576-818bdd41eb69" providerId="ADAL" clId="{07FE03CE-FB77-4E04-BBEA-D5E96B11A747}" dt="2026-01-16T09:05:40.502" v="1436" actId="790"/>
          <ac:spMkLst>
            <pc:docMk/>
            <pc:sldMk cId="930980910" sldId="2147468944"/>
            <ac:spMk id="48" creationId="{F97AFF9E-89B0-809A-857A-9986D3C95B15}"/>
          </ac:spMkLst>
        </pc:spChg>
      </pc:sldChg>
      <pc:sldChg chg="modSp mod modNotes">
        <pc:chgData name="Shaurya Verma" userId="a5be8305-a812-43fd-8576-818bdd41eb69" providerId="ADAL" clId="{07FE03CE-FB77-4E04-BBEA-D5E96B11A747}" dt="2026-01-16T09:09:52.559" v="1759"/>
        <pc:sldMkLst>
          <pc:docMk/>
          <pc:sldMk cId="2691194712" sldId="2147468949"/>
        </pc:sldMkLst>
        <pc:spChg chg="mod">
          <ac:chgData name="Shaurya Verma" userId="a5be8305-a812-43fd-8576-818bdd41eb69" providerId="ADAL" clId="{07FE03CE-FB77-4E04-BBEA-D5E96B11A747}" dt="2026-01-16T09:05:36.689" v="505" actId="790"/>
          <ac:spMkLst>
            <pc:docMk/>
            <pc:sldMk cId="2691194712" sldId="2147468949"/>
            <ac:spMk id="2" creationId="{32B27BB9-6042-31C7-635C-ABAF3D21872C}"/>
          </ac:spMkLst>
        </pc:spChg>
        <pc:spChg chg="mod">
          <ac:chgData name="Shaurya Verma" userId="a5be8305-a812-43fd-8576-818bdd41eb69" providerId="ADAL" clId="{07FE03CE-FB77-4E04-BBEA-D5E96B11A747}" dt="2026-01-16T09:05:36.462" v="461" actId="790"/>
          <ac:spMkLst>
            <pc:docMk/>
            <pc:sldMk cId="2691194712" sldId="2147468949"/>
            <ac:spMk id="3" creationId="{618AFBD8-873C-532D-780B-1BBFE048B34B}"/>
          </ac:spMkLst>
        </pc:spChg>
        <pc:spChg chg="mod">
          <ac:chgData name="Shaurya Verma" userId="a5be8305-a812-43fd-8576-818bdd41eb69" providerId="ADAL" clId="{07FE03CE-FB77-4E04-BBEA-D5E96B11A747}" dt="2026-01-16T09:09:52.559" v="1759"/>
          <ac:spMkLst>
            <pc:docMk/>
            <pc:sldMk cId="2691194712" sldId="2147468949"/>
            <ac:spMk id="6" creationId="{BAE7F8D1-077F-153E-EF1D-7211282DEF82}"/>
          </ac:spMkLst>
        </pc:spChg>
        <pc:spChg chg="mod">
          <ac:chgData name="Shaurya Verma" userId="a5be8305-a812-43fd-8576-818bdd41eb69" providerId="ADAL" clId="{07FE03CE-FB77-4E04-BBEA-D5E96B11A747}" dt="2026-01-16T09:05:36.462" v="465" actId="790"/>
          <ac:spMkLst>
            <pc:docMk/>
            <pc:sldMk cId="2691194712" sldId="2147468949"/>
            <ac:spMk id="7" creationId="{8D21CB09-BCBB-5D55-6F98-A6C974764DBF}"/>
          </ac:spMkLst>
        </pc:spChg>
        <pc:spChg chg="mod">
          <ac:chgData name="Shaurya Verma" userId="a5be8305-a812-43fd-8576-818bdd41eb69" providerId="ADAL" clId="{07FE03CE-FB77-4E04-BBEA-D5E96B11A747}" dt="2026-01-16T09:05:36.514" v="467" actId="790"/>
          <ac:spMkLst>
            <pc:docMk/>
            <pc:sldMk cId="2691194712" sldId="2147468949"/>
            <ac:spMk id="8" creationId="{BFD1BC16-73DD-8E24-5BC2-456B5C1402D3}"/>
          </ac:spMkLst>
        </pc:spChg>
        <pc:spChg chg="mod">
          <ac:chgData name="Shaurya Verma" userId="a5be8305-a812-43fd-8576-818bdd41eb69" providerId="ADAL" clId="{07FE03CE-FB77-4E04-BBEA-D5E96B11A747}" dt="2026-01-16T09:05:36.460" v="460" actId="790"/>
          <ac:spMkLst>
            <pc:docMk/>
            <pc:sldMk cId="2691194712" sldId="2147468949"/>
            <ac:spMk id="9" creationId="{CEEFC2F8-DF3E-A5EC-1BDC-02CC62D4B46F}"/>
          </ac:spMkLst>
        </pc:spChg>
        <pc:spChg chg="mod">
          <ac:chgData name="Shaurya Verma" userId="a5be8305-a812-43fd-8576-818bdd41eb69" providerId="ADAL" clId="{07FE03CE-FB77-4E04-BBEA-D5E96B11A747}" dt="2026-01-16T09:05:36.633" v="493" actId="790"/>
          <ac:spMkLst>
            <pc:docMk/>
            <pc:sldMk cId="2691194712" sldId="2147468949"/>
            <ac:spMk id="17" creationId="{3FBB2531-0FF2-F3B8-90CB-048C7CED8520}"/>
          </ac:spMkLst>
        </pc:spChg>
        <pc:spChg chg="mod">
          <ac:chgData name="Shaurya Verma" userId="a5be8305-a812-43fd-8576-818bdd41eb69" providerId="ADAL" clId="{07FE03CE-FB77-4E04-BBEA-D5E96B11A747}" dt="2026-01-16T09:05:36.681" v="503" actId="790"/>
          <ac:spMkLst>
            <pc:docMk/>
            <pc:sldMk cId="2691194712" sldId="2147468949"/>
            <ac:spMk id="22" creationId="{7C26A31B-35A9-B87E-BD9B-D6D333EFEB6B}"/>
          </ac:spMkLst>
        </pc:spChg>
        <pc:spChg chg="mod">
          <ac:chgData name="Shaurya Verma" userId="a5be8305-a812-43fd-8576-818bdd41eb69" providerId="ADAL" clId="{07FE03CE-FB77-4E04-BBEA-D5E96B11A747}" dt="2026-01-16T09:05:36.520" v="469" actId="790"/>
          <ac:spMkLst>
            <pc:docMk/>
            <pc:sldMk cId="2691194712" sldId="2147468949"/>
            <ac:spMk id="40" creationId="{8BDBAD64-9C5A-F913-FEB8-3F512B749AE3}"/>
          </ac:spMkLst>
        </pc:spChg>
        <pc:spChg chg="mod">
          <ac:chgData name="Shaurya Verma" userId="a5be8305-a812-43fd-8576-818bdd41eb69" providerId="ADAL" clId="{07FE03CE-FB77-4E04-BBEA-D5E96B11A747}" dt="2026-01-16T09:05:36.534" v="471" actId="790"/>
          <ac:spMkLst>
            <pc:docMk/>
            <pc:sldMk cId="2691194712" sldId="2147468949"/>
            <ac:spMk id="45" creationId="{E8A1C92C-C919-3591-5206-36C5B1644F4E}"/>
          </ac:spMkLst>
        </pc:spChg>
        <pc:spChg chg="mod">
          <ac:chgData name="Shaurya Verma" userId="a5be8305-a812-43fd-8576-818bdd41eb69" providerId="ADAL" clId="{07FE03CE-FB77-4E04-BBEA-D5E96B11A747}" dt="2026-01-16T09:05:36.537" v="472" actId="790"/>
          <ac:spMkLst>
            <pc:docMk/>
            <pc:sldMk cId="2691194712" sldId="2147468949"/>
            <ac:spMk id="48" creationId="{F97AFF9E-89B0-809A-857A-9986D3C95B15}"/>
          </ac:spMkLst>
        </pc:spChg>
        <pc:spChg chg="mod">
          <ac:chgData name="Shaurya Verma" userId="a5be8305-a812-43fd-8576-818bdd41eb69" providerId="ADAL" clId="{07FE03CE-FB77-4E04-BBEA-D5E96B11A747}" dt="2026-01-16T09:05:36.553" v="476" actId="790"/>
          <ac:spMkLst>
            <pc:docMk/>
            <pc:sldMk cId="2691194712" sldId="2147468949"/>
            <ac:spMk id="56" creationId="{0F68B0C3-8AF6-9F27-FDBD-6D5C0EC1484B}"/>
          </ac:spMkLst>
        </pc:spChg>
      </pc:sldChg>
      <pc:sldChg chg="modSp mod modNotes">
        <pc:chgData name="Shaurya Verma" userId="a5be8305-a812-43fd-8576-818bdd41eb69" providerId="ADAL" clId="{07FE03CE-FB77-4E04-BBEA-D5E96B11A747}" dt="2026-01-16T09:07:58.853" v="1733"/>
        <pc:sldMkLst>
          <pc:docMk/>
          <pc:sldMk cId="3023317625" sldId="2147468954"/>
        </pc:sldMkLst>
        <pc:spChg chg="mod">
          <ac:chgData name="Shaurya Verma" userId="a5be8305-a812-43fd-8576-818bdd41eb69" providerId="ADAL" clId="{07FE03CE-FB77-4E04-BBEA-D5E96B11A747}" dt="2026-01-16T09:05:35.962" v="327" actId="790"/>
          <ac:spMkLst>
            <pc:docMk/>
            <pc:sldMk cId="3023317625" sldId="2147468954"/>
            <ac:spMk id="2" creationId="{A6E5A1D5-8DF7-9141-28B5-8FD223970F83}"/>
          </ac:spMkLst>
        </pc:spChg>
        <pc:spChg chg="mod">
          <ac:chgData name="Shaurya Verma" userId="a5be8305-a812-43fd-8576-818bdd41eb69" providerId="ADAL" clId="{07FE03CE-FB77-4E04-BBEA-D5E96B11A747}" dt="2026-01-16T09:05:35.828" v="283" actId="790"/>
          <ac:spMkLst>
            <pc:docMk/>
            <pc:sldMk cId="3023317625" sldId="2147468954"/>
            <ac:spMk id="3" creationId="{618AFBD8-873C-532D-780B-1BBFE048B34B}"/>
          </ac:spMkLst>
        </pc:spChg>
        <pc:spChg chg="mod">
          <ac:chgData name="Shaurya Verma" userId="a5be8305-a812-43fd-8576-818bdd41eb69" providerId="ADAL" clId="{07FE03CE-FB77-4E04-BBEA-D5E96B11A747}" dt="2026-01-16T09:07:58.853" v="1733"/>
          <ac:spMkLst>
            <pc:docMk/>
            <pc:sldMk cId="3023317625" sldId="2147468954"/>
            <ac:spMk id="6" creationId="{BAE7F8D1-077F-153E-EF1D-7211282DEF82}"/>
          </ac:spMkLst>
        </pc:spChg>
        <pc:spChg chg="mod">
          <ac:chgData name="Shaurya Verma" userId="a5be8305-a812-43fd-8576-818bdd41eb69" providerId="ADAL" clId="{07FE03CE-FB77-4E04-BBEA-D5E96B11A747}" dt="2026-01-16T09:05:35.837" v="286" actId="790"/>
          <ac:spMkLst>
            <pc:docMk/>
            <pc:sldMk cId="3023317625" sldId="2147468954"/>
            <ac:spMk id="7" creationId="{8D21CB09-BCBB-5D55-6F98-A6C974764DBF}"/>
          </ac:spMkLst>
        </pc:spChg>
        <pc:spChg chg="mod">
          <ac:chgData name="Shaurya Verma" userId="a5be8305-a812-43fd-8576-818bdd41eb69" providerId="ADAL" clId="{07FE03CE-FB77-4E04-BBEA-D5E96B11A747}" dt="2026-01-16T09:05:35.825" v="282" actId="790"/>
          <ac:spMkLst>
            <pc:docMk/>
            <pc:sldMk cId="3023317625" sldId="2147468954"/>
            <ac:spMk id="9" creationId="{CEEFC2F8-DF3E-A5EC-1BDC-02CC62D4B46F}"/>
          </ac:spMkLst>
        </pc:spChg>
        <pc:spChg chg="mod">
          <ac:chgData name="Shaurya Verma" userId="a5be8305-a812-43fd-8576-818bdd41eb69" providerId="ADAL" clId="{07FE03CE-FB77-4E04-BBEA-D5E96B11A747}" dt="2026-01-16T09:05:35.896" v="306" actId="790"/>
          <ac:spMkLst>
            <pc:docMk/>
            <pc:sldMk cId="3023317625" sldId="2147468954"/>
            <ac:spMk id="17" creationId="{3FBB2531-0FF2-F3B8-90CB-048C7CED8520}"/>
          </ac:spMkLst>
        </pc:spChg>
        <pc:spChg chg="mod">
          <ac:chgData name="Shaurya Verma" userId="a5be8305-a812-43fd-8576-818bdd41eb69" providerId="ADAL" clId="{07FE03CE-FB77-4E04-BBEA-D5E96B11A747}" dt="2026-01-16T09:05:35.929" v="318" actId="790"/>
          <ac:spMkLst>
            <pc:docMk/>
            <pc:sldMk cId="3023317625" sldId="2147468954"/>
            <ac:spMk id="22" creationId="{7C26A31B-35A9-B87E-BD9B-D6D333EFEB6B}"/>
          </ac:spMkLst>
        </pc:spChg>
        <pc:spChg chg="mod">
          <ac:chgData name="Shaurya Verma" userId="a5be8305-a812-43fd-8576-818bdd41eb69" providerId="ADAL" clId="{07FE03CE-FB77-4E04-BBEA-D5E96B11A747}" dt="2026-01-16T09:05:35.947" v="322" actId="790"/>
          <ac:spMkLst>
            <pc:docMk/>
            <pc:sldMk cId="3023317625" sldId="2147468954"/>
            <ac:spMk id="24" creationId="{42AEB67B-A9FB-8741-DCBB-B274280CF306}"/>
          </ac:spMkLst>
        </pc:spChg>
        <pc:spChg chg="mod">
          <ac:chgData name="Shaurya Verma" userId="a5be8305-a812-43fd-8576-818bdd41eb69" providerId="ADAL" clId="{07FE03CE-FB77-4E04-BBEA-D5E96B11A747}" dt="2026-01-16T09:05:35.947" v="325" actId="790"/>
          <ac:spMkLst>
            <pc:docMk/>
            <pc:sldMk cId="3023317625" sldId="2147468954"/>
            <ac:spMk id="26" creationId="{C169A4EF-1044-9BA3-624C-88406B14CE5D}"/>
          </ac:spMkLst>
        </pc:spChg>
        <pc:spChg chg="mod">
          <ac:chgData name="Shaurya Verma" userId="a5be8305-a812-43fd-8576-818bdd41eb69" providerId="ADAL" clId="{07FE03CE-FB77-4E04-BBEA-D5E96B11A747}" dt="2026-01-16T09:05:35.845" v="288" actId="790"/>
          <ac:spMkLst>
            <pc:docMk/>
            <pc:sldMk cId="3023317625" sldId="2147468954"/>
            <ac:spMk id="40" creationId="{8BDBAD64-9C5A-F913-FEB8-3F512B749AE3}"/>
          </ac:spMkLst>
        </pc:spChg>
        <pc:spChg chg="mod">
          <ac:chgData name="Shaurya Verma" userId="a5be8305-a812-43fd-8576-818bdd41eb69" providerId="ADAL" clId="{07FE03CE-FB77-4E04-BBEA-D5E96B11A747}" dt="2026-01-16T09:05:35.854" v="291" actId="790"/>
          <ac:spMkLst>
            <pc:docMk/>
            <pc:sldMk cId="3023317625" sldId="2147468954"/>
            <ac:spMk id="45" creationId="{E8A1C92C-C919-3591-5206-36C5B1644F4E}"/>
          </ac:spMkLst>
        </pc:spChg>
        <pc:spChg chg="mod">
          <ac:chgData name="Shaurya Verma" userId="a5be8305-a812-43fd-8576-818bdd41eb69" providerId="ADAL" clId="{07FE03CE-FB77-4E04-BBEA-D5E96B11A747}" dt="2026-01-16T09:05:35.857" v="292" actId="790"/>
          <ac:spMkLst>
            <pc:docMk/>
            <pc:sldMk cId="3023317625" sldId="2147468954"/>
            <ac:spMk id="48" creationId="{F97AFF9E-89B0-809A-857A-9986D3C95B15}"/>
          </ac:spMkLst>
        </pc:spChg>
      </pc:sldChg>
      <pc:sldChg chg="modSp mod modNotes">
        <pc:chgData name="Shaurya Verma" userId="a5be8305-a812-43fd-8576-818bdd41eb69" providerId="ADAL" clId="{07FE03CE-FB77-4E04-BBEA-D5E96B11A747}" dt="2026-01-16T09:09:58.540" v="1760"/>
        <pc:sldMkLst>
          <pc:docMk/>
          <pc:sldMk cId="3307337303" sldId="2147468955"/>
        </pc:sldMkLst>
        <pc:spChg chg="mod">
          <ac:chgData name="Shaurya Verma" userId="a5be8305-a812-43fd-8576-818bdd41eb69" providerId="ADAL" clId="{07FE03CE-FB77-4E04-BBEA-D5E96B11A747}" dt="2026-01-16T09:05:36.910" v="553" actId="790"/>
          <ac:spMkLst>
            <pc:docMk/>
            <pc:sldMk cId="3307337303" sldId="2147468955"/>
            <ac:spMk id="2" creationId="{94D1CB4E-62C3-42A6-5963-718630A04A0A}"/>
          </ac:spMkLst>
        </pc:spChg>
        <pc:spChg chg="mod">
          <ac:chgData name="Shaurya Verma" userId="a5be8305-a812-43fd-8576-818bdd41eb69" providerId="ADAL" clId="{07FE03CE-FB77-4E04-BBEA-D5E96B11A747}" dt="2026-01-16T09:05:36.729" v="509" actId="790"/>
          <ac:spMkLst>
            <pc:docMk/>
            <pc:sldMk cId="3307337303" sldId="2147468955"/>
            <ac:spMk id="3" creationId="{618AFBD8-873C-532D-780B-1BBFE048B34B}"/>
          </ac:spMkLst>
        </pc:spChg>
        <pc:spChg chg="mod">
          <ac:chgData name="Shaurya Verma" userId="a5be8305-a812-43fd-8576-818bdd41eb69" providerId="ADAL" clId="{07FE03CE-FB77-4E04-BBEA-D5E96B11A747}" dt="2026-01-16T09:09:58.540" v="1760"/>
          <ac:spMkLst>
            <pc:docMk/>
            <pc:sldMk cId="3307337303" sldId="2147468955"/>
            <ac:spMk id="6" creationId="{BAE7F8D1-077F-153E-EF1D-7211282DEF82}"/>
          </ac:spMkLst>
        </pc:spChg>
        <pc:spChg chg="mod">
          <ac:chgData name="Shaurya Verma" userId="a5be8305-a812-43fd-8576-818bdd41eb69" providerId="ADAL" clId="{07FE03CE-FB77-4E04-BBEA-D5E96B11A747}" dt="2026-01-16T09:05:36.729" v="512" actId="790"/>
          <ac:spMkLst>
            <pc:docMk/>
            <pc:sldMk cId="3307337303" sldId="2147468955"/>
            <ac:spMk id="7" creationId="{8D21CB09-BCBB-5D55-6F98-A6C974764DBF}"/>
          </ac:spMkLst>
        </pc:spChg>
        <pc:spChg chg="mod">
          <ac:chgData name="Shaurya Verma" userId="a5be8305-a812-43fd-8576-818bdd41eb69" providerId="ADAL" clId="{07FE03CE-FB77-4E04-BBEA-D5E96B11A747}" dt="2026-01-16T09:05:36.745" v="513" actId="790"/>
          <ac:spMkLst>
            <pc:docMk/>
            <pc:sldMk cId="3307337303" sldId="2147468955"/>
            <ac:spMk id="8" creationId="{BFD1BC16-73DD-8E24-5BC2-456B5C1402D3}"/>
          </ac:spMkLst>
        </pc:spChg>
        <pc:spChg chg="mod">
          <ac:chgData name="Shaurya Verma" userId="a5be8305-a812-43fd-8576-818bdd41eb69" providerId="ADAL" clId="{07FE03CE-FB77-4E04-BBEA-D5E96B11A747}" dt="2026-01-16T09:05:36.722" v="508" actId="790"/>
          <ac:spMkLst>
            <pc:docMk/>
            <pc:sldMk cId="3307337303" sldId="2147468955"/>
            <ac:spMk id="9" creationId="{CEEFC2F8-DF3E-A5EC-1BDC-02CC62D4B46F}"/>
          </ac:spMkLst>
        </pc:spChg>
        <pc:spChg chg="mod">
          <ac:chgData name="Shaurya Verma" userId="a5be8305-a812-43fd-8576-818bdd41eb69" providerId="ADAL" clId="{07FE03CE-FB77-4E04-BBEA-D5E96B11A747}" dt="2026-01-16T09:05:36.878" v="542" actId="790"/>
          <ac:spMkLst>
            <pc:docMk/>
            <pc:sldMk cId="3307337303" sldId="2147468955"/>
            <ac:spMk id="17" creationId="{3FBB2531-0FF2-F3B8-90CB-048C7CED8520}"/>
          </ac:spMkLst>
        </pc:spChg>
        <pc:spChg chg="mod">
          <ac:chgData name="Shaurya Verma" userId="a5be8305-a812-43fd-8576-818bdd41eb69" providerId="ADAL" clId="{07FE03CE-FB77-4E04-BBEA-D5E96B11A747}" dt="2026-01-16T09:05:36.910" v="551" actId="790"/>
          <ac:spMkLst>
            <pc:docMk/>
            <pc:sldMk cId="3307337303" sldId="2147468955"/>
            <ac:spMk id="22" creationId="{7C26A31B-35A9-B87E-BD9B-D6D333EFEB6B}"/>
          </ac:spMkLst>
        </pc:spChg>
        <pc:spChg chg="mod">
          <ac:chgData name="Shaurya Verma" userId="a5be8305-a812-43fd-8576-818bdd41eb69" providerId="ADAL" clId="{07FE03CE-FB77-4E04-BBEA-D5E96B11A747}" dt="2026-01-16T09:05:36.761" v="515" actId="790"/>
          <ac:spMkLst>
            <pc:docMk/>
            <pc:sldMk cId="3307337303" sldId="2147468955"/>
            <ac:spMk id="40" creationId="{8BDBAD64-9C5A-F913-FEB8-3F512B749AE3}"/>
          </ac:spMkLst>
        </pc:spChg>
        <pc:spChg chg="mod">
          <ac:chgData name="Shaurya Verma" userId="a5be8305-a812-43fd-8576-818bdd41eb69" providerId="ADAL" clId="{07FE03CE-FB77-4E04-BBEA-D5E96B11A747}" dt="2026-01-16T09:05:36.777" v="518" actId="790"/>
          <ac:spMkLst>
            <pc:docMk/>
            <pc:sldMk cId="3307337303" sldId="2147468955"/>
            <ac:spMk id="45" creationId="{E8A1C92C-C919-3591-5206-36C5B1644F4E}"/>
          </ac:spMkLst>
        </pc:spChg>
        <pc:spChg chg="mod">
          <ac:chgData name="Shaurya Verma" userId="a5be8305-a812-43fd-8576-818bdd41eb69" providerId="ADAL" clId="{07FE03CE-FB77-4E04-BBEA-D5E96B11A747}" dt="2026-01-16T09:05:36.777" v="519" actId="790"/>
          <ac:spMkLst>
            <pc:docMk/>
            <pc:sldMk cId="3307337303" sldId="2147468955"/>
            <ac:spMk id="48" creationId="{F97AFF9E-89B0-809A-857A-9986D3C95B15}"/>
          </ac:spMkLst>
        </pc:spChg>
        <pc:spChg chg="mod">
          <ac:chgData name="Shaurya Verma" userId="a5be8305-a812-43fd-8576-818bdd41eb69" providerId="ADAL" clId="{07FE03CE-FB77-4E04-BBEA-D5E96B11A747}" dt="2026-01-16T09:05:36.808" v="525" actId="790"/>
          <ac:spMkLst>
            <pc:docMk/>
            <pc:sldMk cId="3307337303" sldId="2147468955"/>
            <ac:spMk id="56" creationId="{0F68B0C3-8AF6-9F27-FDBD-6D5C0EC1484B}"/>
          </ac:spMkLst>
        </pc:spChg>
      </pc:sldChg>
      <pc:sldChg chg="modSp mod modNotes">
        <pc:chgData name="Shaurya Verma" userId="a5be8305-a812-43fd-8576-818bdd41eb69" providerId="ADAL" clId="{07FE03CE-FB77-4E04-BBEA-D5E96B11A747}" dt="2026-01-16T09:17:27.411" v="1819" actId="20577"/>
        <pc:sldMkLst>
          <pc:docMk/>
          <pc:sldMk cId="2820849898" sldId="2147468968"/>
        </pc:sldMkLst>
        <pc:spChg chg="mod">
          <ac:chgData name="Shaurya Verma" userId="a5be8305-a812-43fd-8576-818bdd41eb69" providerId="ADAL" clId="{07FE03CE-FB77-4E04-BBEA-D5E96B11A747}" dt="2026-01-16T09:05:38.760" v="933" actId="790"/>
          <ac:spMkLst>
            <pc:docMk/>
            <pc:sldMk cId="2820849898" sldId="2147468968"/>
            <ac:spMk id="2" creationId="{2BAC4141-E719-4F0B-DF2E-028EECD8A3AF}"/>
          </ac:spMkLst>
        </pc:spChg>
        <pc:spChg chg="mod">
          <ac:chgData name="Shaurya Verma" userId="a5be8305-a812-43fd-8576-818bdd41eb69" providerId="ADAL" clId="{07FE03CE-FB77-4E04-BBEA-D5E96B11A747}" dt="2026-01-16T09:05:38.574" v="891" actId="790"/>
          <ac:spMkLst>
            <pc:docMk/>
            <pc:sldMk cId="2820849898" sldId="2147468968"/>
            <ac:spMk id="3" creationId="{618AFBD8-873C-532D-780B-1BBFE048B34B}"/>
          </ac:spMkLst>
        </pc:spChg>
        <pc:spChg chg="mod">
          <ac:chgData name="Shaurya Verma" userId="a5be8305-a812-43fd-8576-818bdd41eb69" providerId="ADAL" clId="{07FE03CE-FB77-4E04-BBEA-D5E96B11A747}" dt="2026-01-16T09:17:18.778" v="1808" actId="6549"/>
          <ac:spMkLst>
            <pc:docMk/>
            <pc:sldMk cId="2820849898" sldId="2147468968"/>
            <ac:spMk id="6" creationId="{BAE7F8D1-077F-153E-EF1D-7211282DEF82}"/>
          </ac:spMkLst>
        </pc:spChg>
        <pc:spChg chg="mod">
          <ac:chgData name="Shaurya Verma" userId="a5be8305-a812-43fd-8576-818bdd41eb69" providerId="ADAL" clId="{07FE03CE-FB77-4E04-BBEA-D5E96B11A747}" dt="2026-01-16T09:05:38.590" v="894" actId="790"/>
          <ac:spMkLst>
            <pc:docMk/>
            <pc:sldMk cId="2820849898" sldId="2147468968"/>
            <ac:spMk id="7" creationId="{8D21CB09-BCBB-5D55-6F98-A6C974764DBF}"/>
          </ac:spMkLst>
        </pc:spChg>
        <pc:spChg chg="mod">
          <ac:chgData name="Shaurya Verma" userId="a5be8305-a812-43fd-8576-818bdd41eb69" providerId="ADAL" clId="{07FE03CE-FB77-4E04-BBEA-D5E96B11A747}" dt="2026-01-16T09:05:38.558" v="890" actId="790"/>
          <ac:spMkLst>
            <pc:docMk/>
            <pc:sldMk cId="2820849898" sldId="2147468968"/>
            <ac:spMk id="9" creationId="{CEEFC2F8-DF3E-A5EC-1BDC-02CC62D4B46F}"/>
          </ac:spMkLst>
        </pc:spChg>
        <pc:spChg chg="mod">
          <ac:chgData name="Shaurya Verma" userId="a5be8305-a812-43fd-8576-818bdd41eb69" providerId="ADAL" clId="{07FE03CE-FB77-4E04-BBEA-D5E96B11A747}" dt="2026-01-16T09:17:27.411" v="1819" actId="20577"/>
          <ac:spMkLst>
            <pc:docMk/>
            <pc:sldMk cId="2820849898" sldId="2147468968"/>
            <ac:spMk id="17" creationId="{3FBB2531-0FF2-F3B8-90CB-048C7CED8520}"/>
          </ac:spMkLst>
        </pc:spChg>
        <pc:spChg chg="mod">
          <ac:chgData name="Shaurya Verma" userId="a5be8305-a812-43fd-8576-818bdd41eb69" providerId="ADAL" clId="{07FE03CE-FB77-4E04-BBEA-D5E96B11A747}" dt="2026-01-16T09:05:38.725" v="921" actId="790"/>
          <ac:spMkLst>
            <pc:docMk/>
            <pc:sldMk cId="2820849898" sldId="2147468968"/>
            <ac:spMk id="22" creationId="{7C26A31B-35A9-B87E-BD9B-D6D333EFEB6B}"/>
          </ac:spMkLst>
        </pc:spChg>
        <pc:spChg chg="mod">
          <ac:chgData name="Shaurya Verma" userId="a5be8305-a812-43fd-8576-818bdd41eb69" providerId="ADAL" clId="{07FE03CE-FB77-4E04-BBEA-D5E96B11A747}" dt="2026-01-16T09:05:38.744" v="926" actId="790"/>
          <ac:spMkLst>
            <pc:docMk/>
            <pc:sldMk cId="2820849898" sldId="2147468968"/>
            <ac:spMk id="24" creationId="{42AEB67B-A9FB-8741-DCBB-B274280CF306}"/>
          </ac:spMkLst>
        </pc:spChg>
        <pc:spChg chg="mod">
          <ac:chgData name="Shaurya Verma" userId="a5be8305-a812-43fd-8576-818bdd41eb69" providerId="ADAL" clId="{07FE03CE-FB77-4E04-BBEA-D5E96B11A747}" dt="2026-01-16T09:05:38.760" v="931" actId="790"/>
          <ac:spMkLst>
            <pc:docMk/>
            <pc:sldMk cId="2820849898" sldId="2147468968"/>
            <ac:spMk id="26" creationId="{C169A4EF-1044-9BA3-624C-88406B14CE5D}"/>
          </ac:spMkLst>
        </pc:spChg>
        <pc:spChg chg="mod">
          <ac:chgData name="Shaurya Verma" userId="a5be8305-a812-43fd-8576-818bdd41eb69" providerId="ADAL" clId="{07FE03CE-FB77-4E04-BBEA-D5E96B11A747}" dt="2026-01-16T09:05:38.590" v="896" actId="790"/>
          <ac:spMkLst>
            <pc:docMk/>
            <pc:sldMk cId="2820849898" sldId="2147468968"/>
            <ac:spMk id="40" creationId="{8BDBAD64-9C5A-F913-FEB8-3F512B749AE3}"/>
          </ac:spMkLst>
        </pc:spChg>
        <pc:spChg chg="mod">
          <ac:chgData name="Shaurya Verma" userId="a5be8305-a812-43fd-8576-818bdd41eb69" providerId="ADAL" clId="{07FE03CE-FB77-4E04-BBEA-D5E96B11A747}" dt="2026-01-16T09:05:38.606" v="898" actId="790"/>
          <ac:spMkLst>
            <pc:docMk/>
            <pc:sldMk cId="2820849898" sldId="2147468968"/>
            <ac:spMk id="45" creationId="{E8A1C92C-C919-3591-5206-36C5B1644F4E}"/>
          </ac:spMkLst>
        </pc:spChg>
        <pc:spChg chg="mod">
          <ac:chgData name="Shaurya Verma" userId="a5be8305-a812-43fd-8576-818bdd41eb69" providerId="ADAL" clId="{07FE03CE-FB77-4E04-BBEA-D5E96B11A747}" dt="2026-01-16T09:05:38.606" v="899" actId="790"/>
          <ac:spMkLst>
            <pc:docMk/>
            <pc:sldMk cId="2820849898" sldId="2147468968"/>
            <ac:spMk id="48" creationId="{F97AFF9E-89B0-809A-857A-9986D3C95B15}"/>
          </ac:spMkLst>
        </pc:spChg>
      </pc:sldChg>
      <pc:sldChg chg="modSp mod modNotes">
        <pc:chgData name="Shaurya Verma" userId="a5be8305-a812-43fd-8576-818bdd41eb69" providerId="ADAL" clId="{07FE03CE-FB77-4E04-BBEA-D5E96B11A747}" dt="2026-01-16T09:18:21.892" v="1841" actId="20577"/>
        <pc:sldMkLst>
          <pc:docMk/>
          <pc:sldMk cId="2047294338" sldId="2147468969"/>
        </pc:sldMkLst>
        <pc:spChg chg="mod">
          <ac:chgData name="Shaurya Verma" userId="a5be8305-a812-43fd-8576-818bdd41eb69" providerId="ADAL" clId="{07FE03CE-FB77-4E04-BBEA-D5E96B11A747}" dt="2026-01-16T09:05:39.502" v="1079" actId="790"/>
          <ac:spMkLst>
            <pc:docMk/>
            <pc:sldMk cId="2047294338" sldId="2147468969"/>
            <ac:spMk id="2" creationId="{E5CECD51-5FA2-8A91-357B-59BE340B2C7F}"/>
          </ac:spMkLst>
        </pc:spChg>
        <pc:spChg chg="mod">
          <ac:chgData name="Shaurya Verma" userId="a5be8305-a812-43fd-8576-818bdd41eb69" providerId="ADAL" clId="{07FE03CE-FB77-4E04-BBEA-D5E96B11A747}" dt="2026-01-16T09:05:39.356" v="1039" actId="790"/>
          <ac:spMkLst>
            <pc:docMk/>
            <pc:sldMk cId="2047294338" sldId="2147468969"/>
            <ac:spMk id="3" creationId="{618AFBD8-873C-532D-780B-1BBFE048B34B}"/>
          </ac:spMkLst>
        </pc:spChg>
        <pc:spChg chg="mod">
          <ac:chgData name="Shaurya Verma" userId="a5be8305-a812-43fd-8576-818bdd41eb69" providerId="ADAL" clId="{07FE03CE-FB77-4E04-BBEA-D5E96B11A747}" dt="2026-01-16T09:18:17.231" v="1837"/>
          <ac:spMkLst>
            <pc:docMk/>
            <pc:sldMk cId="2047294338" sldId="2147468969"/>
            <ac:spMk id="6" creationId="{BAE7F8D1-077F-153E-EF1D-7211282DEF82}"/>
          </ac:spMkLst>
        </pc:spChg>
        <pc:spChg chg="mod">
          <ac:chgData name="Shaurya Verma" userId="a5be8305-a812-43fd-8576-818bdd41eb69" providerId="ADAL" clId="{07FE03CE-FB77-4E04-BBEA-D5E96B11A747}" dt="2026-01-16T09:05:39.363" v="1042" actId="790"/>
          <ac:spMkLst>
            <pc:docMk/>
            <pc:sldMk cId="2047294338" sldId="2147468969"/>
            <ac:spMk id="7" creationId="{8D21CB09-BCBB-5D55-6F98-A6C974764DBF}"/>
          </ac:spMkLst>
        </pc:spChg>
        <pc:spChg chg="mod">
          <ac:chgData name="Shaurya Verma" userId="a5be8305-a812-43fd-8576-818bdd41eb69" providerId="ADAL" clId="{07FE03CE-FB77-4E04-BBEA-D5E96B11A747}" dt="2026-01-16T09:05:39.345" v="1038" actId="790"/>
          <ac:spMkLst>
            <pc:docMk/>
            <pc:sldMk cId="2047294338" sldId="2147468969"/>
            <ac:spMk id="9" creationId="{CEEFC2F8-DF3E-A5EC-1BDC-02CC62D4B46F}"/>
          </ac:spMkLst>
        </pc:spChg>
        <pc:spChg chg="mod">
          <ac:chgData name="Shaurya Verma" userId="a5be8305-a812-43fd-8576-818bdd41eb69" providerId="ADAL" clId="{07FE03CE-FB77-4E04-BBEA-D5E96B11A747}" dt="2026-01-16T09:18:21.892" v="1841" actId="20577"/>
          <ac:spMkLst>
            <pc:docMk/>
            <pc:sldMk cId="2047294338" sldId="2147468969"/>
            <ac:spMk id="17" creationId="{3FBB2531-0FF2-F3B8-90CB-048C7CED8520}"/>
          </ac:spMkLst>
        </pc:spChg>
        <pc:spChg chg="mod">
          <ac:chgData name="Shaurya Verma" userId="a5be8305-a812-43fd-8576-818bdd41eb69" providerId="ADAL" clId="{07FE03CE-FB77-4E04-BBEA-D5E96B11A747}" dt="2026-01-16T09:05:39.475" v="1068" actId="790"/>
          <ac:spMkLst>
            <pc:docMk/>
            <pc:sldMk cId="2047294338" sldId="2147468969"/>
            <ac:spMk id="22" creationId="{7C26A31B-35A9-B87E-BD9B-D6D333EFEB6B}"/>
          </ac:spMkLst>
        </pc:spChg>
        <pc:spChg chg="mod">
          <ac:chgData name="Shaurya Verma" userId="a5be8305-a812-43fd-8576-818bdd41eb69" providerId="ADAL" clId="{07FE03CE-FB77-4E04-BBEA-D5E96B11A747}" dt="2026-01-16T09:05:39.487" v="1072" actId="790"/>
          <ac:spMkLst>
            <pc:docMk/>
            <pc:sldMk cId="2047294338" sldId="2147468969"/>
            <ac:spMk id="24" creationId="{42AEB67B-A9FB-8741-DCBB-B274280CF306}"/>
          </ac:spMkLst>
        </pc:spChg>
        <pc:spChg chg="mod">
          <ac:chgData name="Shaurya Verma" userId="a5be8305-a812-43fd-8576-818bdd41eb69" providerId="ADAL" clId="{07FE03CE-FB77-4E04-BBEA-D5E96B11A747}" dt="2026-01-16T09:05:39.499" v="1077" actId="790"/>
          <ac:spMkLst>
            <pc:docMk/>
            <pc:sldMk cId="2047294338" sldId="2147468969"/>
            <ac:spMk id="26" creationId="{C169A4EF-1044-9BA3-624C-88406B14CE5D}"/>
          </ac:spMkLst>
        </pc:spChg>
        <pc:spChg chg="mod">
          <ac:chgData name="Shaurya Verma" userId="a5be8305-a812-43fd-8576-818bdd41eb69" providerId="ADAL" clId="{07FE03CE-FB77-4E04-BBEA-D5E96B11A747}" dt="2026-01-16T09:05:39.373" v="1044" actId="790"/>
          <ac:spMkLst>
            <pc:docMk/>
            <pc:sldMk cId="2047294338" sldId="2147468969"/>
            <ac:spMk id="40" creationId="{8BDBAD64-9C5A-F913-FEB8-3F512B749AE3}"/>
          </ac:spMkLst>
        </pc:spChg>
        <pc:spChg chg="mod">
          <ac:chgData name="Shaurya Verma" userId="a5be8305-a812-43fd-8576-818bdd41eb69" providerId="ADAL" clId="{07FE03CE-FB77-4E04-BBEA-D5E96B11A747}" dt="2026-01-16T09:05:39.379" v="1046" actId="790"/>
          <ac:spMkLst>
            <pc:docMk/>
            <pc:sldMk cId="2047294338" sldId="2147468969"/>
            <ac:spMk id="45" creationId="{E8A1C92C-C919-3591-5206-36C5B1644F4E}"/>
          </ac:spMkLst>
        </pc:spChg>
        <pc:spChg chg="mod">
          <ac:chgData name="Shaurya Verma" userId="a5be8305-a812-43fd-8576-818bdd41eb69" providerId="ADAL" clId="{07FE03CE-FB77-4E04-BBEA-D5E96B11A747}" dt="2026-01-16T09:05:39.379" v="1047" actId="790"/>
          <ac:spMkLst>
            <pc:docMk/>
            <pc:sldMk cId="2047294338" sldId="2147468969"/>
            <ac:spMk id="48" creationId="{F97AFF9E-89B0-809A-857A-9986D3C95B15}"/>
          </ac:spMkLst>
        </pc:spChg>
      </pc:sldChg>
      <pc:sldChg chg="modSp mod modNotes">
        <pc:chgData name="Shaurya Verma" userId="a5be8305-a812-43fd-8576-818bdd41eb69" providerId="ADAL" clId="{07FE03CE-FB77-4E04-BBEA-D5E96B11A747}" dt="2026-01-16T09:16:14.973" v="1797"/>
        <pc:sldMkLst>
          <pc:docMk/>
          <pc:sldMk cId="1659108172" sldId="2147468970"/>
        </pc:sldMkLst>
        <pc:spChg chg="mod">
          <ac:chgData name="Shaurya Verma" userId="a5be8305-a812-43fd-8576-818bdd41eb69" providerId="ADAL" clId="{07FE03CE-FB77-4E04-BBEA-D5E96B11A747}" dt="2026-01-16T09:05:37.533" v="697" actId="790"/>
          <ac:spMkLst>
            <pc:docMk/>
            <pc:sldMk cId="1659108172" sldId="2147468970"/>
            <ac:spMk id="2" creationId="{AD6D9F5A-02C8-4E5F-67BA-242BF02A1FEF}"/>
          </ac:spMkLst>
        </pc:spChg>
        <pc:spChg chg="mod">
          <ac:chgData name="Shaurya Verma" userId="a5be8305-a812-43fd-8576-818bdd41eb69" providerId="ADAL" clId="{07FE03CE-FB77-4E04-BBEA-D5E96B11A747}" dt="2026-01-16T09:05:37.339" v="655" actId="790"/>
          <ac:spMkLst>
            <pc:docMk/>
            <pc:sldMk cId="1659108172" sldId="2147468970"/>
            <ac:spMk id="3" creationId="{618AFBD8-873C-532D-780B-1BBFE048B34B}"/>
          </ac:spMkLst>
        </pc:spChg>
        <pc:spChg chg="mod">
          <ac:chgData name="Shaurya Verma" userId="a5be8305-a812-43fd-8576-818bdd41eb69" providerId="ADAL" clId="{07FE03CE-FB77-4E04-BBEA-D5E96B11A747}" dt="2026-01-16T09:16:14.973" v="1797"/>
          <ac:spMkLst>
            <pc:docMk/>
            <pc:sldMk cId="1659108172" sldId="2147468970"/>
            <ac:spMk id="6" creationId="{BAE7F8D1-077F-153E-EF1D-7211282DEF82}"/>
          </ac:spMkLst>
        </pc:spChg>
        <pc:spChg chg="mod">
          <ac:chgData name="Shaurya Verma" userId="a5be8305-a812-43fd-8576-818bdd41eb69" providerId="ADAL" clId="{07FE03CE-FB77-4E04-BBEA-D5E96B11A747}" dt="2026-01-16T09:05:37.347" v="658" actId="790"/>
          <ac:spMkLst>
            <pc:docMk/>
            <pc:sldMk cId="1659108172" sldId="2147468970"/>
            <ac:spMk id="7" creationId="{8D21CB09-BCBB-5D55-6F98-A6C974764DBF}"/>
          </ac:spMkLst>
        </pc:spChg>
        <pc:spChg chg="mod">
          <ac:chgData name="Shaurya Verma" userId="a5be8305-a812-43fd-8576-818bdd41eb69" providerId="ADAL" clId="{07FE03CE-FB77-4E04-BBEA-D5E96B11A747}" dt="2026-01-16T09:05:37.358" v="660" actId="790"/>
          <ac:spMkLst>
            <pc:docMk/>
            <pc:sldMk cId="1659108172" sldId="2147468970"/>
            <ac:spMk id="8" creationId="{BFD1BC16-73DD-8E24-5BC2-456B5C1402D3}"/>
          </ac:spMkLst>
        </pc:spChg>
        <pc:spChg chg="mod">
          <ac:chgData name="Shaurya Verma" userId="a5be8305-a812-43fd-8576-818bdd41eb69" providerId="ADAL" clId="{07FE03CE-FB77-4E04-BBEA-D5E96B11A747}" dt="2026-01-16T09:05:37.336" v="654" actId="790"/>
          <ac:spMkLst>
            <pc:docMk/>
            <pc:sldMk cId="1659108172" sldId="2147468970"/>
            <ac:spMk id="9" creationId="{CEEFC2F8-DF3E-A5EC-1BDC-02CC62D4B46F}"/>
          </ac:spMkLst>
        </pc:spChg>
        <pc:spChg chg="mod">
          <ac:chgData name="Shaurya Verma" userId="a5be8305-a812-43fd-8576-818bdd41eb69" providerId="ADAL" clId="{07FE03CE-FB77-4E04-BBEA-D5E96B11A747}" dt="2026-01-16T09:05:37.505" v="687" actId="790"/>
          <ac:spMkLst>
            <pc:docMk/>
            <pc:sldMk cId="1659108172" sldId="2147468970"/>
            <ac:spMk id="17" creationId="{3FBB2531-0FF2-F3B8-90CB-048C7CED8520}"/>
          </ac:spMkLst>
        </pc:spChg>
        <pc:spChg chg="mod">
          <ac:chgData name="Shaurya Verma" userId="a5be8305-a812-43fd-8576-818bdd41eb69" providerId="ADAL" clId="{07FE03CE-FB77-4E04-BBEA-D5E96B11A747}" dt="2026-01-16T09:05:37.526" v="695" actId="790"/>
          <ac:spMkLst>
            <pc:docMk/>
            <pc:sldMk cId="1659108172" sldId="2147468970"/>
            <ac:spMk id="22" creationId="{7C26A31B-35A9-B87E-BD9B-D6D333EFEB6B}"/>
          </ac:spMkLst>
        </pc:spChg>
        <pc:spChg chg="mod">
          <ac:chgData name="Shaurya Verma" userId="a5be8305-a812-43fd-8576-818bdd41eb69" providerId="ADAL" clId="{07FE03CE-FB77-4E04-BBEA-D5E96B11A747}" dt="2026-01-16T09:05:37.369" v="662" actId="790"/>
          <ac:spMkLst>
            <pc:docMk/>
            <pc:sldMk cId="1659108172" sldId="2147468970"/>
            <ac:spMk id="40" creationId="{8BDBAD64-9C5A-F913-FEB8-3F512B749AE3}"/>
          </ac:spMkLst>
        </pc:spChg>
        <pc:spChg chg="mod">
          <ac:chgData name="Shaurya Verma" userId="a5be8305-a812-43fd-8576-818bdd41eb69" providerId="ADAL" clId="{07FE03CE-FB77-4E04-BBEA-D5E96B11A747}" dt="2026-01-16T09:05:37.380" v="664" actId="790"/>
          <ac:spMkLst>
            <pc:docMk/>
            <pc:sldMk cId="1659108172" sldId="2147468970"/>
            <ac:spMk id="45" creationId="{E8A1C92C-C919-3591-5206-36C5B1644F4E}"/>
          </ac:spMkLst>
        </pc:spChg>
        <pc:spChg chg="mod">
          <ac:chgData name="Shaurya Verma" userId="a5be8305-a812-43fd-8576-818bdd41eb69" providerId="ADAL" clId="{07FE03CE-FB77-4E04-BBEA-D5E96B11A747}" dt="2026-01-16T09:05:37.384" v="665" actId="790"/>
          <ac:spMkLst>
            <pc:docMk/>
            <pc:sldMk cId="1659108172" sldId="2147468970"/>
            <ac:spMk id="48" creationId="{F97AFF9E-89B0-809A-857A-9986D3C95B15}"/>
          </ac:spMkLst>
        </pc:spChg>
        <pc:spChg chg="mod">
          <ac:chgData name="Shaurya Verma" userId="a5be8305-a812-43fd-8576-818bdd41eb69" providerId="ADAL" clId="{07FE03CE-FB77-4E04-BBEA-D5E96B11A747}" dt="2026-01-16T09:05:37.408" v="671" actId="790"/>
          <ac:spMkLst>
            <pc:docMk/>
            <pc:sldMk cId="1659108172" sldId="2147468970"/>
            <ac:spMk id="56" creationId="{0F68B0C3-8AF6-9F27-FDBD-6D5C0EC1484B}"/>
          </ac:spMkLst>
        </pc:spChg>
      </pc:sldChg>
      <pc:sldChg chg="modSp mod modNotes">
        <pc:chgData name="Shaurya Verma" userId="a5be8305-a812-43fd-8576-818bdd41eb69" providerId="ADAL" clId="{07FE03CE-FB77-4E04-BBEA-D5E96B11A747}" dt="2026-01-16T09:17:58.930" v="1835"/>
        <pc:sldMkLst>
          <pc:docMk/>
          <pc:sldMk cId="263568340" sldId="2147468971"/>
        </pc:sldMkLst>
        <pc:spChg chg="mod">
          <ac:chgData name="Shaurya Verma" userId="a5be8305-a812-43fd-8576-818bdd41eb69" providerId="ADAL" clId="{07FE03CE-FB77-4E04-BBEA-D5E96B11A747}" dt="2026-01-16T09:05:39.044" v="987" actId="790"/>
          <ac:spMkLst>
            <pc:docMk/>
            <pc:sldMk cId="263568340" sldId="2147468971"/>
            <ac:spMk id="2" creationId="{EC1F82E8-41DE-1CC6-5514-0AB7E3D74DB1}"/>
          </ac:spMkLst>
        </pc:spChg>
        <pc:spChg chg="mod">
          <ac:chgData name="Shaurya Verma" userId="a5be8305-a812-43fd-8576-818bdd41eb69" providerId="ADAL" clId="{07FE03CE-FB77-4E04-BBEA-D5E96B11A747}" dt="2026-01-16T09:05:38.793" v="937" actId="790"/>
          <ac:spMkLst>
            <pc:docMk/>
            <pc:sldMk cId="263568340" sldId="2147468971"/>
            <ac:spMk id="3" creationId="{618AFBD8-873C-532D-780B-1BBFE048B34B}"/>
          </ac:spMkLst>
        </pc:spChg>
        <pc:spChg chg="mod">
          <ac:chgData name="Shaurya Verma" userId="a5be8305-a812-43fd-8576-818bdd41eb69" providerId="ADAL" clId="{07FE03CE-FB77-4E04-BBEA-D5E96B11A747}" dt="2026-01-16T09:17:58.930" v="1835"/>
          <ac:spMkLst>
            <pc:docMk/>
            <pc:sldMk cId="263568340" sldId="2147468971"/>
            <ac:spMk id="6" creationId="{BAE7F8D1-077F-153E-EF1D-7211282DEF82}"/>
          </ac:spMkLst>
        </pc:spChg>
        <pc:spChg chg="mod">
          <ac:chgData name="Shaurya Verma" userId="a5be8305-a812-43fd-8576-818bdd41eb69" providerId="ADAL" clId="{07FE03CE-FB77-4E04-BBEA-D5E96B11A747}" dt="2026-01-16T09:05:38.807" v="940" actId="790"/>
          <ac:spMkLst>
            <pc:docMk/>
            <pc:sldMk cId="263568340" sldId="2147468971"/>
            <ac:spMk id="7" creationId="{8D21CB09-BCBB-5D55-6F98-A6C974764DBF}"/>
          </ac:spMkLst>
        </pc:spChg>
        <pc:spChg chg="mod">
          <ac:chgData name="Shaurya Verma" userId="a5be8305-a812-43fd-8576-818bdd41eb69" providerId="ADAL" clId="{07FE03CE-FB77-4E04-BBEA-D5E96B11A747}" dt="2026-01-16T09:06:19.327" v="1692"/>
          <ac:spMkLst>
            <pc:docMk/>
            <pc:sldMk cId="263568340" sldId="2147468971"/>
            <ac:spMk id="8" creationId="{BFD1BC16-73DD-8E24-5BC2-456B5C1402D3}"/>
          </ac:spMkLst>
        </pc:spChg>
        <pc:spChg chg="mod">
          <ac:chgData name="Shaurya Verma" userId="a5be8305-a812-43fd-8576-818bdd41eb69" providerId="ADAL" clId="{07FE03CE-FB77-4E04-BBEA-D5E96B11A747}" dt="2026-01-16T09:05:38.793" v="936" actId="790"/>
          <ac:spMkLst>
            <pc:docMk/>
            <pc:sldMk cId="263568340" sldId="2147468971"/>
            <ac:spMk id="9" creationId="{CEEFC2F8-DF3E-A5EC-1BDC-02CC62D4B46F}"/>
          </ac:spMkLst>
        </pc:spChg>
        <pc:spChg chg="mod">
          <ac:chgData name="Shaurya Verma" userId="a5be8305-a812-43fd-8576-818bdd41eb69" providerId="ADAL" clId="{07FE03CE-FB77-4E04-BBEA-D5E96B11A747}" dt="2026-01-16T09:17:52.435" v="1834" actId="20577"/>
          <ac:spMkLst>
            <pc:docMk/>
            <pc:sldMk cId="263568340" sldId="2147468971"/>
            <ac:spMk id="17" creationId="{3FBB2531-0FF2-F3B8-90CB-048C7CED8520}"/>
          </ac:spMkLst>
        </pc:spChg>
        <pc:spChg chg="mod">
          <ac:chgData name="Shaurya Verma" userId="a5be8305-a812-43fd-8576-818bdd41eb69" providerId="ADAL" clId="{07FE03CE-FB77-4E04-BBEA-D5E96B11A747}" dt="2026-01-16T09:05:39.033" v="985" actId="790"/>
          <ac:spMkLst>
            <pc:docMk/>
            <pc:sldMk cId="263568340" sldId="2147468971"/>
            <ac:spMk id="22" creationId="{7C26A31B-35A9-B87E-BD9B-D6D333EFEB6B}"/>
          </ac:spMkLst>
        </pc:spChg>
        <pc:spChg chg="mod">
          <ac:chgData name="Shaurya Verma" userId="a5be8305-a812-43fd-8576-818bdd41eb69" providerId="ADAL" clId="{07FE03CE-FB77-4E04-BBEA-D5E96B11A747}" dt="2026-01-16T09:05:38.825" v="944" actId="790"/>
          <ac:spMkLst>
            <pc:docMk/>
            <pc:sldMk cId="263568340" sldId="2147468971"/>
            <ac:spMk id="40" creationId="{8BDBAD64-9C5A-F913-FEB8-3F512B749AE3}"/>
          </ac:spMkLst>
        </pc:spChg>
        <pc:spChg chg="mod">
          <ac:chgData name="Shaurya Verma" userId="a5be8305-a812-43fd-8576-818bdd41eb69" providerId="ADAL" clId="{07FE03CE-FB77-4E04-BBEA-D5E96B11A747}" dt="2026-01-16T09:05:38.825" v="946" actId="790"/>
          <ac:spMkLst>
            <pc:docMk/>
            <pc:sldMk cId="263568340" sldId="2147468971"/>
            <ac:spMk id="45" creationId="{E8A1C92C-C919-3591-5206-36C5B1644F4E}"/>
          </ac:spMkLst>
        </pc:spChg>
        <pc:spChg chg="mod">
          <ac:chgData name="Shaurya Verma" userId="a5be8305-a812-43fd-8576-818bdd41eb69" providerId="ADAL" clId="{07FE03CE-FB77-4E04-BBEA-D5E96B11A747}" dt="2026-01-16T09:05:38.839" v="947" actId="790"/>
          <ac:spMkLst>
            <pc:docMk/>
            <pc:sldMk cId="263568340" sldId="2147468971"/>
            <ac:spMk id="48" creationId="{F97AFF9E-89B0-809A-857A-9986D3C95B15}"/>
          </ac:spMkLst>
        </pc:spChg>
        <pc:spChg chg="mod">
          <ac:chgData name="Shaurya Verma" userId="a5be8305-a812-43fd-8576-818bdd41eb69" providerId="ADAL" clId="{07FE03CE-FB77-4E04-BBEA-D5E96B11A747}" dt="2026-01-16T09:05:38.855" v="953" actId="790"/>
          <ac:spMkLst>
            <pc:docMk/>
            <pc:sldMk cId="263568340" sldId="2147468971"/>
            <ac:spMk id="56" creationId="{0F68B0C3-8AF6-9F27-FDBD-6D5C0EC1484B}"/>
          </ac:spMkLst>
        </pc:spChg>
      </pc:sldChg>
      <pc:sldChg chg="modSp mod modNotes">
        <pc:chgData name="Shaurya Verma" userId="a5be8305-a812-43fd-8576-818bdd41eb69" providerId="ADAL" clId="{07FE03CE-FB77-4E04-BBEA-D5E96B11A747}" dt="2026-01-16T09:19:36.190" v="1877" actId="6549"/>
        <pc:sldMkLst>
          <pc:docMk/>
          <pc:sldMk cId="3070004406" sldId="2147468972"/>
        </pc:sldMkLst>
        <pc:spChg chg="mod">
          <ac:chgData name="Shaurya Verma" userId="a5be8305-a812-43fd-8576-818bdd41eb69" providerId="ADAL" clId="{07FE03CE-FB77-4E04-BBEA-D5E96B11A747}" dt="2026-01-16T09:05:40.361" v="1382" actId="790"/>
          <ac:spMkLst>
            <pc:docMk/>
            <pc:sldMk cId="3070004406" sldId="2147468972"/>
            <ac:spMk id="2" creationId="{4F590827-FADB-9E3B-9798-5EFA78E583A8}"/>
          </ac:spMkLst>
        </pc:spChg>
        <pc:spChg chg="mod">
          <ac:chgData name="Shaurya Verma" userId="a5be8305-a812-43fd-8576-818bdd41eb69" providerId="ADAL" clId="{07FE03CE-FB77-4E04-BBEA-D5E96B11A747}" dt="2026-01-16T09:05:40.253" v="1336" actId="790"/>
          <ac:spMkLst>
            <pc:docMk/>
            <pc:sldMk cId="3070004406" sldId="2147468972"/>
            <ac:spMk id="3" creationId="{618AFBD8-873C-532D-780B-1BBFE048B34B}"/>
          </ac:spMkLst>
        </pc:spChg>
        <pc:spChg chg="mod">
          <ac:chgData name="Shaurya Verma" userId="a5be8305-a812-43fd-8576-818bdd41eb69" providerId="ADAL" clId="{07FE03CE-FB77-4E04-BBEA-D5E96B11A747}" dt="2026-01-16T09:05:40.361" v="1385" actId="790"/>
          <ac:spMkLst>
            <pc:docMk/>
            <pc:sldMk cId="3070004406" sldId="2147468972"/>
            <ac:spMk id="5" creationId="{338AC388-97ED-9063-248A-2E555068AF0B}"/>
          </ac:spMkLst>
        </pc:spChg>
        <pc:spChg chg="mod">
          <ac:chgData name="Shaurya Verma" userId="a5be8305-a812-43fd-8576-818bdd41eb69" providerId="ADAL" clId="{07FE03CE-FB77-4E04-BBEA-D5E96B11A747}" dt="2026-01-16T09:19:36.190" v="1877" actId="6549"/>
          <ac:spMkLst>
            <pc:docMk/>
            <pc:sldMk cId="3070004406" sldId="2147468972"/>
            <ac:spMk id="6" creationId="{BAE7F8D1-077F-153E-EF1D-7211282DEF82}"/>
          </ac:spMkLst>
        </pc:spChg>
        <pc:spChg chg="mod">
          <ac:chgData name="Shaurya Verma" userId="a5be8305-a812-43fd-8576-818bdd41eb69" providerId="ADAL" clId="{07FE03CE-FB77-4E04-BBEA-D5E96B11A747}" dt="2026-01-16T09:05:40.258" v="1338" actId="790"/>
          <ac:spMkLst>
            <pc:docMk/>
            <pc:sldMk cId="3070004406" sldId="2147468972"/>
            <ac:spMk id="8" creationId="{BFD1BC16-73DD-8E24-5BC2-456B5C1402D3}"/>
          </ac:spMkLst>
        </pc:spChg>
        <pc:spChg chg="mod">
          <ac:chgData name="Shaurya Verma" userId="a5be8305-a812-43fd-8576-818bdd41eb69" providerId="ADAL" clId="{07FE03CE-FB77-4E04-BBEA-D5E96B11A747}" dt="2026-01-16T09:05:40.250" v="1335" actId="790"/>
          <ac:spMkLst>
            <pc:docMk/>
            <pc:sldMk cId="3070004406" sldId="2147468972"/>
            <ac:spMk id="9" creationId="{CEEFC2F8-DF3E-A5EC-1BDC-02CC62D4B46F}"/>
          </ac:spMkLst>
        </pc:spChg>
        <pc:spChg chg="mod">
          <ac:chgData name="Shaurya Verma" userId="a5be8305-a812-43fd-8576-818bdd41eb69" providerId="ADAL" clId="{07FE03CE-FB77-4E04-BBEA-D5E96B11A747}" dt="2026-01-16T09:05:40.329" v="1367" actId="790"/>
          <ac:spMkLst>
            <pc:docMk/>
            <pc:sldMk cId="3070004406" sldId="2147468972"/>
            <ac:spMk id="17" creationId="{3FBB2531-0FF2-F3B8-90CB-048C7CED8520}"/>
          </ac:spMkLst>
        </pc:spChg>
        <pc:spChg chg="mod">
          <ac:chgData name="Shaurya Verma" userId="a5be8305-a812-43fd-8576-818bdd41eb69" providerId="ADAL" clId="{07FE03CE-FB77-4E04-BBEA-D5E96B11A747}" dt="2026-01-16T09:05:40.361" v="1380" actId="790"/>
          <ac:spMkLst>
            <pc:docMk/>
            <pc:sldMk cId="3070004406" sldId="2147468972"/>
            <ac:spMk id="22" creationId="{7C26A31B-35A9-B87E-BD9B-D6D333EFEB6B}"/>
          </ac:spMkLst>
        </pc:spChg>
        <pc:spChg chg="mod">
          <ac:chgData name="Shaurya Verma" userId="a5be8305-a812-43fd-8576-818bdd41eb69" providerId="ADAL" clId="{07FE03CE-FB77-4E04-BBEA-D5E96B11A747}" dt="2026-01-16T09:05:40.266" v="1340" actId="790"/>
          <ac:spMkLst>
            <pc:docMk/>
            <pc:sldMk cId="3070004406" sldId="2147468972"/>
            <ac:spMk id="40" creationId="{8BDBAD64-9C5A-F913-FEB8-3F512B749AE3}"/>
          </ac:spMkLst>
        </pc:spChg>
        <pc:spChg chg="mod">
          <ac:chgData name="Shaurya Verma" userId="a5be8305-a812-43fd-8576-818bdd41eb69" providerId="ADAL" clId="{07FE03CE-FB77-4E04-BBEA-D5E96B11A747}" dt="2026-01-16T09:05:40.266" v="1345" actId="790"/>
          <ac:spMkLst>
            <pc:docMk/>
            <pc:sldMk cId="3070004406" sldId="2147468972"/>
            <ac:spMk id="45" creationId="{E8A1C92C-C919-3591-5206-36C5B1644F4E}"/>
          </ac:spMkLst>
        </pc:spChg>
        <pc:spChg chg="mod">
          <ac:chgData name="Shaurya Verma" userId="a5be8305-a812-43fd-8576-818bdd41eb69" providerId="ADAL" clId="{07FE03CE-FB77-4E04-BBEA-D5E96B11A747}" dt="2026-01-16T09:05:40.280" v="1346" actId="790"/>
          <ac:spMkLst>
            <pc:docMk/>
            <pc:sldMk cId="3070004406" sldId="2147468972"/>
            <ac:spMk id="48" creationId="{F97AFF9E-89B0-809A-857A-9986D3C95B15}"/>
          </ac:spMkLst>
        </pc:spChg>
        <pc:spChg chg="mod">
          <ac:chgData name="Shaurya Verma" userId="a5be8305-a812-43fd-8576-818bdd41eb69" providerId="ADAL" clId="{07FE03CE-FB77-4E04-BBEA-D5E96B11A747}" dt="2026-01-16T09:06:19.327" v="1692"/>
          <ac:spMkLst>
            <pc:docMk/>
            <pc:sldMk cId="3070004406" sldId="2147468972"/>
            <ac:spMk id="56" creationId="{0F68B0C3-8AF6-9F27-FDBD-6D5C0EC1484B}"/>
          </ac:spMkLst>
        </pc:spChg>
      </pc:sldChg>
      <pc:sldChg chg="modSp mod modNotes">
        <pc:chgData name="Shaurya Verma" userId="a5be8305-a812-43fd-8576-818bdd41eb69" providerId="ADAL" clId="{07FE03CE-FB77-4E04-BBEA-D5E96B11A747}" dt="2026-01-16T09:18:54.534" v="1866"/>
        <pc:sldMkLst>
          <pc:docMk/>
          <pc:sldMk cId="870672572" sldId="2147469006"/>
        </pc:sldMkLst>
        <pc:spChg chg="mod">
          <ac:chgData name="Shaurya Verma" userId="a5be8305-a812-43fd-8576-818bdd41eb69" providerId="ADAL" clId="{07FE03CE-FB77-4E04-BBEA-D5E96B11A747}" dt="2026-01-16T09:05:39.695" v="1153" actId="790"/>
          <ac:spMkLst>
            <pc:docMk/>
            <pc:sldMk cId="870672572" sldId="2147469006"/>
            <ac:spMk id="2" creationId="{144653AD-37E0-D411-92F3-B91F6CB654AE}"/>
          </ac:spMkLst>
        </pc:spChg>
        <pc:spChg chg="mod">
          <ac:chgData name="Shaurya Verma" userId="a5be8305-a812-43fd-8576-818bdd41eb69" providerId="ADAL" clId="{07FE03CE-FB77-4E04-BBEA-D5E96B11A747}" dt="2026-01-16T09:05:39.600" v="1113" actId="790"/>
          <ac:spMkLst>
            <pc:docMk/>
            <pc:sldMk cId="870672572" sldId="2147469006"/>
            <ac:spMk id="3" creationId="{618AFBD8-873C-532D-780B-1BBFE048B34B}"/>
          </ac:spMkLst>
        </pc:spChg>
        <pc:spChg chg="mod">
          <ac:chgData name="Shaurya Verma" userId="a5be8305-a812-43fd-8576-818bdd41eb69" providerId="ADAL" clId="{07FE03CE-FB77-4E04-BBEA-D5E96B11A747}" dt="2026-01-16T09:18:54.534" v="1866"/>
          <ac:spMkLst>
            <pc:docMk/>
            <pc:sldMk cId="870672572" sldId="2147469006"/>
            <ac:spMk id="6" creationId="{BAE7F8D1-077F-153E-EF1D-7211282DEF82}"/>
          </ac:spMkLst>
        </pc:spChg>
        <pc:spChg chg="mod">
          <ac:chgData name="Shaurya Verma" userId="a5be8305-a812-43fd-8576-818bdd41eb69" providerId="ADAL" clId="{07FE03CE-FB77-4E04-BBEA-D5E96B11A747}" dt="2026-01-16T09:05:39.612" v="1116" actId="790"/>
          <ac:spMkLst>
            <pc:docMk/>
            <pc:sldMk cId="870672572" sldId="2147469006"/>
            <ac:spMk id="7" creationId="{8D21CB09-BCBB-5D55-6F98-A6C974764DBF}"/>
          </ac:spMkLst>
        </pc:spChg>
        <pc:spChg chg="mod">
          <ac:chgData name="Shaurya Verma" userId="a5be8305-a812-43fd-8576-818bdd41eb69" providerId="ADAL" clId="{07FE03CE-FB77-4E04-BBEA-D5E96B11A747}" dt="2026-01-16T09:05:39.600" v="1112" actId="790"/>
          <ac:spMkLst>
            <pc:docMk/>
            <pc:sldMk cId="870672572" sldId="2147469006"/>
            <ac:spMk id="9" creationId="{CEEFC2F8-DF3E-A5EC-1BDC-02CC62D4B46F}"/>
          </ac:spMkLst>
        </pc:spChg>
        <pc:spChg chg="mod">
          <ac:chgData name="Shaurya Verma" userId="a5be8305-a812-43fd-8576-818bdd41eb69" providerId="ADAL" clId="{07FE03CE-FB77-4E04-BBEA-D5E96B11A747}" dt="2026-01-16T09:05:39.645" v="1134" actId="790"/>
          <ac:spMkLst>
            <pc:docMk/>
            <pc:sldMk cId="870672572" sldId="2147469006"/>
            <ac:spMk id="17" creationId="{3FBB2531-0FF2-F3B8-90CB-048C7CED8520}"/>
          </ac:spMkLst>
        </pc:spChg>
        <pc:spChg chg="mod">
          <ac:chgData name="Shaurya Verma" userId="a5be8305-a812-43fd-8576-818bdd41eb69" providerId="ADAL" clId="{07FE03CE-FB77-4E04-BBEA-D5E96B11A747}" dt="2026-01-16T09:05:39.661" v="1142" actId="790"/>
          <ac:spMkLst>
            <pc:docMk/>
            <pc:sldMk cId="870672572" sldId="2147469006"/>
            <ac:spMk id="22" creationId="{7C26A31B-35A9-B87E-BD9B-D6D333EFEB6B}"/>
          </ac:spMkLst>
        </pc:spChg>
        <pc:spChg chg="mod">
          <ac:chgData name="Shaurya Verma" userId="a5be8305-a812-43fd-8576-818bdd41eb69" providerId="ADAL" clId="{07FE03CE-FB77-4E04-BBEA-D5E96B11A747}" dt="2026-01-16T09:06:19.327" v="1692"/>
          <ac:spMkLst>
            <pc:docMk/>
            <pc:sldMk cId="870672572" sldId="2147469006"/>
            <ac:spMk id="24" creationId="{42AEB67B-A9FB-8741-DCBB-B274280CF306}"/>
          </ac:spMkLst>
        </pc:spChg>
        <pc:spChg chg="mod">
          <ac:chgData name="Shaurya Verma" userId="a5be8305-a812-43fd-8576-818bdd41eb69" providerId="ADAL" clId="{07FE03CE-FB77-4E04-BBEA-D5E96B11A747}" dt="2026-01-16T09:05:39.695" v="1151" actId="790"/>
          <ac:spMkLst>
            <pc:docMk/>
            <pc:sldMk cId="870672572" sldId="2147469006"/>
            <ac:spMk id="26" creationId="{C169A4EF-1044-9BA3-624C-88406B14CE5D}"/>
          </ac:spMkLst>
        </pc:spChg>
        <pc:spChg chg="mod">
          <ac:chgData name="Shaurya Verma" userId="a5be8305-a812-43fd-8576-818bdd41eb69" providerId="ADAL" clId="{07FE03CE-FB77-4E04-BBEA-D5E96B11A747}" dt="2026-01-16T09:05:39.617" v="1118" actId="790"/>
          <ac:spMkLst>
            <pc:docMk/>
            <pc:sldMk cId="870672572" sldId="2147469006"/>
            <ac:spMk id="40" creationId="{8BDBAD64-9C5A-F913-FEB8-3F512B749AE3}"/>
          </ac:spMkLst>
        </pc:spChg>
        <pc:spChg chg="mod">
          <ac:chgData name="Shaurya Verma" userId="a5be8305-a812-43fd-8576-818bdd41eb69" providerId="ADAL" clId="{07FE03CE-FB77-4E04-BBEA-D5E96B11A747}" dt="2026-01-16T09:05:39.617" v="1120" actId="790"/>
          <ac:spMkLst>
            <pc:docMk/>
            <pc:sldMk cId="870672572" sldId="2147469006"/>
            <ac:spMk id="45" creationId="{E8A1C92C-C919-3591-5206-36C5B1644F4E}"/>
          </ac:spMkLst>
        </pc:spChg>
        <pc:spChg chg="mod">
          <ac:chgData name="Shaurya Verma" userId="a5be8305-a812-43fd-8576-818bdd41eb69" providerId="ADAL" clId="{07FE03CE-FB77-4E04-BBEA-D5E96B11A747}" dt="2026-01-16T09:05:39.617" v="1121" actId="790"/>
          <ac:spMkLst>
            <pc:docMk/>
            <pc:sldMk cId="870672572" sldId="2147469006"/>
            <ac:spMk id="48" creationId="{F97AFF9E-89B0-809A-857A-9986D3C95B15}"/>
          </ac:spMkLst>
        </pc:spChg>
      </pc:sldChg>
      <pc:sldChg chg="modSp mod modNotes">
        <pc:chgData name="Shaurya Verma" userId="a5be8305-a812-43fd-8576-818bdd41eb69" providerId="ADAL" clId="{07FE03CE-FB77-4E04-BBEA-D5E96B11A747}" dt="2026-01-16T09:16:31.311" v="1798"/>
        <pc:sldMkLst>
          <pc:docMk/>
          <pc:sldMk cId="3331348616" sldId="2147469007"/>
        </pc:sldMkLst>
        <pc:spChg chg="mod">
          <ac:chgData name="Shaurya Verma" userId="a5be8305-a812-43fd-8576-818bdd41eb69" providerId="ADAL" clId="{07FE03CE-FB77-4E04-BBEA-D5E96B11A747}" dt="2026-01-16T09:05:37.553" v="699" actId="790"/>
          <ac:spMkLst>
            <pc:docMk/>
            <pc:sldMk cId="3331348616" sldId="2147469007"/>
            <ac:spMk id="3" creationId="{618AFBD8-873C-532D-780B-1BBFE048B34B}"/>
          </ac:spMkLst>
        </pc:spChg>
        <pc:spChg chg="mod">
          <ac:chgData name="Shaurya Verma" userId="a5be8305-a812-43fd-8576-818bdd41eb69" providerId="ADAL" clId="{07FE03CE-FB77-4E04-BBEA-D5E96B11A747}" dt="2026-01-16T09:05:37.678" v="734" actId="790"/>
          <ac:spMkLst>
            <pc:docMk/>
            <pc:sldMk cId="3331348616" sldId="2147469007"/>
            <ac:spMk id="4" creationId="{AA772722-D8AD-A72A-0245-AE3FFB020117}"/>
          </ac:spMkLst>
        </pc:spChg>
        <pc:spChg chg="mod">
          <ac:chgData name="Shaurya Verma" userId="a5be8305-a812-43fd-8576-818bdd41eb69" providerId="ADAL" clId="{07FE03CE-FB77-4E04-BBEA-D5E96B11A747}" dt="2026-01-16T09:16:31.311" v="1798"/>
          <ac:spMkLst>
            <pc:docMk/>
            <pc:sldMk cId="3331348616" sldId="2147469007"/>
            <ac:spMk id="6" creationId="{BAE7F8D1-077F-153E-EF1D-7211282DEF82}"/>
          </ac:spMkLst>
        </pc:spChg>
        <pc:spChg chg="mod">
          <ac:chgData name="Shaurya Verma" userId="a5be8305-a812-43fd-8576-818bdd41eb69" providerId="ADAL" clId="{07FE03CE-FB77-4E04-BBEA-D5E96B11A747}" dt="2026-01-16T09:05:37.564" v="702" actId="790"/>
          <ac:spMkLst>
            <pc:docMk/>
            <pc:sldMk cId="3331348616" sldId="2147469007"/>
            <ac:spMk id="7" creationId="{8D21CB09-BCBB-5D55-6F98-A6C974764DBF}"/>
          </ac:spMkLst>
        </pc:spChg>
        <pc:spChg chg="mod">
          <ac:chgData name="Shaurya Verma" userId="a5be8305-a812-43fd-8576-818bdd41eb69" providerId="ADAL" clId="{07FE03CE-FB77-4E04-BBEA-D5E96B11A747}" dt="2026-01-16T09:05:37.634" v="718" actId="790"/>
          <ac:spMkLst>
            <pc:docMk/>
            <pc:sldMk cId="3331348616" sldId="2147469007"/>
            <ac:spMk id="17" creationId="{3FBB2531-0FF2-F3B8-90CB-048C7CED8520}"/>
          </ac:spMkLst>
        </pc:spChg>
        <pc:spChg chg="mod">
          <ac:chgData name="Shaurya Verma" userId="a5be8305-a812-43fd-8576-818bdd41eb69" providerId="ADAL" clId="{07FE03CE-FB77-4E04-BBEA-D5E96B11A747}" dt="2026-01-16T09:05:37.658" v="726" actId="790"/>
          <ac:spMkLst>
            <pc:docMk/>
            <pc:sldMk cId="3331348616" sldId="2147469007"/>
            <ac:spMk id="22" creationId="{7C26A31B-35A9-B87E-BD9B-D6D333EFEB6B}"/>
          </ac:spMkLst>
        </pc:spChg>
        <pc:spChg chg="mod">
          <ac:chgData name="Shaurya Verma" userId="a5be8305-a812-43fd-8576-818bdd41eb69" providerId="ADAL" clId="{07FE03CE-FB77-4E04-BBEA-D5E96B11A747}" dt="2026-01-16T09:05:37.665" v="728" actId="790"/>
          <ac:spMkLst>
            <pc:docMk/>
            <pc:sldMk cId="3331348616" sldId="2147469007"/>
            <ac:spMk id="24" creationId="{E3EFB814-7A18-4B08-7C12-5FAC4590F980}"/>
          </ac:spMkLst>
        </pc:spChg>
        <pc:spChg chg="mod">
          <ac:chgData name="Shaurya Verma" userId="a5be8305-a812-43fd-8576-818bdd41eb69" providerId="ADAL" clId="{07FE03CE-FB77-4E04-BBEA-D5E96B11A747}" dt="2026-01-16T09:06:19.327" v="1692"/>
          <ac:spMkLst>
            <pc:docMk/>
            <pc:sldMk cId="3331348616" sldId="2147469007"/>
            <ac:spMk id="25" creationId="{FA7E23CE-6C12-EFBE-B5A9-A68E41B869A8}"/>
          </ac:spMkLst>
        </pc:spChg>
        <pc:spChg chg="mod">
          <ac:chgData name="Shaurya Verma" userId="a5be8305-a812-43fd-8576-818bdd41eb69" providerId="ADAL" clId="{07FE03CE-FB77-4E04-BBEA-D5E96B11A747}" dt="2026-01-16T09:05:37.678" v="732" actId="790"/>
          <ac:spMkLst>
            <pc:docMk/>
            <pc:sldMk cId="3331348616" sldId="2147469007"/>
            <ac:spMk id="26" creationId="{0AB6A2AB-163F-1571-1BAA-236DB792AEDF}"/>
          </ac:spMkLst>
        </pc:spChg>
        <pc:spChg chg="mod">
          <ac:chgData name="Shaurya Verma" userId="a5be8305-a812-43fd-8576-818bdd41eb69" providerId="ADAL" clId="{07FE03CE-FB77-4E04-BBEA-D5E96B11A747}" dt="2026-01-16T09:05:37.571" v="704" actId="790"/>
          <ac:spMkLst>
            <pc:docMk/>
            <pc:sldMk cId="3331348616" sldId="2147469007"/>
            <ac:spMk id="40" creationId="{8BDBAD64-9C5A-F913-FEB8-3F512B749AE3}"/>
          </ac:spMkLst>
        </pc:spChg>
        <pc:spChg chg="mod">
          <ac:chgData name="Shaurya Verma" userId="a5be8305-a812-43fd-8576-818bdd41eb69" providerId="ADAL" clId="{07FE03CE-FB77-4E04-BBEA-D5E96B11A747}" dt="2026-01-16T09:05:37.574" v="705" actId="790"/>
          <ac:spMkLst>
            <pc:docMk/>
            <pc:sldMk cId="3331348616" sldId="2147469007"/>
            <ac:spMk id="48" creationId="{F97AFF9E-89B0-809A-857A-9986D3C95B15}"/>
          </ac:spMkLst>
        </pc:spChg>
      </pc:sldChg>
      <pc:sldChg chg="modSp mod modNotes">
        <pc:chgData name="Shaurya Verma" userId="a5be8305-a812-43fd-8576-818bdd41eb69" providerId="ADAL" clId="{07FE03CE-FB77-4E04-BBEA-D5E96B11A747}" dt="2026-01-16T09:08:25.153" v="1752" actId="20577"/>
        <pc:sldMkLst>
          <pc:docMk/>
          <pc:sldMk cId="1550905142" sldId="2147469028"/>
        </pc:sldMkLst>
        <pc:spChg chg="mod">
          <ac:chgData name="Shaurya Verma" userId="a5be8305-a812-43fd-8576-818bdd41eb69" providerId="ADAL" clId="{07FE03CE-FB77-4E04-BBEA-D5E96B11A747}" dt="2026-01-16T09:05:35.979" v="331" actId="790"/>
          <ac:spMkLst>
            <pc:docMk/>
            <pc:sldMk cId="1550905142" sldId="2147469028"/>
            <ac:spMk id="3" creationId="{618AFBD8-873C-532D-780B-1BBFE048B34B}"/>
          </ac:spMkLst>
        </pc:spChg>
        <pc:spChg chg="mod">
          <ac:chgData name="Shaurya Verma" userId="a5be8305-a812-43fd-8576-818bdd41eb69" providerId="ADAL" clId="{07FE03CE-FB77-4E04-BBEA-D5E96B11A747}" dt="2026-01-16T09:05:36.021" v="347" actId="790"/>
          <ac:spMkLst>
            <pc:docMk/>
            <pc:sldMk cId="1550905142" sldId="2147469028"/>
            <ac:spMk id="5" creationId="{B24EA0E3-AADC-183E-7168-4310BCD48E64}"/>
          </ac:spMkLst>
        </pc:spChg>
        <pc:spChg chg="mod">
          <ac:chgData name="Shaurya Verma" userId="a5be8305-a812-43fd-8576-818bdd41eb69" providerId="ADAL" clId="{07FE03CE-FB77-4E04-BBEA-D5E96B11A747}" dt="2026-01-16T09:08:07.253" v="1734"/>
          <ac:spMkLst>
            <pc:docMk/>
            <pc:sldMk cId="1550905142" sldId="2147469028"/>
            <ac:spMk id="6" creationId="{BAE7F8D1-077F-153E-EF1D-7211282DEF82}"/>
          </ac:spMkLst>
        </pc:spChg>
        <pc:spChg chg="mod">
          <ac:chgData name="Shaurya Verma" userId="a5be8305-a812-43fd-8576-818bdd41eb69" providerId="ADAL" clId="{07FE03CE-FB77-4E04-BBEA-D5E96B11A747}" dt="2026-01-16T09:05:35.979" v="335" actId="790"/>
          <ac:spMkLst>
            <pc:docMk/>
            <pc:sldMk cId="1550905142" sldId="2147469028"/>
            <ac:spMk id="7" creationId="{8D21CB09-BCBB-5D55-6F98-A6C974764DBF}"/>
          </ac:spMkLst>
        </pc:spChg>
        <pc:spChg chg="mod">
          <ac:chgData name="Shaurya Verma" userId="a5be8305-a812-43fd-8576-818bdd41eb69" providerId="ADAL" clId="{07FE03CE-FB77-4E04-BBEA-D5E96B11A747}" dt="2026-01-16T09:05:35.995" v="336" actId="790"/>
          <ac:spMkLst>
            <pc:docMk/>
            <pc:sldMk cId="1550905142" sldId="2147469028"/>
            <ac:spMk id="8" creationId="{BFD1BC16-73DD-8E24-5BC2-456B5C1402D3}"/>
          </ac:spMkLst>
        </pc:spChg>
        <pc:spChg chg="mod">
          <ac:chgData name="Shaurya Verma" userId="a5be8305-a812-43fd-8576-818bdd41eb69" providerId="ADAL" clId="{07FE03CE-FB77-4E04-BBEA-D5E96B11A747}" dt="2026-01-16T09:05:35.979" v="330" actId="790"/>
          <ac:spMkLst>
            <pc:docMk/>
            <pc:sldMk cId="1550905142" sldId="2147469028"/>
            <ac:spMk id="9" creationId="{CEEFC2F8-DF3E-A5EC-1BDC-02CC62D4B46F}"/>
          </ac:spMkLst>
        </pc:spChg>
        <pc:spChg chg="mod">
          <ac:chgData name="Shaurya Verma" userId="a5be8305-a812-43fd-8576-818bdd41eb69" providerId="ADAL" clId="{07FE03CE-FB77-4E04-BBEA-D5E96B11A747}" dt="2026-01-16T09:08:25.153" v="1752" actId="20577"/>
          <ac:spMkLst>
            <pc:docMk/>
            <pc:sldMk cId="1550905142" sldId="2147469028"/>
            <ac:spMk id="17" creationId="{3FBB2531-0FF2-F3B8-90CB-048C7CED8520}"/>
          </ac:spMkLst>
        </pc:spChg>
        <pc:spChg chg="mod">
          <ac:chgData name="Shaurya Verma" userId="a5be8305-a812-43fd-8576-818bdd41eb69" providerId="ADAL" clId="{07FE03CE-FB77-4E04-BBEA-D5E96B11A747}" dt="2026-01-16T09:05:36.079" v="369" actId="790"/>
          <ac:spMkLst>
            <pc:docMk/>
            <pc:sldMk cId="1550905142" sldId="2147469028"/>
            <ac:spMk id="22" creationId="{7C26A31B-35A9-B87E-BD9B-D6D333EFEB6B}"/>
          </ac:spMkLst>
        </pc:spChg>
        <pc:spChg chg="mod">
          <ac:chgData name="Shaurya Verma" userId="a5be8305-a812-43fd-8576-818bdd41eb69" providerId="ADAL" clId="{07FE03CE-FB77-4E04-BBEA-D5E96B11A747}" dt="2026-01-16T09:05:35.996" v="338" actId="790"/>
          <ac:spMkLst>
            <pc:docMk/>
            <pc:sldMk cId="1550905142" sldId="2147469028"/>
            <ac:spMk id="40" creationId="{8BDBAD64-9C5A-F913-FEB8-3F512B749AE3}"/>
          </ac:spMkLst>
        </pc:spChg>
        <pc:spChg chg="mod">
          <ac:chgData name="Shaurya Verma" userId="a5be8305-a812-43fd-8576-818bdd41eb69" providerId="ADAL" clId="{07FE03CE-FB77-4E04-BBEA-D5E96B11A747}" dt="2026-01-16T09:05:35.996" v="341" actId="790"/>
          <ac:spMkLst>
            <pc:docMk/>
            <pc:sldMk cId="1550905142" sldId="2147469028"/>
            <ac:spMk id="45" creationId="{E8A1C92C-C919-3591-5206-36C5B1644F4E}"/>
          </ac:spMkLst>
        </pc:spChg>
        <pc:spChg chg="mod">
          <ac:chgData name="Shaurya Verma" userId="a5be8305-a812-43fd-8576-818bdd41eb69" providerId="ADAL" clId="{07FE03CE-FB77-4E04-BBEA-D5E96B11A747}" dt="2026-01-16T09:05:36.013" v="342" actId="790"/>
          <ac:spMkLst>
            <pc:docMk/>
            <pc:sldMk cId="1550905142" sldId="2147469028"/>
            <ac:spMk id="48" creationId="{F97AFF9E-89B0-809A-857A-9986D3C95B15}"/>
          </ac:spMkLst>
        </pc:spChg>
        <pc:spChg chg="mod">
          <ac:chgData name="Shaurya Verma" userId="a5be8305-a812-43fd-8576-818bdd41eb69" providerId="ADAL" clId="{07FE03CE-FB77-4E04-BBEA-D5E96B11A747}" dt="2026-01-16T09:06:19.327" v="1692"/>
          <ac:spMkLst>
            <pc:docMk/>
            <pc:sldMk cId="1550905142" sldId="2147469028"/>
            <ac:spMk id="56" creationId="{0F68B0C3-8AF6-9F27-FDBD-6D5C0EC1484B}"/>
          </ac:spMkLst>
        </pc:spChg>
      </pc:sldChg>
      <pc:sldChg chg="modSp mod modNotes">
        <pc:chgData name="Shaurya Verma" userId="a5be8305-a812-43fd-8576-818bdd41eb69" providerId="ADAL" clId="{07FE03CE-FB77-4E04-BBEA-D5E96B11A747}" dt="2026-01-16T09:16:45.167" v="1801"/>
        <pc:sldMkLst>
          <pc:docMk/>
          <pc:sldMk cId="1715170405" sldId="2147469029"/>
        </pc:sldMkLst>
        <pc:spChg chg="mod">
          <ac:chgData name="Shaurya Verma" userId="a5be8305-a812-43fd-8576-818bdd41eb69" providerId="ADAL" clId="{07FE03CE-FB77-4E04-BBEA-D5E96B11A747}" dt="2026-01-16T09:05:37.713" v="740" actId="790"/>
          <ac:spMkLst>
            <pc:docMk/>
            <pc:sldMk cId="1715170405" sldId="2147469029"/>
            <ac:spMk id="3" creationId="{618AFBD8-873C-532D-780B-1BBFE048B34B}"/>
          </ac:spMkLst>
        </pc:spChg>
        <pc:spChg chg="mod">
          <ac:chgData name="Shaurya Verma" userId="a5be8305-a812-43fd-8576-818bdd41eb69" providerId="ADAL" clId="{07FE03CE-FB77-4E04-BBEA-D5E96B11A747}" dt="2026-01-16T09:05:37.865" v="770" actId="790"/>
          <ac:spMkLst>
            <pc:docMk/>
            <pc:sldMk cId="1715170405" sldId="2147469029"/>
            <ac:spMk id="4" creationId="{215AB5EA-7EEB-675B-8088-EF61148E27B7}"/>
          </ac:spMkLst>
        </pc:spChg>
        <pc:spChg chg="mod">
          <ac:chgData name="Shaurya Verma" userId="a5be8305-a812-43fd-8576-818bdd41eb69" providerId="ADAL" clId="{07FE03CE-FB77-4E04-BBEA-D5E96B11A747}" dt="2026-01-16T09:16:45.167" v="1801"/>
          <ac:spMkLst>
            <pc:docMk/>
            <pc:sldMk cId="1715170405" sldId="2147469029"/>
            <ac:spMk id="6" creationId="{BAE7F8D1-077F-153E-EF1D-7211282DEF82}"/>
          </ac:spMkLst>
        </pc:spChg>
        <pc:spChg chg="mod">
          <ac:chgData name="Shaurya Verma" userId="a5be8305-a812-43fd-8576-818bdd41eb69" providerId="ADAL" clId="{07FE03CE-FB77-4E04-BBEA-D5E96B11A747}" dt="2026-01-16T09:05:37.724" v="743" actId="790"/>
          <ac:spMkLst>
            <pc:docMk/>
            <pc:sldMk cId="1715170405" sldId="2147469029"/>
            <ac:spMk id="7" creationId="{8D21CB09-BCBB-5D55-6F98-A6C974764DBF}"/>
          </ac:spMkLst>
        </pc:spChg>
        <pc:spChg chg="mod">
          <ac:chgData name="Shaurya Verma" userId="a5be8305-a812-43fd-8576-818bdd41eb69" providerId="ADAL" clId="{07FE03CE-FB77-4E04-BBEA-D5E96B11A747}" dt="2026-01-16T09:05:37.713" v="739" actId="790"/>
          <ac:spMkLst>
            <pc:docMk/>
            <pc:sldMk cId="1715170405" sldId="2147469029"/>
            <ac:spMk id="9" creationId="{CEEFC2F8-DF3E-A5EC-1BDC-02CC62D4B46F}"/>
          </ac:spMkLst>
        </pc:spChg>
        <pc:spChg chg="mod">
          <ac:chgData name="Shaurya Verma" userId="a5be8305-a812-43fd-8576-818bdd41eb69" providerId="ADAL" clId="{07FE03CE-FB77-4E04-BBEA-D5E96B11A747}" dt="2026-01-16T09:05:37.802" v="755" actId="790"/>
          <ac:spMkLst>
            <pc:docMk/>
            <pc:sldMk cId="1715170405" sldId="2147469029"/>
            <ac:spMk id="17" creationId="{3FBB2531-0FF2-F3B8-90CB-048C7CED8520}"/>
          </ac:spMkLst>
        </pc:spChg>
        <pc:spChg chg="mod">
          <ac:chgData name="Shaurya Verma" userId="a5be8305-a812-43fd-8576-818bdd41eb69" providerId="ADAL" clId="{07FE03CE-FB77-4E04-BBEA-D5E96B11A747}" dt="2026-01-16T09:05:37.834" v="763" actId="790"/>
          <ac:spMkLst>
            <pc:docMk/>
            <pc:sldMk cId="1715170405" sldId="2147469029"/>
            <ac:spMk id="22" creationId="{7C26A31B-35A9-B87E-BD9B-D6D333EFEB6B}"/>
          </ac:spMkLst>
        </pc:spChg>
        <pc:spChg chg="mod">
          <ac:chgData name="Shaurya Verma" userId="a5be8305-a812-43fd-8576-818bdd41eb69" providerId="ADAL" clId="{07FE03CE-FB77-4E04-BBEA-D5E96B11A747}" dt="2026-01-16T09:05:37.841" v="765" actId="790"/>
          <ac:spMkLst>
            <pc:docMk/>
            <pc:sldMk cId="1715170405" sldId="2147469029"/>
            <ac:spMk id="24" creationId="{E3EFB814-7A18-4B08-7C12-5FAC4590F980}"/>
          </ac:spMkLst>
        </pc:spChg>
        <pc:spChg chg="mod">
          <ac:chgData name="Shaurya Verma" userId="a5be8305-a812-43fd-8576-818bdd41eb69" providerId="ADAL" clId="{07FE03CE-FB77-4E04-BBEA-D5E96B11A747}" dt="2026-01-16T09:05:37.843" v="766" actId="790"/>
          <ac:spMkLst>
            <pc:docMk/>
            <pc:sldMk cId="1715170405" sldId="2147469029"/>
            <ac:spMk id="25" creationId="{FA7E23CE-6C12-EFBE-B5A9-A68E41B869A8}"/>
          </ac:spMkLst>
        </pc:spChg>
        <pc:spChg chg="mod">
          <ac:chgData name="Shaurya Verma" userId="a5be8305-a812-43fd-8576-818bdd41eb69" providerId="ADAL" clId="{07FE03CE-FB77-4E04-BBEA-D5E96B11A747}" dt="2026-01-16T09:05:37.859" v="768" actId="790"/>
          <ac:spMkLst>
            <pc:docMk/>
            <pc:sldMk cId="1715170405" sldId="2147469029"/>
            <ac:spMk id="26" creationId="{0AB6A2AB-163F-1571-1BAA-236DB792AEDF}"/>
          </ac:spMkLst>
        </pc:spChg>
        <pc:spChg chg="mod">
          <ac:chgData name="Shaurya Verma" userId="a5be8305-a812-43fd-8576-818bdd41eb69" providerId="ADAL" clId="{07FE03CE-FB77-4E04-BBEA-D5E96B11A747}" dt="2026-01-16T09:05:37.742" v="745" actId="790"/>
          <ac:spMkLst>
            <pc:docMk/>
            <pc:sldMk cId="1715170405" sldId="2147469029"/>
            <ac:spMk id="40" creationId="{8BDBAD64-9C5A-F913-FEB8-3F512B749AE3}"/>
          </ac:spMkLst>
        </pc:spChg>
        <pc:spChg chg="mod">
          <ac:chgData name="Shaurya Verma" userId="a5be8305-a812-43fd-8576-818bdd41eb69" providerId="ADAL" clId="{07FE03CE-FB77-4E04-BBEA-D5E96B11A747}" dt="2026-01-16T09:05:37.745" v="746" actId="790"/>
          <ac:spMkLst>
            <pc:docMk/>
            <pc:sldMk cId="1715170405" sldId="2147469029"/>
            <ac:spMk id="48" creationId="{F97AFF9E-89B0-809A-857A-9986D3C95B15}"/>
          </ac:spMkLst>
        </pc:spChg>
      </pc:sldChg>
      <pc:sldChg chg="modSp mod modNotes">
        <pc:chgData name="Shaurya Verma" userId="a5be8305-a812-43fd-8576-818bdd41eb69" providerId="ADAL" clId="{07FE03CE-FB77-4E04-BBEA-D5E96B11A747}" dt="2026-01-16T09:19:46.263" v="1881"/>
        <pc:sldMkLst>
          <pc:docMk/>
          <pc:sldMk cId="997821928" sldId="2147469032"/>
        </pc:sldMkLst>
        <pc:spChg chg="mod">
          <ac:chgData name="Shaurya Verma" userId="a5be8305-a812-43fd-8576-818bdd41eb69" providerId="ADAL" clId="{07FE03CE-FB77-4E04-BBEA-D5E96B11A747}" dt="2026-01-16T09:05:40.377" v="1389" actId="790"/>
          <ac:spMkLst>
            <pc:docMk/>
            <pc:sldMk cId="997821928" sldId="2147469032"/>
            <ac:spMk id="3" creationId="{618AFBD8-873C-532D-780B-1BBFE048B34B}"/>
          </ac:spMkLst>
        </pc:spChg>
        <pc:spChg chg="mod">
          <ac:chgData name="Shaurya Verma" userId="a5be8305-a812-43fd-8576-818bdd41eb69" providerId="ADAL" clId="{07FE03CE-FB77-4E04-BBEA-D5E96B11A747}" dt="2026-01-16T09:05:40.446" v="1423" actId="790"/>
          <ac:spMkLst>
            <pc:docMk/>
            <pc:sldMk cId="997821928" sldId="2147469032"/>
            <ac:spMk id="4" creationId="{339A6A78-B913-974F-4046-45F30B1F2006}"/>
          </ac:spMkLst>
        </pc:spChg>
        <pc:spChg chg="mod">
          <ac:chgData name="Shaurya Verma" userId="a5be8305-a812-43fd-8576-818bdd41eb69" providerId="ADAL" clId="{07FE03CE-FB77-4E04-BBEA-D5E96B11A747}" dt="2026-01-16T09:19:46.263" v="1881"/>
          <ac:spMkLst>
            <pc:docMk/>
            <pc:sldMk cId="997821928" sldId="2147469032"/>
            <ac:spMk id="6" creationId="{BAE7F8D1-077F-153E-EF1D-7211282DEF82}"/>
          </ac:spMkLst>
        </pc:spChg>
        <pc:spChg chg="mod">
          <ac:chgData name="Shaurya Verma" userId="a5be8305-a812-43fd-8576-818bdd41eb69" providerId="ADAL" clId="{07FE03CE-FB77-4E04-BBEA-D5E96B11A747}" dt="2026-01-16T09:05:40.393" v="1392" actId="790"/>
          <ac:spMkLst>
            <pc:docMk/>
            <pc:sldMk cId="997821928" sldId="2147469032"/>
            <ac:spMk id="7" creationId="{8D21CB09-BCBB-5D55-6F98-A6C974764DBF}"/>
          </ac:spMkLst>
        </pc:spChg>
        <pc:spChg chg="mod">
          <ac:chgData name="Shaurya Verma" userId="a5be8305-a812-43fd-8576-818bdd41eb69" providerId="ADAL" clId="{07FE03CE-FB77-4E04-BBEA-D5E96B11A747}" dt="2026-01-16T09:05:40.377" v="1388" actId="790"/>
          <ac:spMkLst>
            <pc:docMk/>
            <pc:sldMk cId="997821928" sldId="2147469032"/>
            <ac:spMk id="9" creationId="{CEEFC2F8-DF3E-A5EC-1BDC-02CC62D4B46F}"/>
          </ac:spMkLst>
        </pc:spChg>
        <pc:spChg chg="mod">
          <ac:chgData name="Shaurya Verma" userId="a5be8305-a812-43fd-8576-818bdd41eb69" providerId="ADAL" clId="{07FE03CE-FB77-4E04-BBEA-D5E96B11A747}" dt="2026-01-16T09:19:42.997" v="1880" actId="20577"/>
          <ac:spMkLst>
            <pc:docMk/>
            <pc:sldMk cId="997821928" sldId="2147469032"/>
            <ac:spMk id="17" creationId="{3FBB2531-0FF2-F3B8-90CB-048C7CED8520}"/>
          </ac:spMkLst>
        </pc:spChg>
        <pc:spChg chg="mod">
          <ac:chgData name="Shaurya Verma" userId="a5be8305-a812-43fd-8576-818bdd41eb69" providerId="ADAL" clId="{07FE03CE-FB77-4E04-BBEA-D5E96B11A747}" dt="2026-01-16T09:05:40.430" v="1412" actId="790"/>
          <ac:spMkLst>
            <pc:docMk/>
            <pc:sldMk cId="997821928" sldId="2147469032"/>
            <ac:spMk id="22" creationId="{7C26A31B-35A9-B87E-BD9B-D6D333EFEB6B}"/>
          </ac:spMkLst>
        </pc:spChg>
        <pc:spChg chg="mod">
          <ac:chgData name="Shaurya Verma" userId="a5be8305-a812-43fd-8576-818bdd41eb69" providerId="ADAL" clId="{07FE03CE-FB77-4E04-BBEA-D5E96B11A747}" dt="2026-01-16T09:05:40.446" v="1416" actId="790"/>
          <ac:spMkLst>
            <pc:docMk/>
            <pc:sldMk cId="997821928" sldId="2147469032"/>
            <ac:spMk id="24" creationId="{E3EFB814-7A18-4B08-7C12-5FAC4590F980}"/>
          </ac:spMkLst>
        </pc:spChg>
        <pc:spChg chg="mod">
          <ac:chgData name="Shaurya Verma" userId="a5be8305-a812-43fd-8576-818bdd41eb69" providerId="ADAL" clId="{07FE03CE-FB77-4E04-BBEA-D5E96B11A747}" dt="2026-01-16T09:06:19.327" v="1692"/>
          <ac:spMkLst>
            <pc:docMk/>
            <pc:sldMk cId="997821928" sldId="2147469032"/>
            <ac:spMk id="25" creationId="{FA7E23CE-6C12-EFBE-B5A9-A68E41B869A8}"/>
          </ac:spMkLst>
        </pc:spChg>
        <pc:spChg chg="mod">
          <ac:chgData name="Shaurya Verma" userId="a5be8305-a812-43fd-8576-818bdd41eb69" providerId="ADAL" clId="{07FE03CE-FB77-4E04-BBEA-D5E96B11A747}" dt="2026-01-16T09:05:40.446" v="1421" actId="790"/>
          <ac:spMkLst>
            <pc:docMk/>
            <pc:sldMk cId="997821928" sldId="2147469032"/>
            <ac:spMk id="26" creationId="{0AB6A2AB-163F-1571-1BAA-236DB792AEDF}"/>
          </ac:spMkLst>
        </pc:spChg>
        <pc:spChg chg="mod">
          <ac:chgData name="Shaurya Verma" userId="a5be8305-a812-43fd-8576-818bdd41eb69" providerId="ADAL" clId="{07FE03CE-FB77-4E04-BBEA-D5E96B11A747}" dt="2026-01-16T09:05:40.393" v="1394" actId="790"/>
          <ac:spMkLst>
            <pc:docMk/>
            <pc:sldMk cId="997821928" sldId="2147469032"/>
            <ac:spMk id="40" creationId="{8BDBAD64-9C5A-F913-FEB8-3F512B749AE3}"/>
          </ac:spMkLst>
        </pc:spChg>
        <pc:spChg chg="mod">
          <ac:chgData name="Shaurya Verma" userId="a5be8305-a812-43fd-8576-818bdd41eb69" providerId="ADAL" clId="{07FE03CE-FB77-4E04-BBEA-D5E96B11A747}" dt="2026-01-16T09:05:40.393" v="1395" actId="790"/>
          <ac:spMkLst>
            <pc:docMk/>
            <pc:sldMk cId="997821928" sldId="2147469032"/>
            <ac:spMk id="48" creationId="{F97AFF9E-89B0-809A-857A-9986D3C95B15}"/>
          </ac:spMkLst>
        </pc:spChg>
      </pc:sldChg>
      <pc:sldChg chg="modSp mod modNotes">
        <pc:chgData name="Shaurya Verma" userId="a5be8305-a812-43fd-8576-818bdd41eb69" providerId="ADAL" clId="{07FE03CE-FB77-4E04-BBEA-D5E96B11A747}" dt="2026-01-16T09:19:25.628" v="1874"/>
        <pc:sldMkLst>
          <pc:docMk/>
          <pc:sldMk cId="2372810913" sldId="2147469034"/>
        </pc:sldMkLst>
        <pc:spChg chg="mod">
          <ac:chgData name="Shaurya Verma" userId="a5be8305-a812-43fd-8576-818bdd41eb69" providerId="ADAL" clId="{07FE03CE-FB77-4E04-BBEA-D5E96B11A747}" dt="2026-01-16T09:05:40.127" v="1300" actId="790"/>
          <ac:spMkLst>
            <pc:docMk/>
            <pc:sldMk cId="2372810913" sldId="2147469034"/>
            <ac:spMk id="3" creationId="{618AFBD8-873C-532D-780B-1BBFE048B34B}"/>
          </ac:spMkLst>
        </pc:spChg>
        <pc:spChg chg="mod">
          <ac:chgData name="Shaurya Verma" userId="a5be8305-a812-43fd-8576-818bdd41eb69" providerId="ADAL" clId="{07FE03CE-FB77-4E04-BBEA-D5E96B11A747}" dt="2026-01-16T09:05:40.226" v="1332" actId="790"/>
          <ac:spMkLst>
            <pc:docMk/>
            <pc:sldMk cId="2372810913" sldId="2147469034"/>
            <ac:spMk id="4" creationId="{30EFD8B1-65DB-1DD5-6A88-20D09B1957B1}"/>
          </ac:spMkLst>
        </pc:spChg>
        <pc:spChg chg="mod">
          <ac:chgData name="Shaurya Verma" userId="a5be8305-a812-43fd-8576-818bdd41eb69" providerId="ADAL" clId="{07FE03CE-FB77-4E04-BBEA-D5E96B11A747}" dt="2026-01-16T09:19:25.628" v="1874"/>
          <ac:spMkLst>
            <pc:docMk/>
            <pc:sldMk cId="2372810913" sldId="2147469034"/>
            <ac:spMk id="6" creationId="{BAE7F8D1-077F-153E-EF1D-7211282DEF82}"/>
          </ac:spMkLst>
        </pc:spChg>
        <pc:spChg chg="mod">
          <ac:chgData name="Shaurya Verma" userId="a5be8305-a812-43fd-8576-818bdd41eb69" providerId="ADAL" clId="{07FE03CE-FB77-4E04-BBEA-D5E96B11A747}" dt="2026-01-16T09:05:40.130" v="1303" actId="790"/>
          <ac:spMkLst>
            <pc:docMk/>
            <pc:sldMk cId="2372810913" sldId="2147469034"/>
            <ac:spMk id="7" creationId="{8D21CB09-BCBB-5D55-6F98-A6C974764DBF}"/>
          </ac:spMkLst>
        </pc:spChg>
        <pc:spChg chg="mod">
          <ac:chgData name="Shaurya Verma" userId="a5be8305-a812-43fd-8576-818bdd41eb69" providerId="ADAL" clId="{07FE03CE-FB77-4E04-BBEA-D5E96B11A747}" dt="2026-01-16T09:05:40.113" v="1299" actId="790"/>
          <ac:spMkLst>
            <pc:docMk/>
            <pc:sldMk cId="2372810913" sldId="2147469034"/>
            <ac:spMk id="9" creationId="{CEEFC2F8-DF3E-A5EC-1BDC-02CC62D4B46F}"/>
          </ac:spMkLst>
        </pc:spChg>
        <pc:spChg chg="mod">
          <ac:chgData name="Shaurya Verma" userId="a5be8305-a812-43fd-8576-818bdd41eb69" providerId="ADAL" clId="{07FE03CE-FB77-4E04-BBEA-D5E96B11A747}" dt="2026-01-16T09:05:40.168" v="1315" actId="790"/>
          <ac:spMkLst>
            <pc:docMk/>
            <pc:sldMk cId="2372810913" sldId="2147469034"/>
            <ac:spMk id="17" creationId="{3FBB2531-0FF2-F3B8-90CB-048C7CED8520}"/>
          </ac:spMkLst>
        </pc:spChg>
        <pc:spChg chg="mod">
          <ac:chgData name="Shaurya Verma" userId="a5be8305-a812-43fd-8576-818bdd41eb69" providerId="ADAL" clId="{07FE03CE-FB77-4E04-BBEA-D5E96B11A747}" dt="2026-01-16T09:05:40.196" v="1325" actId="790"/>
          <ac:spMkLst>
            <pc:docMk/>
            <pc:sldMk cId="2372810913" sldId="2147469034"/>
            <ac:spMk id="22" creationId="{7C26A31B-35A9-B87E-BD9B-D6D333EFEB6B}"/>
          </ac:spMkLst>
        </pc:spChg>
        <pc:spChg chg="mod">
          <ac:chgData name="Shaurya Verma" userId="a5be8305-a812-43fd-8576-818bdd41eb69" providerId="ADAL" clId="{07FE03CE-FB77-4E04-BBEA-D5E96B11A747}" dt="2026-01-16T09:05:40.198" v="1326" actId="790"/>
          <ac:spMkLst>
            <pc:docMk/>
            <pc:sldMk cId="2372810913" sldId="2147469034"/>
            <ac:spMk id="24" creationId="{42AEB67B-A9FB-8741-DCBB-B274280CF306}"/>
          </ac:spMkLst>
        </pc:spChg>
        <pc:spChg chg="mod">
          <ac:chgData name="Shaurya Verma" userId="a5be8305-a812-43fd-8576-818bdd41eb69" providerId="ADAL" clId="{07FE03CE-FB77-4E04-BBEA-D5E96B11A747}" dt="2026-01-16T09:05:40.219" v="1330" actId="790"/>
          <ac:spMkLst>
            <pc:docMk/>
            <pc:sldMk cId="2372810913" sldId="2147469034"/>
            <ac:spMk id="26" creationId="{C169A4EF-1044-9BA3-624C-88406B14CE5D}"/>
          </ac:spMkLst>
        </pc:spChg>
        <pc:spChg chg="mod">
          <ac:chgData name="Shaurya Verma" userId="a5be8305-a812-43fd-8576-818bdd41eb69" providerId="ADAL" clId="{07FE03CE-FB77-4E04-BBEA-D5E96B11A747}" dt="2026-01-16T09:05:40.130" v="1305" actId="790"/>
          <ac:spMkLst>
            <pc:docMk/>
            <pc:sldMk cId="2372810913" sldId="2147469034"/>
            <ac:spMk id="40" creationId="{8BDBAD64-9C5A-F913-FEB8-3F512B749AE3}"/>
          </ac:spMkLst>
        </pc:spChg>
        <pc:spChg chg="mod">
          <ac:chgData name="Shaurya Verma" userId="a5be8305-a812-43fd-8576-818bdd41eb69" providerId="ADAL" clId="{07FE03CE-FB77-4E04-BBEA-D5E96B11A747}" dt="2026-01-16T09:05:40.130" v="1307" actId="790"/>
          <ac:spMkLst>
            <pc:docMk/>
            <pc:sldMk cId="2372810913" sldId="2147469034"/>
            <ac:spMk id="45" creationId="{E8A1C92C-C919-3591-5206-36C5B1644F4E}"/>
          </ac:spMkLst>
        </pc:spChg>
        <pc:spChg chg="mod">
          <ac:chgData name="Shaurya Verma" userId="a5be8305-a812-43fd-8576-818bdd41eb69" providerId="ADAL" clId="{07FE03CE-FB77-4E04-BBEA-D5E96B11A747}" dt="2026-01-16T09:05:40.130" v="1308" actId="790"/>
          <ac:spMkLst>
            <pc:docMk/>
            <pc:sldMk cId="2372810913" sldId="2147469034"/>
            <ac:spMk id="48" creationId="{F97AFF9E-89B0-809A-857A-9986D3C95B15}"/>
          </ac:spMkLst>
        </pc:spChg>
      </pc:sldChg>
      <pc:sldChg chg="modSp mod modNotes">
        <pc:chgData name="Shaurya Verma" userId="a5be8305-a812-43fd-8576-818bdd41eb69" providerId="ADAL" clId="{07FE03CE-FB77-4E04-BBEA-D5E96B11A747}" dt="2026-01-16T09:05:40.112" v="1297" actId="790"/>
        <pc:sldMkLst>
          <pc:docMk/>
          <pc:sldMk cId="469012555" sldId="2147469035"/>
        </pc:sldMkLst>
        <pc:spChg chg="mod">
          <ac:chgData name="Shaurya Verma" userId="a5be8305-a812-43fd-8576-818bdd41eb69" providerId="ADAL" clId="{07FE03CE-FB77-4E04-BBEA-D5E96B11A747}" dt="2026-01-16T09:05:39.996" v="1249" actId="790"/>
          <ac:spMkLst>
            <pc:docMk/>
            <pc:sldMk cId="469012555" sldId="2147469035"/>
            <ac:spMk id="3" creationId="{618AFBD8-873C-532D-780B-1BBFE048B34B}"/>
          </ac:spMkLst>
        </pc:spChg>
        <pc:spChg chg="mod">
          <ac:chgData name="Shaurya Verma" userId="a5be8305-a812-43fd-8576-818bdd41eb69" providerId="ADAL" clId="{07FE03CE-FB77-4E04-BBEA-D5E96B11A747}" dt="2026-01-16T09:05:40.109" v="1296" actId="790"/>
          <ac:spMkLst>
            <pc:docMk/>
            <pc:sldMk cId="469012555" sldId="2147469035"/>
            <ac:spMk id="4" creationId="{2C737266-C99C-51E1-8FC1-DBA6E125311F}"/>
          </ac:spMkLst>
        </pc:spChg>
        <pc:spChg chg="mod">
          <ac:chgData name="Shaurya Verma" userId="a5be8305-a812-43fd-8576-818bdd41eb69" providerId="ADAL" clId="{07FE03CE-FB77-4E04-BBEA-D5E96B11A747}" dt="2026-01-16T09:05:40.102" v="1291" actId="790"/>
          <ac:spMkLst>
            <pc:docMk/>
            <pc:sldMk cId="469012555" sldId="2147469035"/>
            <ac:spMk id="6" creationId="{BAE7F8D1-077F-153E-EF1D-7211282DEF82}"/>
          </ac:spMkLst>
        </pc:spChg>
        <pc:spChg chg="mod">
          <ac:chgData name="Shaurya Verma" userId="a5be8305-a812-43fd-8576-818bdd41eb69" providerId="ADAL" clId="{07FE03CE-FB77-4E04-BBEA-D5E96B11A747}" dt="2026-01-16T09:05:39.996" v="1252" actId="790"/>
          <ac:spMkLst>
            <pc:docMk/>
            <pc:sldMk cId="469012555" sldId="2147469035"/>
            <ac:spMk id="7" creationId="{8D21CB09-BCBB-5D55-6F98-A6C974764DBF}"/>
          </ac:spMkLst>
        </pc:spChg>
        <pc:spChg chg="mod">
          <ac:chgData name="Shaurya Verma" userId="a5be8305-a812-43fd-8576-818bdd41eb69" providerId="ADAL" clId="{07FE03CE-FB77-4E04-BBEA-D5E96B11A747}" dt="2026-01-16T09:05:39.996" v="1254" actId="790"/>
          <ac:spMkLst>
            <pc:docMk/>
            <pc:sldMk cId="469012555" sldId="2147469035"/>
            <ac:spMk id="8" creationId="{BFD1BC16-73DD-8E24-5BC2-456B5C1402D3}"/>
          </ac:spMkLst>
        </pc:spChg>
        <pc:spChg chg="mod">
          <ac:chgData name="Shaurya Verma" userId="a5be8305-a812-43fd-8576-818bdd41eb69" providerId="ADAL" clId="{07FE03CE-FB77-4E04-BBEA-D5E96B11A747}" dt="2026-01-16T09:05:39.978" v="1248" actId="790"/>
          <ac:spMkLst>
            <pc:docMk/>
            <pc:sldMk cId="469012555" sldId="2147469035"/>
            <ac:spMk id="9" creationId="{CEEFC2F8-DF3E-A5EC-1BDC-02CC62D4B46F}"/>
          </ac:spMkLst>
        </pc:spChg>
        <pc:spChg chg="mod">
          <ac:chgData name="Shaurya Verma" userId="a5be8305-a812-43fd-8576-818bdd41eb69" providerId="ADAL" clId="{07FE03CE-FB77-4E04-BBEA-D5E96B11A747}" dt="2026-01-16T09:05:40.080" v="1281" actId="790"/>
          <ac:spMkLst>
            <pc:docMk/>
            <pc:sldMk cId="469012555" sldId="2147469035"/>
            <ac:spMk id="17" creationId="{3FBB2531-0FF2-F3B8-90CB-048C7CED8520}"/>
          </ac:spMkLst>
        </pc:spChg>
        <pc:spChg chg="mod">
          <ac:chgData name="Shaurya Verma" userId="a5be8305-a812-43fd-8576-818bdd41eb69" providerId="ADAL" clId="{07FE03CE-FB77-4E04-BBEA-D5E96B11A747}" dt="2026-01-16T09:05:40.107" v="1294" actId="790"/>
          <ac:spMkLst>
            <pc:docMk/>
            <pc:sldMk cId="469012555" sldId="2147469035"/>
            <ac:spMk id="22" creationId="{7C26A31B-35A9-B87E-BD9B-D6D333EFEB6B}"/>
          </ac:spMkLst>
        </pc:spChg>
        <pc:spChg chg="mod">
          <ac:chgData name="Shaurya Verma" userId="a5be8305-a812-43fd-8576-818bdd41eb69" providerId="ADAL" clId="{07FE03CE-FB77-4E04-BBEA-D5E96B11A747}" dt="2026-01-16T09:05:39.996" v="1256" actId="790"/>
          <ac:spMkLst>
            <pc:docMk/>
            <pc:sldMk cId="469012555" sldId="2147469035"/>
            <ac:spMk id="40" creationId="{8BDBAD64-9C5A-F913-FEB8-3F512B749AE3}"/>
          </ac:spMkLst>
        </pc:spChg>
        <pc:spChg chg="mod">
          <ac:chgData name="Shaurya Verma" userId="a5be8305-a812-43fd-8576-818bdd41eb69" providerId="ADAL" clId="{07FE03CE-FB77-4E04-BBEA-D5E96B11A747}" dt="2026-01-16T09:05:40.013" v="1258" actId="790"/>
          <ac:spMkLst>
            <pc:docMk/>
            <pc:sldMk cId="469012555" sldId="2147469035"/>
            <ac:spMk id="45" creationId="{E8A1C92C-C919-3591-5206-36C5B1644F4E}"/>
          </ac:spMkLst>
        </pc:spChg>
        <pc:spChg chg="mod">
          <ac:chgData name="Shaurya Verma" userId="a5be8305-a812-43fd-8576-818bdd41eb69" providerId="ADAL" clId="{07FE03CE-FB77-4E04-BBEA-D5E96B11A747}" dt="2026-01-16T09:05:40.013" v="1259" actId="790"/>
          <ac:spMkLst>
            <pc:docMk/>
            <pc:sldMk cId="469012555" sldId="2147469035"/>
            <ac:spMk id="48" creationId="{F97AFF9E-89B0-809A-857A-9986D3C95B15}"/>
          </ac:spMkLst>
        </pc:spChg>
        <pc:spChg chg="mod">
          <ac:chgData name="Shaurya Verma" userId="a5be8305-a812-43fd-8576-818bdd41eb69" providerId="ADAL" clId="{07FE03CE-FB77-4E04-BBEA-D5E96B11A747}" dt="2026-01-16T09:05:40.029" v="1265" actId="790"/>
          <ac:spMkLst>
            <pc:docMk/>
            <pc:sldMk cId="469012555" sldId="2147469035"/>
            <ac:spMk id="56" creationId="{0F68B0C3-8AF6-9F27-FDBD-6D5C0EC1484B}"/>
          </ac:spMkLst>
        </pc:spChg>
      </pc:sldChg>
      <pc:sldChg chg="modSp mod modNotes">
        <pc:chgData name="Shaurya Verma" userId="a5be8305-a812-43fd-8576-818bdd41eb69" providerId="ADAL" clId="{07FE03CE-FB77-4E04-BBEA-D5E96B11A747}" dt="2026-01-16T09:16:54.171" v="1802"/>
        <pc:sldMkLst>
          <pc:docMk/>
          <pc:sldMk cId="2574007353" sldId="2147469039"/>
        </pc:sldMkLst>
        <pc:spChg chg="mod">
          <ac:chgData name="Shaurya Verma" userId="a5be8305-a812-43fd-8576-818bdd41eb69" providerId="ADAL" clId="{07FE03CE-FB77-4E04-BBEA-D5E96B11A747}" dt="2026-01-16T09:05:37.888" v="775" actId="790"/>
          <ac:spMkLst>
            <pc:docMk/>
            <pc:sldMk cId="2574007353" sldId="2147469039"/>
            <ac:spMk id="3" creationId="{618AFBD8-873C-532D-780B-1BBFE048B34B}"/>
          </ac:spMkLst>
        </pc:spChg>
        <pc:spChg chg="mod">
          <ac:chgData name="Shaurya Verma" userId="a5be8305-a812-43fd-8576-818bdd41eb69" providerId="ADAL" clId="{07FE03CE-FB77-4E04-BBEA-D5E96B11A747}" dt="2026-01-16T09:05:37.978" v="804" actId="790"/>
          <ac:spMkLst>
            <pc:docMk/>
            <pc:sldMk cId="2574007353" sldId="2147469039"/>
            <ac:spMk id="4" creationId="{0078A1D3-96D8-F470-8FBE-62EA0CA82FB9}"/>
          </ac:spMkLst>
        </pc:spChg>
        <pc:spChg chg="mod">
          <ac:chgData name="Shaurya Verma" userId="a5be8305-a812-43fd-8576-818bdd41eb69" providerId="ADAL" clId="{07FE03CE-FB77-4E04-BBEA-D5E96B11A747}" dt="2026-01-16T09:16:54.171" v="1802"/>
          <ac:spMkLst>
            <pc:docMk/>
            <pc:sldMk cId="2574007353" sldId="2147469039"/>
            <ac:spMk id="6" creationId="{BAE7F8D1-077F-153E-EF1D-7211282DEF82}"/>
          </ac:spMkLst>
        </pc:spChg>
        <pc:spChg chg="mod">
          <ac:chgData name="Shaurya Verma" userId="a5be8305-a812-43fd-8576-818bdd41eb69" providerId="ADAL" clId="{07FE03CE-FB77-4E04-BBEA-D5E96B11A747}" dt="2026-01-16T09:05:37.894" v="778" actId="790"/>
          <ac:spMkLst>
            <pc:docMk/>
            <pc:sldMk cId="2574007353" sldId="2147469039"/>
            <ac:spMk id="7" creationId="{8D21CB09-BCBB-5D55-6F98-A6C974764DBF}"/>
          </ac:spMkLst>
        </pc:spChg>
        <pc:spChg chg="mod">
          <ac:chgData name="Shaurya Verma" userId="a5be8305-a812-43fd-8576-818bdd41eb69" providerId="ADAL" clId="{07FE03CE-FB77-4E04-BBEA-D5E96B11A747}" dt="2026-01-16T09:05:37.885" v="774" actId="790"/>
          <ac:spMkLst>
            <pc:docMk/>
            <pc:sldMk cId="2574007353" sldId="2147469039"/>
            <ac:spMk id="9" creationId="{CEEFC2F8-DF3E-A5EC-1BDC-02CC62D4B46F}"/>
          </ac:spMkLst>
        </pc:spChg>
        <pc:spChg chg="mod">
          <ac:chgData name="Shaurya Verma" userId="a5be8305-a812-43fd-8576-818bdd41eb69" providerId="ADAL" clId="{07FE03CE-FB77-4E04-BBEA-D5E96B11A747}" dt="2026-01-16T09:05:37.926" v="790" actId="790"/>
          <ac:spMkLst>
            <pc:docMk/>
            <pc:sldMk cId="2574007353" sldId="2147469039"/>
            <ac:spMk id="17" creationId="{3FBB2531-0FF2-F3B8-90CB-048C7CED8520}"/>
          </ac:spMkLst>
        </pc:spChg>
        <pc:spChg chg="mod">
          <ac:chgData name="Shaurya Verma" userId="a5be8305-a812-43fd-8576-818bdd41eb69" providerId="ADAL" clId="{07FE03CE-FB77-4E04-BBEA-D5E96B11A747}" dt="2026-01-16T09:05:37.960" v="798" actId="790"/>
          <ac:spMkLst>
            <pc:docMk/>
            <pc:sldMk cId="2574007353" sldId="2147469039"/>
            <ac:spMk id="22" creationId="{7C26A31B-35A9-B87E-BD9B-D6D333EFEB6B}"/>
          </ac:spMkLst>
        </pc:spChg>
        <pc:spChg chg="mod">
          <ac:chgData name="Shaurya Verma" userId="a5be8305-a812-43fd-8576-818bdd41eb69" providerId="ADAL" clId="{07FE03CE-FB77-4E04-BBEA-D5E96B11A747}" dt="2026-01-16T09:05:37.965" v="800" actId="790"/>
          <ac:spMkLst>
            <pc:docMk/>
            <pc:sldMk cId="2574007353" sldId="2147469039"/>
            <ac:spMk id="24" creationId="{42AEB67B-A9FB-8741-DCBB-B274280CF306}"/>
          </ac:spMkLst>
        </pc:spChg>
        <pc:spChg chg="mod">
          <ac:chgData name="Shaurya Verma" userId="a5be8305-a812-43fd-8576-818bdd41eb69" providerId="ADAL" clId="{07FE03CE-FB77-4E04-BBEA-D5E96B11A747}" dt="2026-01-16T09:06:19.327" v="1692"/>
          <ac:spMkLst>
            <pc:docMk/>
            <pc:sldMk cId="2574007353" sldId="2147469039"/>
            <ac:spMk id="26" creationId="{C169A4EF-1044-9BA3-624C-88406B14CE5D}"/>
          </ac:spMkLst>
        </pc:spChg>
        <pc:spChg chg="mod">
          <ac:chgData name="Shaurya Verma" userId="a5be8305-a812-43fd-8576-818bdd41eb69" providerId="ADAL" clId="{07FE03CE-FB77-4E04-BBEA-D5E96B11A747}" dt="2026-01-16T09:05:37.895" v="781" actId="790"/>
          <ac:spMkLst>
            <pc:docMk/>
            <pc:sldMk cId="2574007353" sldId="2147469039"/>
            <ac:spMk id="40" creationId="{8BDBAD64-9C5A-F913-FEB8-3F512B749AE3}"/>
          </ac:spMkLst>
        </pc:spChg>
        <pc:spChg chg="mod">
          <ac:chgData name="Shaurya Verma" userId="a5be8305-a812-43fd-8576-818bdd41eb69" providerId="ADAL" clId="{07FE03CE-FB77-4E04-BBEA-D5E96B11A747}" dt="2026-01-16T09:05:37.910" v="783" actId="790"/>
          <ac:spMkLst>
            <pc:docMk/>
            <pc:sldMk cId="2574007353" sldId="2147469039"/>
            <ac:spMk id="45" creationId="{E8A1C92C-C919-3591-5206-36C5B1644F4E}"/>
          </ac:spMkLst>
        </pc:spChg>
        <pc:spChg chg="mod">
          <ac:chgData name="Shaurya Verma" userId="a5be8305-a812-43fd-8576-818bdd41eb69" providerId="ADAL" clId="{07FE03CE-FB77-4E04-BBEA-D5E96B11A747}" dt="2026-01-16T09:05:37.910" v="784" actId="790"/>
          <ac:spMkLst>
            <pc:docMk/>
            <pc:sldMk cId="2574007353" sldId="2147469039"/>
            <ac:spMk id="48" creationId="{F97AFF9E-89B0-809A-857A-9986D3C95B15}"/>
          </ac:spMkLst>
        </pc:spChg>
      </pc:sldChg>
      <pc:sldChg chg="modSp mod modNotes">
        <pc:chgData name="Shaurya Verma" userId="a5be8305-a812-43fd-8576-818bdd41eb69" providerId="ADAL" clId="{07FE03CE-FB77-4E04-BBEA-D5E96B11A747}" dt="2026-01-16T09:17:08.121" v="1804"/>
        <pc:sldMkLst>
          <pc:docMk/>
          <pc:sldMk cId="913947888" sldId="2147469040"/>
        </pc:sldMkLst>
        <pc:spChg chg="mod">
          <ac:chgData name="Shaurya Verma" userId="a5be8305-a812-43fd-8576-818bdd41eb69" providerId="ADAL" clId="{07FE03CE-FB77-4E04-BBEA-D5E96B11A747}" dt="2026-01-16T09:05:38.381" v="856" actId="790"/>
          <ac:spMkLst>
            <pc:docMk/>
            <pc:sldMk cId="913947888" sldId="2147469040"/>
            <ac:spMk id="3" creationId="{618AFBD8-873C-532D-780B-1BBFE048B34B}"/>
          </ac:spMkLst>
        </pc:spChg>
        <pc:spChg chg="mod">
          <ac:chgData name="Shaurya Verma" userId="a5be8305-a812-43fd-8576-818bdd41eb69" providerId="ADAL" clId="{07FE03CE-FB77-4E04-BBEA-D5E96B11A747}" dt="2026-01-16T09:05:38.527" v="886" actId="790"/>
          <ac:spMkLst>
            <pc:docMk/>
            <pc:sldMk cId="913947888" sldId="2147469040"/>
            <ac:spMk id="4" creationId="{CDEF49C7-7CCF-3996-5843-9A5F5335FE42}"/>
          </ac:spMkLst>
        </pc:spChg>
        <pc:spChg chg="mod">
          <ac:chgData name="Shaurya Verma" userId="a5be8305-a812-43fd-8576-818bdd41eb69" providerId="ADAL" clId="{07FE03CE-FB77-4E04-BBEA-D5E96B11A747}" dt="2026-01-16T09:17:08.121" v="1804"/>
          <ac:spMkLst>
            <pc:docMk/>
            <pc:sldMk cId="913947888" sldId="2147469040"/>
            <ac:spMk id="6" creationId="{BAE7F8D1-077F-153E-EF1D-7211282DEF82}"/>
          </ac:spMkLst>
        </pc:spChg>
        <pc:spChg chg="mod">
          <ac:chgData name="Shaurya Verma" userId="a5be8305-a812-43fd-8576-818bdd41eb69" providerId="ADAL" clId="{07FE03CE-FB77-4E04-BBEA-D5E96B11A747}" dt="2026-01-16T09:05:38.392" v="859" actId="790"/>
          <ac:spMkLst>
            <pc:docMk/>
            <pc:sldMk cId="913947888" sldId="2147469040"/>
            <ac:spMk id="7" creationId="{8D21CB09-BCBB-5D55-6F98-A6C974764DBF}"/>
          </ac:spMkLst>
        </pc:spChg>
        <pc:spChg chg="mod">
          <ac:chgData name="Shaurya Verma" userId="a5be8305-a812-43fd-8576-818bdd41eb69" providerId="ADAL" clId="{07FE03CE-FB77-4E04-BBEA-D5E96B11A747}" dt="2026-01-16T09:05:38.376" v="855" actId="790"/>
          <ac:spMkLst>
            <pc:docMk/>
            <pc:sldMk cId="913947888" sldId="2147469040"/>
            <ac:spMk id="9" creationId="{CEEFC2F8-DF3E-A5EC-1BDC-02CC62D4B46F}"/>
          </ac:spMkLst>
        </pc:spChg>
        <pc:spChg chg="mod">
          <ac:chgData name="Shaurya Verma" userId="a5be8305-a812-43fd-8576-818bdd41eb69" providerId="ADAL" clId="{07FE03CE-FB77-4E04-BBEA-D5E96B11A747}" dt="2026-01-16T09:05:38.464" v="870" actId="790"/>
          <ac:spMkLst>
            <pc:docMk/>
            <pc:sldMk cId="913947888" sldId="2147469040"/>
            <ac:spMk id="17" creationId="{3FBB2531-0FF2-F3B8-90CB-048C7CED8520}"/>
          </ac:spMkLst>
        </pc:spChg>
        <pc:spChg chg="mod">
          <ac:chgData name="Shaurya Verma" userId="a5be8305-a812-43fd-8576-818bdd41eb69" providerId="ADAL" clId="{07FE03CE-FB77-4E04-BBEA-D5E96B11A747}" dt="2026-01-16T09:05:38.496" v="878" actId="790"/>
          <ac:spMkLst>
            <pc:docMk/>
            <pc:sldMk cId="913947888" sldId="2147469040"/>
            <ac:spMk id="22" creationId="{7C26A31B-35A9-B87E-BD9B-D6D333EFEB6B}"/>
          </ac:spMkLst>
        </pc:spChg>
        <pc:spChg chg="mod">
          <ac:chgData name="Shaurya Verma" userId="a5be8305-a812-43fd-8576-818bdd41eb69" providerId="ADAL" clId="{07FE03CE-FB77-4E04-BBEA-D5E96B11A747}" dt="2026-01-16T09:05:38.512" v="880" actId="790"/>
          <ac:spMkLst>
            <pc:docMk/>
            <pc:sldMk cId="913947888" sldId="2147469040"/>
            <ac:spMk id="24" creationId="{E3EFB814-7A18-4B08-7C12-5FAC4590F980}"/>
          </ac:spMkLst>
        </pc:spChg>
        <pc:spChg chg="mod">
          <ac:chgData name="Shaurya Verma" userId="a5be8305-a812-43fd-8576-818bdd41eb69" providerId="ADAL" clId="{07FE03CE-FB77-4E04-BBEA-D5E96B11A747}" dt="2026-01-16T09:05:38.512" v="882" actId="790"/>
          <ac:spMkLst>
            <pc:docMk/>
            <pc:sldMk cId="913947888" sldId="2147469040"/>
            <ac:spMk id="25" creationId="{FA7E23CE-6C12-EFBE-B5A9-A68E41B869A8}"/>
          </ac:spMkLst>
        </pc:spChg>
        <pc:spChg chg="mod">
          <ac:chgData name="Shaurya Verma" userId="a5be8305-a812-43fd-8576-818bdd41eb69" providerId="ADAL" clId="{07FE03CE-FB77-4E04-BBEA-D5E96B11A747}" dt="2026-01-16T09:05:38.527" v="884" actId="790"/>
          <ac:spMkLst>
            <pc:docMk/>
            <pc:sldMk cId="913947888" sldId="2147469040"/>
            <ac:spMk id="26" creationId="{0AB6A2AB-163F-1571-1BAA-236DB792AEDF}"/>
          </ac:spMkLst>
        </pc:spChg>
        <pc:spChg chg="mod">
          <ac:chgData name="Shaurya Verma" userId="a5be8305-a812-43fd-8576-818bdd41eb69" providerId="ADAL" clId="{07FE03CE-FB77-4E04-BBEA-D5E96B11A747}" dt="2026-01-16T09:05:38.406" v="861" actId="790"/>
          <ac:spMkLst>
            <pc:docMk/>
            <pc:sldMk cId="913947888" sldId="2147469040"/>
            <ac:spMk id="40" creationId="{8BDBAD64-9C5A-F913-FEB8-3F512B749AE3}"/>
          </ac:spMkLst>
        </pc:spChg>
        <pc:spChg chg="mod">
          <ac:chgData name="Shaurya Verma" userId="a5be8305-a812-43fd-8576-818bdd41eb69" providerId="ADAL" clId="{07FE03CE-FB77-4E04-BBEA-D5E96B11A747}" dt="2026-01-16T09:05:38.419" v="862" actId="790"/>
          <ac:spMkLst>
            <pc:docMk/>
            <pc:sldMk cId="913947888" sldId="2147469040"/>
            <ac:spMk id="48" creationId="{F97AFF9E-89B0-809A-857A-9986D3C95B15}"/>
          </ac:spMkLst>
        </pc:spChg>
      </pc:sldChg>
      <pc:sldChg chg="modSp mod modNotes">
        <pc:chgData name="Shaurya Verma" userId="a5be8305-a812-43fd-8576-818bdd41eb69" providerId="ADAL" clId="{07FE03CE-FB77-4E04-BBEA-D5E96B11A747}" dt="2026-01-16T09:20:25.002" v="1890"/>
        <pc:sldMkLst>
          <pc:docMk/>
          <pc:sldMk cId="3440054563" sldId="2147469045"/>
        </pc:sldMkLst>
        <pc:spChg chg="mod">
          <ac:chgData name="Shaurya Verma" userId="a5be8305-a812-43fd-8576-818bdd41eb69" providerId="ADAL" clId="{07FE03CE-FB77-4E04-BBEA-D5E96B11A747}" dt="2026-01-16T09:05:40.716" v="1519" actId="790"/>
          <ac:spMkLst>
            <pc:docMk/>
            <pc:sldMk cId="3440054563" sldId="2147469045"/>
            <ac:spMk id="3" creationId="{618AFBD8-873C-532D-780B-1BBFE048B34B}"/>
          </ac:spMkLst>
        </pc:spChg>
        <pc:spChg chg="mod">
          <ac:chgData name="Shaurya Verma" userId="a5be8305-a812-43fd-8576-818bdd41eb69" providerId="ADAL" clId="{07FE03CE-FB77-4E04-BBEA-D5E96B11A747}" dt="2026-01-16T09:05:40.784" v="1553" actId="790"/>
          <ac:spMkLst>
            <pc:docMk/>
            <pc:sldMk cId="3440054563" sldId="2147469045"/>
            <ac:spMk id="4" creationId="{BA8F1634-EB9E-24FC-D5F3-040AB8D1EFC5}"/>
          </ac:spMkLst>
        </pc:spChg>
        <pc:spChg chg="mod">
          <ac:chgData name="Shaurya Verma" userId="a5be8305-a812-43fd-8576-818bdd41eb69" providerId="ADAL" clId="{07FE03CE-FB77-4E04-BBEA-D5E96B11A747}" dt="2026-01-16T09:20:25.002" v="1890"/>
          <ac:spMkLst>
            <pc:docMk/>
            <pc:sldMk cId="3440054563" sldId="2147469045"/>
            <ac:spMk id="6" creationId="{BAE7F8D1-077F-153E-EF1D-7211282DEF82}"/>
          </ac:spMkLst>
        </pc:spChg>
        <pc:spChg chg="mod">
          <ac:chgData name="Shaurya Verma" userId="a5be8305-a812-43fd-8576-818bdd41eb69" providerId="ADAL" clId="{07FE03CE-FB77-4E04-BBEA-D5E96B11A747}" dt="2026-01-16T09:05:40.720" v="1522" actId="790"/>
          <ac:spMkLst>
            <pc:docMk/>
            <pc:sldMk cId="3440054563" sldId="2147469045"/>
            <ac:spMk id="7" creationId="{8D21CB09-BCBB-5D55-6F98-A6C974764DBF}"/>
          </ac:spMkLst>
        </pc:spChg>
        <pc:spChg chg="mod">
          <ac:chgData name="Shaurya Verma" userId="a5be8305-a812-43fd-8576-818bdd41eb69" providerId="ADAL" clId="{07FE03CE-FB77-4E04-BBEA-D5E96B11A747}" dt="2026-01-16T09:05:40.779" v="1551" actId="790"/>
          <ac:spMkLst>
            <pc:docMk/>
            <pc:sldMk cId="3440054563" sldId="2147469045"/>
            <ac:spMk id="8" creationId="{849D6025-FCD3-D771-4FFF-A5921341AA38}"/>
          </ac:spMkLst>
        </pc:spChg>
        <pc:spChg chg="mod">
          <ac:chgData name="Shaurya Verma" userId="a5be8305-a812-43fd-8576-818bdd41eb69" providerId="ADAL" clId="{07FE03CE-FB77-4E04-BBEA-D5E96B11A747}" dt="2026-01-16T09:05:40.714" v="1518" actId="790"/>
          <ac:spMkLst>
            <pc:docMk/>
            <pc:sldMk cId="3440054563" sldId="2147469045"/>
            <ac:spMk id="9" creationId="{CEEFC2F8-DF3E-A5EC-1BDC-02CC62D4B46F}"/>
          </ac:spMkLst>
        </pc:spChg>
        <pc:spChg chg="mod">
          <ac:chgData name="Shaurya Verma" userId="a5be8305-a812-43fd-8576-818bdd41eb69" providerId="ADAL" clId="{07FE03CE-FB77-4E04-BBEA-D5E96B11A747}" dt="2026-01-16T09:05:40.738" v="1529" actId="790"/>
          <ac:spMkLst>
            <pc:docMk/>
            <pc:sldMk cId="3440054563" sldId="2147469045"/>
            <ac:spMk id="17" creationId="{3FBB2531-0FF2-F3B8-90CB-048C7CED8520}"/>
          </ac:spMkLst>
        </pc:spChg>
        <pc:spChg chg="mod">
          <ac:chgData name="Shaurya Verma" userId="a5be8305-a812-43fd-8576-818bdd41eb69" providerId="ADAL" clId="{07FE03CE-FB77-4E04-BBEA-D5E96B11A747}" dt="2026-01-16T09:05:40.763" v="1543" actId="790"/>
          <ac:spMkLst>
            <pc:docMk/>
            <pc:sldMk cId="3440054563" sldId="2147469045"/>
            <ac:spMk id="22" creationId="{7C26A31B-35A9-B87E-BD9B-D6D333EFEB6B}"/>
          </ac:spMkLst>
        </pc:spChg>
        <pc:spChg chg="mod">
          <ac:chgData name="Shaurya Verma" userId="a5be8305-a812-43fd-8576-818bdd41eb69" providerId="ADAL" clId="{07FE03CE-FB77-4E04-BBEA-D5E96B11A747}" dt="2026-01-16T09:06:19.327" v="1692"/>
          <ac:spMkLst>
            <pc:docMk/>
            <pc:sldMk cId="3440054563" sldId="2147469045"/>
            <ac:spMk id="24" creationId="{E3EFB814-7A18-4B08-7C12-5FAC4590F980}"/>
          </ac:spMkLst>
        </pc:spChg>
        <pc:spChg chg="mod">
          <ac:chgData name="Shaurya Verma" userId="a5be8305-a812-43fd-8576-818bdd41eb69" providerId="ADAL" clId="{07FE03CE-FB77-4E04-BBEA-D5E96B11A747}" dt="2026-01-16T09:05:40.769" v="1550" actId="790"/>
          <ac:spMkLst>
            <pc:docMk/>
            <pc:sldMk cId="3440054563" sldId="2147469045"/>
            <ac:spMk id="26" creationId="{0AB6A2AB-163F-1571-1BAA-236DB792AEDF}"/>
          </ac:spMkLst>
        </pc:spChg>
        <pc:spChg chg="mod">
          <ac:chgData name="Shaurya Verma" userId="a5be8305-a812-43fd-8576-818bdd41eb69" providerId="ADAL" clId="{07FE03CE-FB77-4E04-BBEA-D5E96B11A747}" dt="2026-01-16T09:05:40.724" v="1524" actId="790"/>
          <ac:spMkLst>
            <pc:docMk/>
            <pc:sldMk cId="3440054563" sldId="2147469045"/>
            <ac:spMk id="40" creationId="{8BDBAD64-9C5A-F913-FEB8-3F512B749AE3}"/>
          </ac:spMkLst>
        </pc:spChg>
        <pc:spChg chg="mod">
          <ac:chgData name="Shaurya Verma" userId="a5be8305-a812-43fd-8576-818bdd41eb69" providerId="ADAL" clId="{07FE03CE-FB77-4E04-BBEA-D5E96B11A747}" dt="2026-01-16T09:05:40.726" v="1525" actId="790"/>
          <ac:spMkLst>
            <pc:docMk/>
            <pc:sldMk cId="3440054563" sldId="2147469045"/>
            <ac:spMk id="48" creationId="{F97AFF9E-89B0-809A-857A-9986D3C95B15}"/>
          </ac:spMkLst>
        </pc:spChg>
      </pc:sldChg>
      <pc:sldChg chg="modSp mod modNotes">
        <pc:chgData name="Shaurya Verma" userId="a5be8305-a812-43fd-8576-818bdd41eb69" providerId="ADAL" clId="{07FE03CE-FB77-4E04-BBEA-D5E96B11A747}" dt="2026-01-16T09:10:22.415" v="1781" actId="20577"/>
        <pc:sldMkLst>
          <pc:docMk/>
          <pc:sldMk cId="1988223422" sldId="2147469048"/>
        </pc:sldMkLst>
        <pc:spChg chg="mod">
          <ac:chgData name="Shaurya Verma" userId="a5be8305-a812-43fd-8576-818bdd41eb69" providerId="ADAL" clId="{07FE03CE-FB77-4E04-BBEA-D5E96B11A747}" dt="2026-01-16T09:05:36.941" v="557" actId="790"/>
          <ac:spMkLst>
            <pc:docMk/>
            <pc:sldMk cId="1988223422" sldId="2147469048"/>
            <ac:spMk id="3" creationId="{618AFBD8-873C-532D-780B-1BBFE048B34B}"/>
          </ac:spMkLst>
        </pc:spChg>
        <pc:spChg chg="mod">
          <ac:chgData name="Shaurya Verma" userId="a5be8305-a812-43fd-8576-818bdd41eb69" providerId="ADAL" clId="{07FE03CE-FB77-4E04-BBEA-D5E96B11A747}" dt="2026-01-16T09:05:37.052" v="593" actId="790"/>
          <ac:spMkLst>
            <pc:docMk/>
            <pc:sldMk cId="1988223422" sldId="2147469048"/>
            <ac:spMk id="4" creationId="{D7C8EF06-1121-A94A-02C1-B4550D8E3FE4}"/>
          </ac:spMkLst>
        </pc:spChg>
        <pc:spChg chg="mod">
          <ac:chgData name="Shaurya Verma" userId="a5be8305-a812-43fd-8576-818bdd41eb69" providerId="ADAL" clId="{07FE03CE-FB77-4E04-BBEA-D5E96B11A747}" dt="2026-01-16T09:10:09.727" v="1762"/>
          <ac:spMkLst>
            <pc:docMk/>
            <pc:sldMk cId="1988223422" sldId="2147469048"/>
            <ac:spMk id="6" creationId="{BAE7F8D1-077F-153E-EF1D-7211282DEF82}"/>
          </ac:spMkLst>
        </pc:spChg>
        <pc:spChg chg="mod">
          <ac:chgData name="Shaurya Verma" userId="a5be8305-a812-43fd-8576-818bdd41eb69" providerId="ADAL" clId="{07FE03CE-FB77-4E04-BBEA-D5E96B11A747}" dt="2026-01-16T09:05:36.941" v="560" actId="790"/>
          <ac:spMkLst>
            <pc:docMk/>
            <pc:sldMk cId="1988223422" sldId="2147469048"/>
            <ac:spMk id="7" creationId="{8D21CB09-BCBB-5D55-6F98-A6C974764DBF}"/>
          </ac:spMkLst>
        </pc:spChg>
        <pc:spChg chg="mod">
          <ac:chgData name="Shaurya Verma" userId="a5be8305-a812-43fd-8576-818bdd41eb69" providerId="ADAL" clId="{07FE03CE-FB77-4E04-BBEA-D5E96B11A747}" dt="2026-01-16T09:05:36.926" v="556" actId="790"/>
          <ac:spMkLst>
            <pc:docMk/>
            <pc:sldMk cId="1988223422" sldId="2147469048"/>
            <ac:spMk id="9" creationId="{CEEFC2F8-DF3E-A5EC-1BDC-02CC62D4B46F}"/>
          </ac:spMkLst>
        </pc:spChg>
        <pc:spChg chg="mod">
          <ac:chgData name="Shaurya Verma" userId="a5be8305-a812-43fd-8576-818bdd41eb69" providerId="ADAL" clId="{07FE03CE-FB77-4E04-BBEA-D5E96B11A747}" dt="2026-01-16T09:05:37.068" v="594" actId="790"/>
          <ac:spMkLst>
            <pc:docMk/>
            <pc:sldMk cId="1988223422" sldId="2147469048"/>
            <ac:spMk id="11" creationId="{7FF52F21-1EE9-F2DD-CE78-F99873177FFE}"/>
          </ac:spMkLst>
        </pc:spChg>
        <pc:spChg chg="mod">
          <ac:chgData name="Shaurya Verma" userId="a5be8305-a812-43fd-8576-818bdd41eb69" providerId="ADAL" clId="{07FE03CE-FB77-4E04-BBEA-D5E96B11A747}" dt="2026-01-16T09:10:22.415" v="1781" actId="20577"/>
          <ac:spMkLst>
            <pc:docMk/>
            <pc:sldMk cId="1988223422" sldId="2147469048"/>
            <ac:spMk id="17" creationId="{3FBB2531-0FF2-F3B8-90CB-048C7CED8520}"/>
          </ac:spMkLst>
        </pc:spChg>
        <pc:spChg chg="mod">
          <ac:chgData name="Shaurya Verma" userId="a5be8305-a812-43fd-8576-818bdd41eb69" providerId="ADAL" clId="{07FE03CE-FB77-4E04-BBEA-D5E96B11A747}" dt="2026-01-16T09:05:37.040" v="586" actId="790"/>
          <ac:spMkLst>
            <pc:docMk/>
            <pc:sldMk cId="1988223422" sldId="2147469048"/>
            <ac:spMk id="22" creationId="{7C26A31B-35A9-B87E-BD9B-D6D333EFEB6B}"/>
          </ac:spMkLst>
        </pc:spChg>
        <pc:spChg chg="mod">
          <ac:chgData name="Shaurya Verma" userId="a5be8305-a812-43fd-8576-818bdd41eb69" providerId="ADAL" clId="{07FE03CE-FB77-4E04-BBEA-D5E96B11A747}" dt="2026-01-16T09:05:37.052" v="588" actId="790"/>
          <ac:spMkLst>
            <pc:docMk/>
            <pc:sldMk cId="1988223422" sldId="2147469048"/>
            <ac:spMk id="24" creationId="{E3EFB814-7A18-4B08-7C12-5FAC4590F980}"/>
          </ac:spMkLst>
        </pc:spChg>
        <pc:spChg chg="mod">
          <ac:chgData name="Shaurya Verma" userId="a5be8305-a812-43fd-8576-818bdd41eb69" providerId="ADAL" clId="{07FE03CE-FB77-4E04-BBEA-D5E96B11A747}" dt="2026-01-16T09:05:37.052" v="591" actId="790"/>
          <ac:spMkLst>
            <pc:docMk/>
            <pc:sldMk cId="1988223422" sldId="2147469048"/>
            <ac:spMk id="26" creationId="{0AB6A2AB-163F-1571-1BAA-236DB792AEDF}"/>
          </ac:spMkLst>
        </pc:spChg>
        <pc:spChg chg="mod">
          <ac:chgData name="Shaurya Verma" userId="a5be8305-a812-43fd-8576-818bdd41eb69" providerId="ADAL" clId="{07FE03CE-FB77-4E04-BBEA-D5E96B11A747}" dt="2026-01-16T09:05:36.957" v="563" actId="790"/>
          <ac:spMkLst>
            <pc:docMk/>
            <pc:sldMk cId="1988223422" sldId="2147469048"/>
            <ac:spMk id="40" creationId="{8BDBAD64-9C5A-F913-FEB8-3F512B749AE3}"/>
          </ac:spMkLst>
        </pc:spChg>
        <pc:spChg chg="mod">
          <ac:chgData name="Shaurya Verma" userId="a5be8305-a812-43fd-8576-818bdd41eb69" providerId="ADAL" clId="{07FE03CE-FB77-4E04-BBEA-D5E96B11A747}" dt="2026-01-16T09:05:36.957" v="564" actId="790"/>
          <ac:spMkLst>
            <pc:docMk/>
            <pc:sldMk cId="1988223422" sldId="2147469048"/>
            <ac:spMk id="48" creationId="{F97AFF9E-89B0-809A-857A-9986D3C95B15}"/>
          </ac:spMkLst>
        </pc:spChg>
      </pc:sldChg>
      <pc:sldChg chg="modSp mod modNotes">
        <pc:chgData name="Shaurya Verma" userId="a5be8305-a812-43fd-8576-818bdd41eb69" providerId="ADAL" clId="{07FE03CE-FB77-4E04-BBEA-D5E96B11A747}" dt="2026-01-16T09:20:57.317" v="1905"/>
        <pc:sldMkLst>
          <pc:docMk/>
          <pc:sldMk cId="2129009428" sldId="2147469049"/>
        </pc:sldMkLst>
        <pc:spChg chg="mod">
          <ac:chgData name="Shaurya Verma" userId="a5be8305-a812-43fd-8576-818bdd41eb69" providerId="ADAL" clId="{07FE03CE-FB77-4E04-BBEA-D5E96B11A747}" dt="2026-01-16T09:05:40.901" v="1607" actId="790"/>
          <ac:spMkLst>
            <pc:docMk/>
            <pc:sldMk cId="2129009428" sldId="2147469049"/>
            <ac:spMk id="3" creationId="{618AFBD8-873C-532D-780B-1BBFE048B34B}"/>
          </ac:spMkLst>
        </pc:spChg>
        <pc:spChg chg="mod">
          <ac:chgData name="Shaurya Verma" userId="a5be8305-a812-43fd-8576-818bdd41eb69" providerId="ADAL" clId="{07FE03CE-FB77-4E04-BBEA-D5E96B11A747}" dt="2026-01-16T09:05:40.962" v="1639" actId="790"/>
          <ac:spMkLst>
            <pc:docMk/>
            <pc:sldMk cId="2129009428" sldId="2147469049"/>
            <ac:spMk id="4" creationId="{9DE22188-4F9D-0778-39CF-46778C6B2C68}"/>
          </ac:spMkLst>
        </pc:spChg>
        <pc:spChg chg="mod">
          <ac:chgData name="Shaurya Verma" userId="a5be8305-a812-43fd-8576-818bdd41eb69" providerId="ADAL" clId="{07FE03CE-FB77-4E04-BBEA-D5E96B11A747}" dt="2026-01-16T09:20:57.317" v="1905"/>
          <ac:spMkLst>
            <pc:docMk/>
            <pc:sldMk cId="2129009428" sldId="2147469049"/>
            <ac:spMk id="6" creationId="{BAE7F8D1-077F-153E-EF1D-7211282DEF82}"/>
          </ac:spMkLst>
        </pc:spChg>
        <pc:spChg chg="mod">
          <ac:chgData name="Shaurya Verma" userId="a5be8305-a812-43fd-8576-818bdd41eb69" providerId="ADAL" clId="{07FE03CE-FB77-4E04-BBEA-D5E96B11A747}" dt="2026-01-16T09:05:40.905" v="1610" actId="790"/>
          <ac:spMkLst>
            <pc:docMk/>
            <pc:sldMk cId="2129009428" sldId="2147469049"/>
            <ac:spMk id="7" creationId="{8D21CB09-BCBB-5D55-6F98-A6C974764DBF}"/>
          </ac:spMkLst>
        </pc:spChg>
        <pc:spChg chg="mod">
          <ac:chgData name="Shaurya Verma" userId="a5be8305-a812-43fd-8576-818bdd41eb69" providerId="ADAL" clId="{07FE03CE-FB77-4E04-BBEA-D5E96B11A747}" dt="2026-01-16T09:05:40.899" v="1606" actId="790"/>
          <ac:spMkLst>
            <pc:docMk/>
            <pc:sldMk cId="2129009428" sldId="2147469049"/>
            <ac:spMk id="9" creationId="{CEEFC2F8-DF3E-A5EC-1BDC-02CC62D4B46F}"/>
          </ac:spMkLst>
        </pc:spChg>
        <pc:spChg chg="mod">
          <ac:chgData name="Shaurya Verma" userId="a5be8305-a812-43fd-8576-818bdd41eb69" providerId="ADAL" clId="{07FE03CE-FB77-4E04-BBEA-D5E96B11A747}" dt="2026-01-16T09:05:40.934" v="1622" actId="790"/>
          <ac:spMkLst>
            <pc:docMk/>
            <pc:sldMk cId="2129009428" sldId="2147469049"/>
            <ac:spMk id="17" creationId="{3FBB2531-0FF2-F3B8-90CB-048C7CED8520}"/>
          </ac:spMkLst>
        </pc:spChg>
        <pc:spChg chg="mod">
          <ac:chgData name="Shaurya Verma" userId="a5be8305-a812-43fd-8576-818bdd41eb69" providerId="ADAL" clId="{07FE03CE-FB77-4E04-BBEA-D5E96B11A747}" dt="2026-01-16T09:05:40.952" v="1630" actId="790"/>
          <ac:spMkLst>
            <pc:docMk/>
            <pc:sldMk cId="2129009428" sldId="2147469049"/>
            <ac:spMk id="22" creationId="{7C26A31B-35A9-B87E-BD9B-D6D333EFEB6B}"/>
          </ac:spMkLst>
        </pc:spChg>
        <pc:spChg chg="mod">
          <ac:chgData name="Shaurya Verma" userId="a5be8305-a812-43fd-8576-818bdd41eb69" providerId="ADAL" clId="{07FE03CE-FB77-4E04-BBEA-D5E96B11A747}" dt="2026-01-16T09:05:40.952" v="1632" actId="790"/>
          <ac:spMkLst>
            <pc:docMk/>
            <pc:sldMk cId="2129009428" sldId="2147469049"/>
            <ac:spMk id="24" creationId="{E3EFB814-7A18-4B08-7C12-5FAC4590F980}"/>
          </ac:spMkLst>
        </pc:spChg>
        <pc:spChg chg="mod">
          <ac:chgData name="Shaurya Verma" userId="a5be8305-a812-43fd-8576-818bdd41eb69" providerId="ADAL" clId="{07FE03CE-FB77-4E04-BBEA-D5E96B11A747}" dt="2026-01-16T09:05:40.962" v="1635" actId="790"/>
          <ac:spMkLst>
            <pc:docMk/>
            <pc:sldMk cId="2129009428" sldId="2147469049"/>
            <ac:spMk id="25" creationId="{FA7E23CE-6C12-EFBE-B5A9-A68E41B869A8}"/>
          </ac:spMkLst>
        </pc:spChg>
        <pc:spChg chg="mod">
          <ac:chgData name="Shaurya Verma" userId="a5be8305-a812-43fd-8576-818bdd41eb69" providerId="ADAL" clId="{07FE03CE-FB77-4E04-BBEA-D5E96B11A747}" dt="2026-01-16T09:05:40.962" v="1637" actId="790"/>
          <ac:spMkLst>
            <pc:docMk/>
            <pc:sldMk cId="2129009428" sldId="2147469049"/>
            <ac:spMk id="26" creationId="{0AB6A2AB-163F-1571-1BAA-236DB792AEDF}"/>
          </ac:spMkLst>
        </pc:spChg>
        <pc:spChg chg="mod">
          <ac:chgData name="Shaurya Verma" userId="a5be8305-a812-43fd-8576-818bdd41eb69" providerId="ADAL" clId="{07FE03CE-FB77-4E04-BBEA-D5E96B11A747}" dt="2026-01-16T09:05:40.911" v="1612" actId="790"/>
          <ac:spMkLst>
            <pc:docMk/>
            <pc:sldMk cId="2129009428" sldId="2147469049"/>
            <ac:spMk id="40" creationId="{8BDBAD64-9C5A-F913-FEB8-3F512B749AE3}"/>
          </ac:spMkLst>
        </pc:spChg>
        <pc:spChg chg="mod">
          <ac:chgData name="Shaurya Verma" userId="a5be8305-a812-43fd-8576-818bdd41eb69" providerId="ADAL" clId="{07FE03CE-FB77-4E04-BBEA-D5E96B11A747}" dt="2026-01-16T09:05:40.913" v="1613" actId="790"/>
          <ac:spMkLst>
            <pc:docMk/>
            <pc:sldMk cId="2129009428" sldId="2147469049"/>
            <ac:spMk id="48" creationId="{F97AFF9E-89B0-809A-857A-9986D3C95B15}"/>
          </ac:spMkLst>
        </pc:spChg>
      </pc:sldChg>
      <pc:sldChg chg="modSp mod">
        <pc:chgData name="Shaurya Verma" userId="a5be8305-a812-43fd-8576-818bdd41eb69" providerId="ADAL" clId="{07FE03CE-FB77-4E04-BBEA-D5E96B11A747}" dt="2026-01-16T09:05:34.824" v="62" actId="790"/>
        <pc:sldMkLst>
          <pc:docMk/>
          <pc:sldMk cId="855587441" sldId="2147469050"/>
        </pc:sldMkLst>
        <pc:spChg chg="mod">
          <ac:chgData name="Shaurya Verma" userId="a5be8305-a812-43fd-8576-818bdd41eb69" providerId="ADAL" clId="{07FE03CE-FB77-4E04-BBEA-D5E96B11A747}" dt="2026-01-16T09:05:34.824" v="62" actId="790"/>
          <ac:spMkLst>
            <pc:docMk/>
            <pc:sldMk cId="855587441" sldId="2147469050"/>
            <ac:spMk id="3" creationId="{C4F1A444-BC97-7049-E930-4688DCC71D6B}"/>
          </ac:spMkLst>
        </pc:spChg>
      </pc:sldChg>
      <pc:sldChg chg="modSp mod">
        <pc:chgData name="Shaurya Verma" userId="a5be8305-a812-43fd-8576-818bdd41eb69" providerId="ADAL" clId="{07FE03CE-FB77-4E04-BBEA-D5E96B11A747}" dt="2026-01-16T09:16:35.449" v="1800" actId="20577"/>
        <pc:sldMkLst>
          <pc:docMk/>
          <pc:sldMk cId="646689678" sldId="2147469052"/>
        </pc:sldMkLst>
        <pc:spChg chg="mod">
          <ac:chgData name="Shaurya Verma" userId="a5be8305-a812-43fd-8576-818bdd41eb69" providerId="ADAL" clId="{07FE03CE-FB77-4E04-BBEA-D5E96B11A747}" dt="2026-01-16T09:16:35.449" v="1800" actId="20577"/>
          <ac:spMkLst>
            <pc:docMk/>
            <pc:sldMk cId="646689678" sldId="2147469052"/>
            <ac:spMk id="3" creationId="{925869B0-4CEC-67B9-6A92-6A423A4ABDF2}"/>
          </ac:spMkLst>
        </pc:spChg>
      </pc:sldChg>
      <pc:sldChg chg="modSp mod">
        <pc:chgData name="Shaurya Verma" userId="a5be8305-a812-43fd-8576-818bdd41eb69" providerId="ADAL" clId="{07FE03CE-FB77-4E04-BBEA-D5E96B11A747}" dt="2026-01-16T09:05:39.853" v="1203" actId="790"/>
        <pc:sldMkLst>
          <pc:docMk/>
          <pc:sldMk cId="2152809644" sldId="2147469053"/>
        </pc:sldMkLst>
        <pc:spChg chg="mod">
          <ac:chgData name="Shaurya Verma" userId="a5be8305-a812-43fd-8576-818bdd41eb69" providerId="ADAL" clId="{07FE03CE-FB77-4E04-BBEA-D5E96B11A747}" dt="2026-01-16T09:05:39.853" v="1203" actId="790"/>
          <ac:spMkLst>
            <pc:docMk/>
            <pc:sldMk cId="2152809644" sldId="2147469053"/>
            <ac:spMk id="3" creationId="{3DD35D12-67F4-259F-DFA1-6187BC107517}"/>
          </ac:spMkLst>
        </pc:spChg>
      </pc:sldChg>
      <pc:sldChg chg="modSp mod">
        <pc:chgData name="Shaurya Verma" userId="a5be8305-a812-43fd-8576-818bdd41eb69" providerId="ADAL" clId="{07FE03CE-FB77-4E04-BBEA-D5E96B11A747}" dt="2026-01-16T09:05:40.997" v="1643" actId="790"/>
        <pc:sldMkLst>
          <pc:docMk/>
          <pc:sldMk cId="12241554" sldId="2147469054"/>
        </pc:sldMkLst>
        <pc:spChg chg="mod">
          <ac:chgData name="Shaurya Verma" userId="a5be8305-a812-43fd-8576-818bdd41eb69" providerId="ADAL" clId="{07FE03CE-FB77-4E04-BBEA-D5E96B11A747}" dt="2026-01-16T09:05:40.997" v="1643" actId="790"/>
          <ac:spMkLst>
            <pc:docMk/>
            <pc:sldMk cId="12241554" sldId="2147469054"/>
            <ac:spMk id="3" creationId="{EA09C3D4-B158-AB5C-FD01-6330588BC524}"/>
          </ac:spMkLst>
        </pc:spChg>
      </pc:sldChg>
      <pc:sldChg chg="modSp mod">
        <pc:chgData name="Shaurya Verma" userId="a5be8305-a812-43fd-8576-818bdd41eb69" providerId="ADAL" clId="{07FE03CE-FB77-4E04-BBEA-D5E96B11A747}" dt="2026-01-16T09:20:15.329" v="1889" actId="20577"/>
        <pc:sldMkLst>
          <pc:docMk/>
          <pc:sldMk cId="3785207817" sldId="2147469163"/>
        </pc:sldMkLst>
        <pc:spChg chg="mod">
          <ac:chgData name="Shaurya Verma" userId="a5be8305-a812-43fd-8576-818bdd41eb69" providerId="ADAL" clId="{07FE03CE-FB77-4E04-BBEA-D5E96B11A747}" dt="2026-01-16T09:20:15.329" v="1889" actId="20577"/>
          <ac:spMkLst>
            <pc:docMk/>
            <pc:sldMk cId="3785207817" sldId="2147469163"/>
            <ac:spMk id="3" creationId="{5795063E-BCD3-DF16-7873-6030B9834267}"/>
          </ac:spMkLst>
        </pc:spChg>
        <pc:spChg chg="mod">
          <ac:chgData name="Shaurya Verma" userId="a5be8305-a812-43fd-8576-818bdd41eb69" providerId="ADAL" clId="{07FE03CE-FB77-4E04-BBEA-D5E96B11A747}" dt="2026-01-16T09:05:40.645" v="1492" actId="790"/>
          <ac:spMkLst>
            <pc:docMk/>
            <pc:sldMk cId="3785207817" sldId="2147469163"/>
            <ac:spMk id="5" creationId="{8C8AF4CD-8CC4-8850-4B9F-4DE860DA389F}"/>
          </ac:spMkLst>
        </pc:spChg>
        <pc:spChg chg="mod">
          <ac:chgData name="Shaurya Verma" userId="a5be8305-a812-43fd-8576-818bdd41eb69" providerId="ADAL" clId="{07FE03CE-FB77-4E04-BBEA-D5E96B11A747}" dt="2026-01-16T09:20:04.462" v="1888"/>
          <ac:spMkLst>
            <pc:docMk/>
            <pc:sldMk cId="3785207817" sldId="2147469163"/>
            <ac:spMk id="6" creationId="{ECDD45B3-F807-A317-44A9-CA60EA28915A}"/>
          </ac:spMkLst>
        </pc:spChg>
        <pc:spChg chg="mod">
          <ac:chgData name="Shaurya Verma" userId="a5be8305-a812-43fd-8576-818bdd41eb69" providerId="ADAL" clId="{07FE03CE-FB77-4E04-BBEA-D5E96B11A747}" dt="2026-01-16T09:05:40.596" v="1475" actId="790"/>
          <ac:spMkLst>
            <pc:docMk/>
            <pc:sldMk cId="3785207817" sldId="2147469163"/>
            <ac:spMk id="7" creationId="{FD8571F0-09FA-5372-EF6F-550A45E4B847}"/>
          </ac:spMkLst>
        </pc:spChg>
        <pc:spChg chg="mod">
          <ac:chgData name="Shaurya Verma" userId="a5be8305-a812-43fd-8576-818bdd41eb69" providerId="ADAL" clId="{07FE03CE-FB77-4E04-BBEA-D5E96B11A747}" dt="2026-01-16T09:06:19.327" v="1692"/>
          <ac:spMkLst>
            <pc:docMk/>
            <pc:sldMk cId="3785207817" sldId="2147469163"/>
            <ac:spMk id="8" creationId="{6EEEBE0B-4E64-245E-A3C1-AD2615985273}"/>
          </ac:spMkLst>
        </pc:spChg>
        <pc:spChg chg="mod">
          <ac:chgData name="Shaurya Verma" userId="a5be8305-a812-43fd-8576-818bdd41eb69" providerId="ADAL" clId="{07FE03CE-FB77-4E04-BBEA-D5E96B11A747}" dt="2026-01-16T09:05:40.596" v="1471" actId="790"/>
          <ac:spMkLst>
            <pc:docMk/>
            <pc:sldMk cId="3785207817" sldId="2147469163"/>
            <ac:spMk id="9" creationId="{B14BC2DD-F50A-D3F7-0219-D55456E775D3}"/>
          </ac:spMkLst>
        </pc:spChg>
        <pc:spChg chg="mod">
          <ac:chgData name="Shaurya Verma" userId="a5be8305-a812-43fd-8576-818bdd41eb69" providerId="ADAL" clId="{07FE03CE-FB77-4E04-BBEA-D5E96B11A747}" dt="2026-01-16T09:20:01.420" v="1886" actId="20577"/>
          <ac:spMkLst>
            <pc:docMk/>
            <pc:sldMk cId="3785207817" sldId="2147469163"/>
            <ac:spMk id="17" creationId="{4ABCD67E-5F1F-0032-9613-8AE6E5E9E905}"/>
          </ac:spMkLst>
        </pc:spChg>
        <pc:spChg chg="mod">
          <ac:chgData name="Shaurya Verma" userId="a5be8305-a812-43fd-8576-818bdd41eb69" providerId="ADAL" clId="{07FE03CE-FB77-4E04-BBEA-D5E96B11A747}" dt="2026-01-16T09:05:40.694" v="1516" actId="790"/>
          <ac:spMkLst>
            <pc:docMk/>
            <pc:sldMk cId="3785207817" sldId="2147469163"/>
            <ac:spMk id="22" creationId="{3F050571-8553-9CA6-B856-92A9CECA8B64}"/>
          </ac:spMkLst>
        </pc:spChg>
        <pc:spChg chg="mod">
          <ac:chgData name="Shaurya Verma" userId="a5be8305-a812-43fd-8576-818bdd41eb69" providerId="ADAL" clId="{07FE03CE-FB77-4E04-BBEA-D5E96B11A747}" dt="2026-01-16T09:05:40.596" v="1477" actId="790"/>
          <ac:spMkLst>
            <pc:docMk/>
            <pc:sldMk cId="3785207817" sldId="2147469163"/>
            <ac:spMk id="40" creationId="{679D25E9-9ECE-FE55-2A96-C871AC86454B}"/>
          </ac:spMkLst>
        </pc:spChg>
        <pc:spChg chg="mod">
          <ac:chgData name="Shaurya Verma" userId="a5be8305-a812-43fd-8576-818bdd41eb69" providerId="ADAL" clId="{07FE03CE-FB77-4E04-BBEA-D5E96B11A747}" dt="2026-01-16T09:05:40.624" v="1484" actId="790"/>
          <ac:spMkLst>
            <pc:docMk/>
            <pc:sldMk cId="3785207817" sldId="2147469163"/>
            <ac:spMk id="45" creationId="{7A832BD6-EBF6-3553-6411-9B6197EA645F}"/>
          </ac:spMkLst>
        </pc:spChg>
        <pc:spChg chg="mod">
          <ac:chgData name="Shaurya Verma" userId="a5be8305-a812-43fd-8576-818bdd41eb69" providerId="ADAL" clId="{07FE03CE-FB77-4E04-BBEA-D5E96B11A747}" dt="2026-01-16T09:05:40.627" v="1485" actId="790"/>
          <ac:spMkLst>
            <pc:docMk/>
            <pc:sldMk cId="3785207817" sldId="2147469163"/>
            <ac:spMk id="48" creationId="{60257593-FE38-7F49-E2FD-44C68DEAFFF1}"/>
          </ac:spMkLst>
        </pc:spChg>
        <pc:spChg chg="mod">
          <ac:chgData name="Shaurya Verma" userId="a5be8305-a812-43fd-8576-818bdd41eb69" providerId="ADAL" clId="{07FE03CE-FB77-4E04-BBEA-D5E96B11A747}" dt="2026-01-16T09:05:40.631" v="1490" actId="790"/>
          <ac:spMkLst>
            <pc:docMk/>
            <pc:sldMk cId="3785207817" sldId="2147469163"/>
            <ac:spMk id="56" creationId="{428638BB-8037-AF67-3BE9-9EE68E24E495}"/>
          </ac:spMkLst>
        </pc:spChg>
      </pc:sldChg>
      <pc:sldChg chg="modSp mod">
        <pc:chgData name="Shaurya Verma" userId="a5be8305-a812-43fd-8576-818bdd41eb69" providerId="ADAL" clId="{07FE03CE-FB77-4E04-BBEA-D5E96B11A747}" dt="2026-01-16T09:20:48.952" v="1904" actId="313"/>
        <pc:sldMkLst>
          <pc:docMk/>
          <pc:sldMk cId="1531939690" sldId="2147469164"/>
        </pc:sldMkLst>
        <pc:spChg chg="mod">
          <ac:chgData name="Shaurya Verma" userId="a5be8305-a812-43fd-8576-818bdd41eb69" providerId="ADAL" clId="{07FE03CE-FB77-4E04-BBEA-D5E96B11A747}" dt="2026-01-16T09:05:40.801" v="1558" actId="790"/>
          <ac:spMkLst>
            <pc:docMk/>
            <pc:sldMk cId="1531939690" sldId="2147469164"/>
            <ac:spMk id="3" creationId="{0E968691-F1F4-148E-8DCE-A835A8CC7017}"/>
          </ac:spMkLst>
        </pc:spChg>
        <pc:spChg chg="mod">
          <ac:chgData name="Shaurya Verma" userId="a5be8305-a812-43fd-8576-818bdd41eb69" providerId="ADAL" clId="{07FE03CE-FB77-4E04-BBEA-D5E96B11A747}" dt="2026-01-16T09:05:40.828" v="1576" actId="790"/>
          <ac:spMkLst>
            <pc:docMk/>
            <pc:sldMk cId="1531939690" sldId="2147469164"/>
            <ac:spMk id="5" creationId="{AE1CB3D2-F12B-A886-1DCE-E0880E7000CF}"/>
          </ac:spMkLst>
        </pc:spChg>
        <pc:spChg chg="mod">
          <ac:chgData name="Shaurya Verma" userId="a5be8305-a812-43fd-8576-818bdd41eb69" providerId="ADAL" clId="{07FE03CE-FB77-4E04-BBEA-D5E96B11A747}" dt="2026-01-16T09:20:33.898" v="1893" actId="20577"/>
          <ac:spMkLst>
            <pc:docMk/>
            <pc:sldMk cId="1531939690" sldId="2147469164"/>
            <ac:spMk id="6" creationId="{BBEBDEB6-D0DC-21D9-975E-76F2208B0409}"/>
          </ac:spMkLst>
        </pc:spChg>
        <pc:spChg chg="mod">
          <ac:chgData name="Shaurya Verma" userId="a5be8305-a812-43fd-8576-818bdd41eb69" providerId="ADAL" clId="{07FE03CE-FB77-4E04-BBEA-D5E96B11A747}" dt="2026-01-16T09:05:40.806" v="1561" actId="790"/>
          <ac:spMkLst>
            <pc:docMk/>
            <pc:sldMk cId="1531939690" sldId="2147469164"/>
            <ac:spMk id="7" creationId="{693EBC8E-2B51-CBDF-ED29-95D70EAADA51}"/>
          </ac:spMkLst>
        </pc:spChg>
        <pc:spChg chg="mod">
          <ac:chgData name="Shaurya Verma" userId="a5be8305-a812-43fd-8576-818bdd41eb69" providerId="ADAL" clId="{07FE03CE-FB77-4E04-BBEA-D5E96B11A747}" dt="2026-01-16T09:05:40.807" v="1568" actId="790"/>
          <ac:spMkLst>
            <pc:docMk/>
            <pc:sldMk cId="1531939690" sldId="2147469164"/>
            <ac:spMk id="8" creationId="{E91AEC02-46C6-1C73-A503-7075D1586246}"/>
          </ac:spMkLst>
        </pc:spChg>
        <pc:spChg chg="mod">
          <ac:chgData name="Shaurya Verma" userId="a5be8305-a812-43fd-8576-818bdd41eb69" providerId="ADAL" clId="{07FE03CE-FB77-4E04-BBEA-D5E96B11A747}" dt="2026-01-16T09:05:40.799" v="1557" actId="790"/>
          <ac:spMkLst>
            <pc:docMk/>
            <pc:sldMk cId="1531939690" sldId="2147469164"/>
            <ac:spMk id="9" creationId="{9653CF8A-89F5-2AF3-BEAF-E769AF0DA61B}"/>
          </ac:spMkLst>
        </pc:spChg>
        <pc:spChg chg="mod">
          <ac:chgData name="Shaurya Verma" userId="a5be8305-a812-43fd-8576-818bdd41eb69" providerId="ADAL" clId="{07FE03CE-FB77-4E04-BBEA-D5E96B11A747}" dt="2026-01-16T09:05:40.844" v="1589" actId="790"/>
          <ac:spMkLst>
            <pc:docMk/>
            <pc:sldMk cId="1531939690" sldId="2147469164"/>
            <ac:spMk id="17" creationId="{1D983B30-3637-3C20-0599-CA908DFD4E87}"/>
          </ac:spMkLst>
        </pc:spChg>
        <pc:spChg chg="mod">
          <ac:chgData name="Shaurya Verma" userId="a5be8305-a812-43fd-8576-818bdd41eb69" providerId="ADAL" clId="{07FE03CE-FB77-4E04-BBEA-D5E96B11A747}" dt="2026-01-16T09:05:40.881" v="1604" actId="790"/>
          <ac:spMkLst>
            <pc:docMk/>
            <pc:sldMk cId="1531939690" sldId="2147469164"/>
            <ac:spMk id="22" creationId="{B0FEB55D-8BB0-B2BB-B3BA-2CED93726C9E}"/>
          </ac:spMkLst>
        </pc:spChg>
        <pc:spChg chg="mod">
          <ac:chgData name="Shaurya Verma" userId="a5be8305-a812-43fd-8576-818bdd41eb69" providerId="ADAL" clId="{07FE03CE-FB77-4E04-BBEA-D5E96B11A747}" dt="2026-01-16T09:20:48.952" v="1904" actId="313"/>
          <ac:spMkLst>
            <pc:docMk/>
            <pc:sldMk cId="1531939690" sldId="2147469164"/>
            <ac:spMk id="40" creationId="{06281802-D917-737B-085D-82E290F61287}"/>
          </ac:spMkLst>
        </pc:spChg>
        <pc:spChg chg="mod">
          <ac:chgData name="Shaurya Verma" userId="a5be8305-a812-43fd-8576-818bdd41eb69" providerId="ADAL" clId="{07FE03CE-FB77-4E04-BBEA-D5E96B11A747}" dt="2026-01-16T09:05:40.807" v="1570" actId="790"/>
          <ac:spMkLst>
            <pc:docMk/>
            <pc:sldMk cId="1531939690" sldId="2147469164"/>
            <ac:spMk id="45" creationId="{61AE83E9-0AE0-5590-DC51-63A766876FDD}"/>
          </ac:spMkLst>
        </pc:spChg>
        <pc:spChg chg="mod">
          <ac:chgData name="Shaurya Verma" userId="a5be8305-a812-43fd-8576-818bdd41eb69" providerId="ADAL" clId="{07FE03CE-FB77-4E04-BBEA-D5E96B11A747}" dt="2026-01-16T09:05:40.823" v="1571" actId="790"/>
          <ac:spMkLst>
            <pc:docMk/>
            <pc:sldMk cId="1531939690" sldId="2147469164"/>
            <ac:spMk id="48" creationId="{366E7024-6FCE-7D9A-3B92-2437BE964A5A}"/>
          </ac:spMkLst>
        </pc:spChg>
        <pc:spChg chg="mod">
          <ac:chgData name="Shaurya Verma" userId="a5be8305-a812-43fd-8576-818bdd41eb69" providerId="ADAL" clId="{07FE03CE-FB77-4E04-BBEA-D5E96B11A747}" dt="2026-01-16T09:05:40.827" v="1572" actId="790"/>
          <ac:spMkLst>
            <pc:docMk/>
            <pc:sldMk cId="1531939690" sldId="2147469164"/>
            <ac:spMk id="56" creationId="{88E0FAF5-4FE2-A454-45E5-A110B3DECA97}"/>
          </ac:spMkLst>
        </pc:spChg>
      </pc:sldChg>
      <pc:sldChg chg="modSp mod">
        <pc:chgData name="Shaurya Verma" userId="a5be8305-a812-43fd-8576-818bdd41eb69" providerId="ADAL" clId="{07FE03CE-FB77-4E04-BBEA-D5E96B11A747}" dt="2026-01-16T09:19:05.667" v="1872" actId="20577"/>
        <pc:sldMkLst>
          <pc:docMk/>
          <pc:sldMk cId="1787603298" sldId="2147469166"/>
        </pc:sldMkLst>
        <pc:spChg chg="mod">
          <ac:chgData name="Shaurya Verma" userId="a5be8305-a812-43fd-8576-818bdd41eb69" providerId="ADAL" clId="{07FE03CE-FB77-4E04-BBEA-D5E96B11A747}" dt="2026-01-16T09:05:39.711" v="1157" actId="790"/>
          <ac:spMkLst>
            <pc:docMk/>
            <pc:sldMk cId="1787603298" sldId="2147469166"/>
            <ac:spMk id="3" creationId="{14310D8E-EE52-4A7C-2FCD-2762A426DC5F}"/>
          </ac:spMkLst>
        </pc:spChg>
        <pc:spChg chg="mod">
          <ac:chgData name="Shaurya Verma" userId="a5be8305-a812-43fd-8576-818bdd41eb69" providerId="ADAL" clId="{07FE03CE-FB77-4E04-BBEA-D5E96B11A747}" dt="2026-01-16T09:05:39.776" v="1179" actId="790"/>
          <ac:spMkLst>
            <pc:docMk/>
            <pc:sldMk cId="1787603298" sldId="2147469166"/>
            <ac:spMk id="5" creationId="{698D2CCB-D772-A397-EE57-88E95F40265B}"/>
          </ac:spMkLst>
        </pc:spChg>
        <pc:spChg chg="mod">
          <ac:chgData name="Shaurya Verma" userId="a5be8305-a812-43fd-8576-818bdd41eb69" providerId="ADAL" clId="{07FE03CE-FB77-4E04-BBEA-D5E96B11A747}" dt="2026-01-16T09:18:58.412" v="1868" actId="20577"/>
          <ac:spMkLst>
            <pc:docMk/>
            <pc:sldMk cId="1787603298" sldId="2147469166"/>
            <ac:spMk id="6" creationId="{80EB7A28-367C-66A6-E477-535A9C9D06FE}"/>
          </ac:spMkLst>
        </pc:spChg>
        <pc:spChg chg="mod">
          <ac:chgData name="Shaurya Verma" userId="a5be8305-a812-43fd-8576-818bdd41eb69" providerId="ADAL" clId="{07FE03CE-FB77-4E04-BBEA-D5E96B11A747}" dt="2026-01-16T09:05:39.726" v="1162" actId="790"/>
          <ac:spMkLst>
            <pc:docMk/>
            <pc:sldMk cId="1787603298" sldId="2147469166"/>
            <ac:spMk id="7" creationId="{CB4EFE8E-1F61-0035-0C19-8FC8A31B3EE0}"/>
          </ac:spMkLst>
        </pc:spChg>
        <pc:spChg chg="mod">
          <ac:chgData name="Shaurya Verma" userId="a5be8305-a812-43fd-8576-818bdd41eb69" providerId="ADAL" clId="{07FE03CE-FB77-4E04-BBEA-D5E96B11A747}" dt="2026-01-16T09:06:19.327" v="1692"/>
          <ac:spMkLst>
            <pc:docMk/>
            <pc:sldMk cId="1787603298" sldId="2147469166"/>
            <ac:spMk id="8" creationId="{909A6470-F083-BD10-9BFE-ADC700BD4F0C}"/>
          </ac:spMkLst>
        </pc:spChg>
        <pc:spChg chg="mod">
          <ac:chgData name="Shaurya Verma" userId="a5be8305-a812-43fd-8576-818bdd41eb69" providerId="ADAL" clId="{07FE03CE-FB77-4E04-BBEA-D5E96B11A747}" dt="2026-01-16T09:05:39.711" v="1156" actId="790"/>
          <ac:spMkLst>
            <pc:docMk/>
            <pc:sldMk cId="1787603298" sldId="2147469166"/>
            <ac:spMk id="9" creationId="{65D7CED7-F989-5156-8F93-6FFEFF9B8BB3}"/>
          </ac:spMkLst>
        </pc:spChg>
        <pc:spChg chg="mod">
          <ac:chgData name="Shaurya Verma" userId="a5be8305-a812-43fd-8576-818bdd41eb69" providerId="ADAL" clId="{07FE03CE-FB77-4E04-BBEA-D5E96B11A747}" dt="2026-01-16T09:06:19.327" v="1692"/>
          <ac:spMkLst>
            <pc:docMk/>
            <pc:sldMk cId="1787603298" sldId="2147469166"/>
            <ac:spMk id="17" creationId="{35E66784-F86E-749D-93A3-B9B96315B7B6}"/>
          </ac:spMkLst>
        </pc:spChg>
        <pc:spChg chg="mod">
          <ac:chgData name="Shaurya Verma" userId="a5be8305-a812-43fd-8576-818bdd41eb69" providerId="ADAL" clId="{07FE03CE-FB77-4E04-BBEA-D5E96B11A747}" dt="2026-01-16T09:05:39.843" v="1202" actId="790"/>
          <ac:spMkLst>
            <pc:docMk/>
            <pc:sldMk cId="1787603298" sldId="2147469166"/>
            <ac:spMk id="22" creationId="{AA959847-114C-79E2-8359-AB404C46A2DF}"/>
          </ac:spMkLst>
        </pc:spChg>
        <pc:spChg chg="mod">
          <ac:chgData name="Shaurya Verma" userId="a5be8305-a812-43fd-8576-818bdd41eb69" providerId="ADAL" clId="{07FE03CE-FB77-4E04-BBEA-D5E96B11A747}" dt="2026-01-16T09:19:05.667" v="1872" actId="20577"/>
          <ac:spMkLst>
            <pc:docMk/>
            <pc:sldMk cId="1787603298" sldId="2147469166"/>
            <ac:spMk id="40" creationId="{C2E35A6F-836A-5777-6866-9B421A3CA7B4}"/>
          </ac:spMkLst>
        </pc:spChg>
        <pc:spChg chg="mod">
          <ac:chgData name="Shaurya Verma" userId="a5be8305-a812-43fd-8576-818bdd41eb69" providerId="ADAL" clId="{07FE03CE-FB77-4E04-BBEA-D5E96B11A747}" dt="2026-01-16T09:05:39.746" v="1171" actId="790"/>
          <ac:spMkLst>
            <pc:docMk/>
            <pc:sldMk cId="1787603298" sldId="2147469166"/>
            <ac:spMk id="45" creationId="{6B151EC7-1455-7FAA-C374-DCAB6BBCA000}"/>
          </ac:spMkLst>
        </pc:spChg>
        <pc:spChg chg="mod">
          <ac:chgData name="Shaurya Verma" userId="a5be8305-a812-43fd-8576-818bdd41eb69" providerId="ADAL" clId="{07FE03CE-FB77-4E04-BBEA-D5E96B11A747}" dt="2026-01-16T09:05:39.746" v="1172" actId="790"/>
          <ac:spMkLst>
            <pc:docMk/>
            <pc:sldMk cId="1787603298" sldId="2147469166"/>
            <ac:spMk id="48" creationId="{27508E9E-D4BE-4655-5258-52732A74A298}"/>
          </ac:spMkLst>
        </pc:spChg>
        <pc:spChg chg="mod">
          <ac:chgData name="Shaurya Verma" userId="a5be8305-a812-43fd-8576-818bdd41eb69" providerId="ADAL" clId="{07FE03CE-FB77-4E04-BBEA-D5E96B11A747}" dt="2026-01-16T09:06:19.327" v="1692"/>
          <ac:spMkLst>
            <pc:docMk/>
            <pc:sldMk cId="1787603298" sldId="2147469166"/>
            <ac:spMk id="56" creationId="{83FDE309-28D0-6609-FFDE-1DF595660A15}"/>
          </ac:spMkLst>
        </pc:spChg>
      </pc:sldChg>
      <pc:sldChg chg="modSp mod">
        <pc:chgData name="Shaurya Verma" userId="a5be8305-a812-43fd-8576-818bdd41eb69" providerId="ADAL" clId="{07FE03CE-FB77-4E04-BBEA-D5E96B11A747}" dt="2026-01-16T09:19:12.593" v="1873"/>
        <pc:sldMkLst>
          <pc:docMk/>
          <pc:sldMk cId="1185864960" sldId="2147469167"/>
        </pc:sldMkLst>
        <pc:spChg chg="mod">
          <ac:chgData name="Shaurya Verma" userId="a5be8305-a812-43fd-8576-818bdd41eb69" providerId="ADAL" clId="{07FE03CE-FB77-4E04-BBEA-D5E96B11A747}" dt="2026-01-16T09:05:39.874" v="1206" actId="790"/>
          <ac:spMkLst>
            <pc:docMk/>
            <pc:sldMk cId="1185864960" sldId="2147469167"/>
            <ac:spMk id="3" creationId="{A9806FE1-7A4C-26C8-C1B1-134EFD0F08D3}"/>
          </ac:spMkLst>
        </pc:spChg>
        <pc:spChg chg="mod">
          <ac:chgData name="Shaurya Verma" userId="a5be8305-a812-43fd-8576-818bdd41eb69" providerId="ADAL" clId="{07FE03CE-FB77-4E04-BBEA-D5E96B11A747}" dt="2026-01-16T09:05:39.927" v="1226" actId="790"/>
          <ac:spMkLst>
            <pc:docMk/>
            <pc:sldMk cId="1185864960" sldId="2147469167"/>
            <ac:spMk id="5" creationId="{2B55F9FC-645B-FD73-6196-EA51DB57EC60}"/>
          </ac:spMkLst>
        </pc:spChg>
        <pc:spChg chg="mod">
          <ac:chgData name="Shaurya Verma" userId="a5be8305-a812-43fd-8576-818bdd41eb69" providerId="ADAL" clId="{07FE03CE-FB77-4E04-BBEA-D5E96B11A747}" dt="2026-01-16T09:19:12.593" v="1873"/>
          <ac:spMkLst>
            <pc:docMk/>
            <pc:sldMk cId="1185864960" sldId="2147469167"/>
            <ac:spMk id="6" creationId="{F05D8F56-35C1-450C-47C2-9F3099DDB249}"/>
          </ac:spMkLst>
        </pc:spChg>
        <pc:spChg chg="mod">
          <ac:chgData name="Shaurya Verma" userId="a5be8305-a812-43fd-8576-818bdd41eb69" providerId="ADAL" clId="{07FE03CE-FB77-4E04-BBEA-D5E96B11A747}" dt="2026-01-16T09:05:39.882" v="1209" actId="790"/>
          <ac:spMkLst>
            <pc:docMk/>
            <pc:sldMk cId="1185864960" sldId="2147469167"/>
            <ac:spMk id="7" creationId="{2F97CCF7-E907-5B9D-EA46-76048E92CD30}"/>
          </ac:spMkLst>
        </pc:spChg>
        <pc:spChg chg="mod">
          <ac:chgData name="Shaurya Verma" userId="a5be8305-a812-43fd-8576-818bdd41eb69" providerId="ADAL" clId="{07FE03CE-FB77-4E04-BBEA-D5E96B11A747}" dt="2026-01-16T09:06:19.327" v="1692"/>
          <ac:spMkLst>
            <pc:docMk/>
            <pc:sldMk cId="1185864960" sldId="2147469167"/>
            <ac:spMk id="8" creationId="{EE36BD33-7CEA-A4B9-A6BF-A3DF66901538}"/>
          </ac:spMkLst>
        </pc:spChg>
        <pc:spChg chg="mod">
          <ac:chgData name="Shaurya Verma" userId="a5be8305-a812-43fd-8576-818bdd41eb69" providerId="ADAL" clId="{07FE03CE-FB77-4E04-BBEA-D5E96B11A747}" dt="2026-01-16T09:05:39.871" v="1205" actId="790"/>
          <ac:spMkLst>
            <pc:docMk/>
            <pc:sldMk cId="1185864960" sldId="2147469167"/>
            <ac:spMk id="9" creationId="{785683A5-4851-3AEE-C74E-7CA60F63E467}"/>
          </ac:spMkLst>
        </pc:spChg>
        <pc:spChg chg="mod">
          <ac:chgData name="Shaurya Verma" userId="a5be8305-a812-43fd-8576-818bdd41eb69" providerId="ADAL" clId="{07FE03CE-FB77-4E04-BBEA-D5E96B11A747}" dt="2026-01-16T09:05:39.944" v="1234" actId="790"/>
          <ac:spMkLst>
            <pc:docMk/>
            <pc:sldMk cId="1185864960" sldId="2147469167"/>
            <ac:spMk id="17" creationId="{BA9D3252-1F2E-5480-E28D-C123C6D420E6}"/>
          </ac:spMkLst>
        </pc:spChg>
        <pc:spChg chg="mod">
          <ac:chgData name="Shaurya Verma" userId="a5be8305-a812-43fd-8576-818bdd41eb69" providerId="ADAL" clId="{07FE03CE-FB77-4E04-BBEA-D5E96B11A747}" dt="2026-01-16T09:05:39.978" v="1246" actId="790"/>
          <ac:spMkLst>
            <pc:docMk/>
            <pc:sldMk cId="1185864960" sldId="2147469167"/>
            <ac:spMk id="22" creationId="{68CEE925-FAD1-348F-6234-2E887DE1F877}"/>
          </ac:spMkLst>
        </pc:spChg>
        <pc:spChg chg="mod">
          <ac:chgData name="Shaurya Verma" userId="a5be8305-a812-43fd-8576-818bdd41eb69" providerId="ADAL" clId="{07FE03CE-FB77-4E04-BBEA-D5E96B11A747}" dt="2026-01-16T09:05:39.888" v="1211" actId="790"/>
          <ac:spMkLst>
            <pc:docMk/>
            <pc:sldMk cId="1185864960" sldId="2147469167"/>
            <ac:spMk id="40" creationId="{BA953559-9599-4A60-EDA1-02B485A6EB71}"/>
          </ac:spMkLst>
        </pc:spChg>
        <pc:spChg chg="mod">
          <ac:chgData name="Shaurya Verma" userId="a5be8305-a812-43fd-8576-818bdd41eb69" providerId="ADAL" clId="{07FE03CE-FB77-4E04-BBEA-D5E96B11A747}" dt="2026-01-16T09:05:39.908" v="1218" actId="790"/>
          <ac:spMkLst>
            <pc:docMk/>
            <pc:sldMk cId="1185864960" sldId="2147469167"/>
            <ac:spMk id="45" creationId="{D4F58084-EC22-EFF8-B90B-0F1DE40EEF8C}"/>
          </ac:spMkLst>
        </pc:spChg>
        <pc:spChg chg="mod">
          <ac:chgData name="Shaurya Verma" userId="a5be8305-a812-43fd-8576-818bdd41eb69" providerId="ADAL" clId="{07FE03CE-FB77-4E04-BBEA-D5E96B11A747}" dt="2026-01-16T09:05:39.911" v="1219" actId="790"/>
          <ac:spMkLst>
            <pc:docMk/>
            <pc:sldMk cId="1185864960" sldId="2147469167"/>
            <ac:spMk id="48" creationId="{9BA2E782-2E52-0975-1FBC-32D25A43AD9D}"/>
          </ac:spMkLst>
        </pc:spChg>
        <pc:spChg chg="mod">
          <ac:chgData name="Shaurya Verma" userId="a5be8305-a812-43fd-8576-818bdd41eb69" providerId="ADAL" clId="{07FE03CE-FB77-4E04-BBEA-D5E96B11A747}" dt="2026-01-16T09:05:39.924" v="1224" actId="790"/>
          <ac:spMkLst>
            <pc:docMk/>
            <pc:sldMk cId="1185864960" sldId="2147469167"/>
            <ac:spMk id="56" creationId="{470B2818-AB5E-155F-39C7-92B67F03AB76}"/>
          </ac:spMkLst>
        </pc:spChg>
      </pc:sldChg>
      <pc:sldChg chg="modSp mod">
        <pc:chgData name="Shaurya Verma" userId="a5be8305-a812-43fd-8576-818bdd41eb69" providerId="ADAL" clId="{07FE03CE-FB77-4E04-BBEA-D5E96B11A747}" dt="2026-01-16T09:07:14.878" v="1710" actId="20577"/>
        <pc:sldMkLst>
          <pc:docMk/>
          <pc:sldMk cId="3519694977" sldId="2147469170"/>
        </pc:sldMkLst>
        <pc:spChg chg="mod">
          <ac:chgData name="Shaurya Verma" userId="a5be8305-a812-43fd-8576-818bdd41eb69" providerId="ADAL" clId="{07FE03CE-FB77-4E04-BBEA-D5E96B11A747}" dt="2026-01-16T09:05:35.501" v="203" actId="790"/>
          <ac:spMkLst>
            <pc:docMk/>
            <pc:sldMk cId="3519694977" sldId="2147469170"/>
            <ac:spMk id="3" creationId="{42A643B0-1B76-C216-E6CD-3E57B744288B}"/>
          </ac:spMkLst>
        </pc:spChg>
        <pc:spChg chg="mod">
          <ac:chgData name="Shaurya Verma" userId="a5be8305-a812-43fd-8576-818bdd41eb69" providerId="ADAL" clId="{07FE03CE-FB77-4E04-BBEA-D5E96B11A747}" dt="2026-01-16T09:05:35.582" v="225" actId="790"/>
          <ac:spMkLst>
            <pc:docMk/>
            <pc:sldMk cId="3519694977" sldId="2147469170"/>
            <ac:spMk id="5" creationId="{41A315FC-412F-FB9F-1D01-C98C45BCA2F0}"/>
          </ac:spMkLst>
        </pc:spChg>
        <pc:spChg chg="mod">
          <ac:chgData name="Shaurya Verma" userId="a5be8305-a812-43fd-8576-818bdd41eb69" providerId="ADAL" clId="{07FE03CE-FB77-4E04-BBEA-D5E96B11A747}" dt="2026-01-16T09:07:08.585" v="1708" actId="20577"/>
          <ac:spMkLst>
            <pc:docMk/>
            <pc:sldMk cId="3519694977" sldId="2147469170"/>
            <ac:spMk id="6" creationId="{21795805-9E3A-0875-A556-A3017ABC2606}"/>
          </ac:spMkLst>
        </pc:spChg>
        <pc:spChg chg="mod">
          <ac:chgData name="Shaurya Verma" userId="a5be8305-a812-43fd-8576-818bdd41eb69" providerId="ADAL" clId="{07FE03CE-FB77-4E04-BBEA-D5E96B11A747}" dt="2026-01-16T09:05:35.520" v="208" actId="790"/>
          <ac:spMkLst>
            <pc:docMk/>
            <pc:sldMk cId="3519694977" sldId="2147469170"/>
            <ac:spMk id="7" creationId="{A1E1DE1B-96E6-153F-6298-2FE4671B289C}"/>
          </ac:spMkLst>
        </pc:spChg>
        <pc:spChg chg="mod">
          <ac:chgData name="Shaurya Verma" userId="a5be8305-a812-43fd-8576-818bdd41eb69" providerId="ADAL" clId="{07FE03CE-FB77-4E04-BBEA-D5E96B11A747}" dt="2026-01-16T09:05:35.552" v="215" actId="790"/>
          <ac:spMkLst>
            <pc:docMk/>
            <pc:sldMk cId="3519694977" sldId="2147469170"/>
            <ac:spMk id="8" creationId="{CBC92CB1-10F1-AD7F-33A3-0BF19CE611D3}"/>
          </ac:spMkLst>
        </pc:spChg>
        <pc:spChg chg="mod">
          <ac:chgData name="Shaurya Verma" userId="a5be8305-a812-43fd-8576-818bdd41eb69" providerId="ADAL" clId="{07FE03CE-FB77-4E04-BBEA-D5E96B11A747}" dt="2026-01-16T09:05:35.501" v="202" actId="790"/>
          <ac:spMkLst>
            <pc:docMk/>
            <pc:sldMk cId="3519694977" sldId="2147469170"/>
            <ac:spMk id="9" creationId="{FAB8A2B3-5FA9-0493-EDD2-F56C9E709E5D}"/>
          </ac:spMkLst>
        </pc:spChg>
        <pc:spChg chg="mod">
          <ac:chgData name="Shaurya Verma" userId="a5be8305-a812-43fd-8576-818bdd41eb69" providerId="ADAL" clId="{07FE03CE-FB77-4E04-BBEA-D5E96B11A747}" dt="2026-01-16T09:06:19.327" v="1692"/>
          <ac:spMkLst>
            <pc:docMk/>
            <pc:sldMk cId="3519694977" sldId="2147469170"/>
            <ac:spMk id="17" creationId="{4DBA2857-7412-9048-672D-B198E56A21DE}"/>
          </ac:spMkLst>
        </pc:spChg>
        <pc:spChg chg="mod">
          <ac:chgData name="Shaurya Verma" userId="a5be8305-a812-43fd-8576-818bdd41eb69" providerId="ADAL" clId="{07FE03CE-FB77-4E04-BBEA-D5E96B11A747}" dt="2026-01-16T09:05:35.665" v="249" actId="790"/>
          <ac:spMkLst>
            <pc:docMk/>
            <pc:sldMk cId="3519694977" sldId="2147469170"/>
            <ac:spMk id="22" creationId="{33831460-C9F2-CCED-925B-700ECFE9871E}"/>
          </ac:spMkLst>
        </pc:spChg>
        <pc:spChg chg="mod">
          <ac:chgData name="Shaurya Verma" userId="a5be8305-a812-43fd-8576-818bdd41eb69" providerId="ADAL" clId="{07FE03CE-FB77-4E04-BBEA-D5E96B11A747}" dt="2026-01-16T09:05:35.532" v="210" actId="790"/>
          <ac:spMkLst>
            <pc:docMk/>
            <pc:sldMk cId="3519694977" sldId="2147469170"/>
            <ac:spMk id="40" creationId="{5F200FC5-EE89-832B-33FF-D89C5F07FFCA}"/>
          </ac:spMkLst>
        </pc:spChg>
        <pc:spChg chg="mod">
          <ac:chgData name="Shaurya Verma" userId="a5be8305-a812-43fd-8576-818bdd41eb69" providerId="ADAL" clId="{07FE03CE-FB77-4E04-BBEA-D5E96B11A747}" dt="2026-01-16T09:07:14.878" v="1710" actId="20577"/>
          <ac:spMkLst>
            <pc:docMk/>
            <pc:sldMk cId="3519694977" sldId="2147469170"/>
            <ac:spMk id="45" creationId="{018C8967-D72B-3F35-E6A1-6D9EEA1BFF7F}"/>
          </ac:spMkLst>
        </pc:spChg>
        <pc:spChg chg="mod">
          <ac:chgData name="Shaurya Verma" userId="a5be8305-a812-43fd-8576-818bdd41eb69" providerId="ADAL" clId="{07FE03CE-FB77-4E04-BBEA-D5E96B11A747}" dt="2026-01-16T09:05:35.563" v="218" actId="790"/>
          <ac:spMkLst>
            <pc:docMk/>
            <pc:sldMk cId="3519694977" sldId="2147469170"/>
            <ac:spMk id="48" creationId="{93CF4C60-40FB-16C8-D234-CD8E6D44CB0D}"/>
          </ac:spMkLst>
        </pc:spChg>
        <pc:spChg chg="mod">
          <ac:chgData name="Shaurya Verma" userId="a5be8305-a812-43fd-8576-818bdd41eb69" providerId="ADAL" clId="{07FE03CE-FB77-4E04-BBEA-D5E96B11A747}" dt="2026-01-16T09:05:35.582" v="223" actId="790"/>
          <ac:spMkLst>
            <pc:docMk/>
            <pc:sldMk cId="3519694977" sldId="2147469170"/>
            <ac:spMk id="56" creationId="{87218FA3-3362-44B4-D459-7B743C793853}"/>
          </ac:spMkLst>
        </pc:spChg>
      </pc:sldChg>
      <pc:sldChg chg="modSp mod">
        <pc:chgData name="Shaurya Verma" userId="a5be8305-a812-43fd-8576-818bdd41eb69" providerId="ADAL" clId="{07FE03CE-FB77-4E04-BBEA-D5E96B11A747}" dt="2026-01-16T09:16:58.147" v="1803"/>
        <pc:sldMkLst>
          <pc:docMk/>
          <pc:sldMk cId="638265058" sldId="2147469172"/>
        </pc:sldMkLst>
        <pc:spChg chg="mod">
          <ac:chgData name="Shaurya Verma" userId="a5be8305-a812-43fd-8576-818bdd41eb69" providerId="ADAL" clId="{07FE03CE-FB77-4E04-BBEA-D5E96B11A747}" dt="2026-01-16T09:05:38.008" v="808" actId="790"/>
          <ac:spMkLst>
            <pc:docMk/>
            <pc:sldMk cId="638265058" sldId="2147469172"/>
            <ac:spMk id="3" creationId="{1D68F0AF-5DEC-6A0F-B910-D5048AE2D57D}"/>
          </ac:spMkLst>
        </pc:spChg>
        <pc:spChg chg="mod">
          <ac:chgData name="Shaurya Verma" userId="a5be8305-a812-43fd-8576-818bdd41eb69" providerId="ADAL" clId="{07FE03CE-FB77-4E04-BBEA-D5E96B11A747}" dt="2026-01-16T09:05:38.224" v="828" actId="790"/>
          <ac:spMkLst>
            <pc:docMk/>
            <pc:sldMk cId="638265058" sldId="2147469172"/>
            <ac:spMk id="5" creationId="{B008EE4D-00BE-7867-2E1D-710B90222F97}"/>
          </ac:spMkLst>
        </pc:spChg>
        <pc:spChg chg="mod">
          <ac:chgData name="Shaurya Verma" userId="a5be8305-a812-43fd-8576-818bdd41eb69" providerId="ADAL" clId="{07FE03CE-FB77-4E04-BBEA-D5E96B11A747}" dt="2026-01-16T09:16:58.147" v="1803"/>
          <ac:spMkLst>
            <pc:docMk/>
            <pc:sldMk cId="638265058" sldId="2147469172"/>
            <ac:spMk id="6" creationId="{22ED3F38-5CA4-A18C-5DD3-54EB5BA495E8}"/>
          </ac:spMkLst>
        </pc:spChg>
        <pc:spChg chg="mod">
          <ac:chgData name="Shaurya Verma" userId="a5be8305-a812-43fd-8576-818bdd41eb69" providerId="ADAL" clId="{07FE03CE-FB77-4E04-BBEA-D5E96B11A747}" dt="2026-01-16T09:05:38.017" v="811" actId="790"/>
          <ac:spMkLst>
            <pc:docMk/>
            <pc:sldMk cId="638265058" sldId="2147469172"/>
            <ac:spMk id="7" creationId="{2987C0C4-61A6-AAC8-B136-C63DB0EC42F4}"/>
          </ac:spMkLst>
        </pc:spChg>
        <pc:spChg chg="mod">
          <ac:chgData name="Shaurya Verma" userId="a5be8305-a812-43fd-8576-818bdd41eb69" providerId="ADAL" clId="{07FE03CE-FB77-4E04-BBEA-D5E96B11A747}" dt="2026-01-16T09:06:19.327" v="1692"/>
          <ac:spMkLst>
            <pc:docMk/>
            <pc:sldMk cId="638265058" sldId="2147469172"/>
            <ac:spMk id="8" creationId="{9046B264-8FB6-CF19-C244-8CF62D8664A0}"/>
          </ac:spMkLst>
        </pc:spChg>
        <pc:spChg chg="mod">
          <ac:chgData name="Shaurya Verma" userId="a5be8305-a812-43fd-8576-818bdd41eb69" providerId="ADAL" clId="{07FE03CE-FB77-4E04-BBEA-D5E96B11A747}" dt="2026-01-16T09:05:38.004" v="807" actId="790"/>
          <ac:spMkLst>
            <pc:docMk/>
            <pc:sldMk cId="638265058" sldId="2147469172"/>
            <ac:spMk id="9" creationId="{12C6F102-CD97-DE30-09E4-4864C809E24F}"/>
          </ac:spMkLst>
        </pc:spChg>
        <pc:spChg chg="mod">
          <ac:chgData name="Shaurya Verma" userId="a5be8305-a812-43fd-8576-818bdd41eb69" providerId="ADAL" clId="{07FE03CE-FB77-4E04-BBEA-D5E96B11A747}" dt="2026-01-16T09:06:19.327" v="1692"/>
          <ac:spMkLst>
            <pc:docMk/>
            <pc:sldMk cId="638265058" sldId="2147469172"/>
            <ac:spMk id="17" creationId="{3C0ED0C1-1372-9837-E58B-F5E20F2142E6}"/>
          </ac:spMkLst>
        </pc:spChg>
        <pc:spChg chg="mod">
          <ac:chgData name="Shaurya Verma" userId="a5be8305-a812-43fd-8576-818bdd41eb69" providerId="ADAL" clId="{07FE03CE-FB77-4E04-BBEA-D5E96B11A747}" dt="2026-01-16T09:05:38.350" v="853" actId="790"/>
          <ac:spMkLst>
            <pc:docMk/>
            <pc:sldMk cId="638265058" sldId="2147469172"/>
            <ac:spMk id="22" creationId="{3312F1AC-7CA7-3E97-7F43-EA5C95FD82E2}"/>
          </ac:spMkLst>
        </pc:spChg>
        <pc:spChg chg="mod">
          <ac:chgData name="Shaurya Verma" userId="a5be8305-a812-43fd-8576-818bdd41eb69" providerId="ADAL" clId="{07FE03CE-FB77-4E04-BBEA-D5E96B11A747}" dt="2026-01-16T09:05:38.024" v="813" actId="790"/>
          <ac:spMkLst>
            <pc:docMk/>
            <pc:sldMk cId="638265058" sldId="2147469172"/>
            <ac:spMk id="40" creationId="{10A4EC32-9F9E-8812-F97A-0E9CB5E326A4}"/>
          </ac:spMkLst>
        </pc:spChg>
        <pc:spChg chg="mod">
          <ac:chgData name="Shaurya Verma" userId="a5be8305-a812-43fd-8576-818bdd41eb69" providerId="ADAL" clId="{07FE03CE-FB77-4E04-BBEA-D5E96B11A747}" dt="2026-01-16T09:05:38.147" v="820" actId="790"/>
          <ac:spMkLst>
            <pc:docMk/>
            <pc:sldMk cId="638265058" sldId="2147469172"/>
            <ac:spMk id="45" creationId="{038E3462-D377-4F81-53AC-492FD87D46CB}"/>
          </ac:spMkLst>
        </pc:spChg>
        <pc:spChg chg="mod">
          <ac:chgData name="Shaurya Verma" userId="a5be8305-a812-43fd-8576-818bdd41eb69" providerId="ADAL" clId="{07FE03CE-FB77-4E04-BBEA-D5E96B11A747}" dt="2026-01-16T09:05:38.151" v="821" actId="790"/>
          <ac:spMkLst>
            <pc:docMk/>
            <pc:sldMk cId="638265058" sldId="2147469172"/>
            <ac:spMk id="48" creationId="{0F3A94E0-FD49-4BF7-8879-08E7AE215918}"/>
          </ac:spMkLst>
        </pc:spChg>
        <pc:spChg chg="mod">
          <ac:chgData name="Shaurya Verma" userId="a5be8305-a812-43fd-8576-818bdd41eb69" providerId="ADAL" clId="{07FE03CE-FB77-4E04-BBEA-D5E96B11A747}" dt="2026-01-16T09:05:38.217" v="826" actId="790"/>
          <ac:spMkLst>
            <pc:docMk/>
            <pc:sldMk cId="638265058" sldId="2147469172"/>
            <ac:spMk id="56" creationId="{C9495EE2-2BC3-B010-F76C-ED5335F79CFA}"/>
          </ac:spMkLst>
        </pc:spChg>
        <pc:grpChg chg="mod">
          <ac:chgData name="Shaurya Verma" userId="a5be8305-a812-43fd-8576-818bdd41eb69" providerId="ADAL" clId="{07FE03CE-FB77-4E04-BBEA-D5E96B11A747}" dt="2026-01-16T09:06:19.327" v="1692"/>
          <ac:grpSpMkLst>
            <pc:docMk/>
            <pc:sldMk cId="638265058" sldId="2147469172"/>
            <ac:grpSpMk id="16" creationId="{430D52F1-1B4A-5FF2-6DF7-C89EA47E4945}"/>
          </ac:grpSpMkLst>
        </pc:grpChg>
        <pc:cxnChg chg="mod">
          <ac:chgData name="Shaurya Verma" userId="a5be8305-a812-43fd-8576-818bdd41eb69" providerId="ADAL" clId="{07FE03CE-FB77-4E04-BBEA-D5E96B11A747}" dt="2026-01-16T09:06:19.327" v="1692"/>
          <ac:cxnSpMkLst>
            <pc:docMk/>
            <pc:sldMk cId="638265058" sldId="2147469172"/>
            <ac:cxnSpMk id="18" creationId="{CBA337A4-A041-E4EF-F829-F630FFDBEAFB}"/>
          </ac:cxnSpMkLst>
        </pc:cxnChg>
      </pc:sldChg>
      <pc:sldChg chg="modSp mod">
        <pc:chgData name="Shaurya Verma" userId="a5be8305-a812-43fd-8576-818bdd41eb69" providerId="ADAL" clId="{07FE03CE-FB77-4E04-BBEA-D5E96B11A747}" dt="2026-01-16T09:06:25.886" v="1693"/>
        <pc:sldMkLst>
          <pc:docMk/>
          <pc:sldMk cId="2799704082" sldId="2147469173"/>
        </pc:sldMkLst>
        <pc:spChg chg="mod">
          <ac:chgData name="Shaurya Verma" userId="a5be8305-a812-43fd-8576-818bdd41eb69" providerId="ADAL" clId="{07FE03CE-FB77-4E04-BBEA-D5E96B11A747}" dt="2026-01-16T09:05:35.080" v="108" actId="790"/>
          <ac:spMkLst>
            <pc:docMk/>
            <pc:sldMk cId="2799704082" sldId="2147469173"/>
            <ac:spMk id="3" creationId="{1D64889F-0FE0-CA30-A2CA-B0A861FD94E7}"/>
          </ac:spMkLst>
        </pc:spChg>
        <pc:spChg chg="mod">
          <ac:chgData name="Shaurya Verma" userId="a5be8305-a812-43fd-8576-818bdd41eb69" providerId="ADAL" clId="{07FE03CE-FB77-4E04-BBEA-D5E96B11A747}" dt="2026-01-16T09:05:35.154" v="128" actId="790"/>
          <ac:spMkLst>
            <pc:docMk/>
            <pc:sldMk cId="2799704082" sldId="2147469173"/>
            <ac:spMk id="5" creationId="{9356F21E-A707-7AA3-4EF0-4B742EEB6114}"/>
          </ac:spMkLst>
        </pc:spChg>
        <pc:spChg chg="mod">
          <ac:chgData name="Shaurya Verma" userId="a5be8305-a812-43fd-8576-818bdd41eb69" providerId="ADAL" clId="{07FE03CE-FB77-4E04-BBEA-D5E96B11A747}" dt="2026-01-16T09:06:25.886" v="1693"/>
          <ac:spMkLst>
            <pc:docMk/>
            <pc:sldMk cId="2799704082" sldId="2147469173"/>
            <ac:spMk id="6" creationId="{AFFA71CD-A2F2-0EDE-5343-5641DEC1FFF5}"/>
          </ac:spMkLst>
        </pc:spChg>
        <pc:spChg chg="mod">
          <ac:chgData name="Shaurya Verma" userId="a5be8305-a812-43fd-8576-818bdd41eb69" providerId="ADAL" clId="{07FE03CE-FB77-4E04-BBEA-D5E96B11A747}" dt="2026-01-16T09:05:35.092" v="111" actId="790"/>
          <ac:spMkLst>
            <pc:docMk/>
            <pc:sldMk cId="2799704082" sldId="2147469173"/>
            <ac:spMk id="7" creationId="{CB34C60D-91CB-B86F-0D64-9212932E831F}"/>
          </ac:spMkLst>
        </pc:spChg>
        <pc:spChg chg="mod">
          <ac:chgData name="Shaurya Verma" userId="a5be8305-a812-43fd-8576-818bdd41eb69" providerId="ADAL" clId="{07FE03CE-FB77-4E04-BBEA-D5E96B11A747}" dt="2026-01-16T09:06:19.327" v="1692"/>
          <ac:spMkLst>
            <pc:docMk/>
            <pc:sldMk cId="2799704082" sldId="2147469173"/>
            <ac:spMk id="8" creationId="{A8D8FF11-EC82-8E84-1CD8-970D840EB9FC}"/>
          </ac:spMkLst>
        </pc:spChg>
        <pc:spChg chg="mod">
          <ac:chgData name="Shaurya Verma" userId="a5be8305-a812-43fd-8576-818bdd41eb69" providerId="ADAL" clId="{07FE03CE-FB77-4E04-BBEA-D5E96B11A747}" dt="2026-01-16T09:05:35.075" v="107" actId="790"/>
          <ac:spMkLst>
            <pc:docMk/>
            <pc:sldMk cId="2799704082" sldId="2147469173"/>
            <ac:spMk id="9" creationId="{15D6969D-943C-2B87-26D0-F2F6E5F03EE9}"/>
          </ac:spMkLst>
        </pc:spChg>
        <pc:spChg chg="mod">
          <ac:chgData name="Shaurya Verma" userId="a5be8305-a812-43fd-8576-818bdd41eb69" providerId="ADAL" clId="{07FE03CE-FB77-4E04-BBEA-D5E96B11A747}" dt="2026-01-16T09:06:12.386" v="1691" actId="20577"/>
          <ac:spMkLst>
            <pc:docMk/>
            <pc:sldMk cId="2799704082" sldId="2147469173"/>
            <ac:spMk id="17" creationId="{03D7C820-1B5A-8852-646A-AC91C8A05786}"/>
          </ac:spMkLst>
        </pc:spChg>
        <pc:spChg chg="mod">
          <ac:chgData name="Shaurya Verma" userId="a5be8305-a812-43fd-8576-818bdd41eb69" providerId="ADAL" clId="{07FE03CE-FB77-4E04-BBEA-D5E96B11A747}" dt="2026-01-16T09:05:35.251" v="149" actId="790"/>
          <ac:spMkLst>
            <pc:docMk/>
            <pc:sldMk cId="2799704082" sldId="2147469173"/>
            <ac:spMk id="22" creationId="{BD191B60-A06F-8017-7086-F4D2624E27E3}"/>
          </ac:spMkLst>
        </pc:spChg>
        <pc:spChg chg="mod">
          <ac:chgData name="Shaurya Verma" userId="a5be8305-a812-43fd-8576-818bdd41eb69" providerId="ADAL" clId="{07FE03CE-FB77-4E04-BBEA-D5E96B11A747}" dt="2026-01-16T09:05:35.101" v="113" actId="790"/>
          <ac:spMkLst>
            <pc:docMk/>
            <pc:sldMk cId="2799704082" sldId="2147469173"/>
            <ac:spMk id="40" creationId="{643BEDDC-3267-3BE8-550C-9A0BF4AD5B48}"/>
          </ac:spMkLst>
        </pc:spChg>
        <pc:spChg chg="mod">
          <ac:chgData name="Shaurya Verma" userId="a5be8305-a812-43fd-8576-818bdd41eb69" providerId="ADAL" clId="{07FE03CE-FB77-4E04-BBEA-D5E96B11A747}" dt="2026-01-16T09:05:35.127" v="120" actId="790"/>
          <ac:spMkLst>
            <pc:docMk/>
            <pc:sldMk cId="2799704082" sldId="2147469173"/>
            <ac:spMk id="45" creationId="{B255687C-426A-4782-5F1F-3539C7E226F2}"/>
          </ac:spMkLst>
        </pc:spChg>
        <pc:spChg chg="mod">
          <ac:chgData name="Shaurya Verma" userId="a5be8305-a812-43fd-8576-818bdd41eb69" providerId="ADAL" clId="{07FE03CE-FB77-4E04-BBEA-D5E96B11A747}" dt="2026-01-16T09:05:35.131" v="121" actId="790"/>
          <ac:spMkLst>
            <pc:docMk/>
            <pc:sldMk cId="2799704082" sldId="2147469173"/>
            <ac:spMk id="48" creationId="{1EB14ACD-EB4F-9262-992F-2DE0796D0127}"/>
          </ac:spMkLst>
        </pc:spChg>
        <pc:spChg chg="mod">
          <ac:chgData name="Shaurya Verma" userId="a5be8305-a812-43fd-8576-818bdd41eb69" providerId="ADAL" clId="{07FE03CE-FB77-4E04-BBEA-D5E96B11A747}" dt="2026-01-16T09:06:19.327" v="1692"/>
          <ac:spMkLst>
            <pc:docMk/>
            <pc:sldMk cId="2799704082" sldId="2147469173"/>
            <ac:spMk id="56" creationId="{842777F9-5011-628F-D26C-265C1DD40111}"/>
          </ac:spMkLst>
        </pc:spChg>
      </pc:sldChg>
      <pc:sldChg chg="modSp mod">
        <pc:chgData name="Shaurya Verma" userId="a5be8305-a812-43fd-8576-818bdd41eb69" providerId="ADAL" clId="{07FE03CE-FB77-4E04-BBEA-D5E96B11A747}" dt="2026-01-16T09:16:07.531" v="1796" actId="20577"/>
        <pc:sldMkLst>
          <pc:docMk/>
          <pc:sldMk cId="1499461950" sldId="2147469174"/>
        </pc:sldMkLst>
        <pc:spChg chg="mod">
          <ac:chgData name="Shaurya Verma" userId="a5be8305-a812-43fd-8576-818bdd41eb69" providerId="ADAL" clId="{07FE03CE-FB77-4E04-BBEA-D5E96B11A747}" dt="2026-01-16T09:05:37.084" v="599" actId="790"/>
          <ac:spMkLst>
            <pc:docMk/>
            <pc:sldMk cId="1499461950" sldId="2147469174"/>
            <ac:spMk id="3" creationId="{807622AF-15F7-98ED-74B5-11967550C5F7}"/>
          </ac:spMkLst>
        </pc:spChg>
        <pc:spChg chg="mod">
          <ac:chgData name="Shaurya Verma" userId="a5be8305-a812-43fd-8576-818bdd41eb69" providerId="ADAL" clId="{07FE03CE-FB77-4E04-BBEA-D5E96B11A747}" dt="2026-01-16T09:05:37.184" v="620" actId="790"/>
          <ac:spMkLst>
            <pc:docMk/>
            <pc:sldMk cId="1499461950" sldId="2147469174"/>
            <ac:spMk id="5" creationId="{6C4ABB91-5BD4-8238-CF3A-09F985B5A578}"/>
          </ac:spMkLst>
        </pc:spChg>
        <pc:spChg chg="mod">
          <ac:chgData name="Shaurya Verma" userId="a5be8305-a812-43fd-8576-818bdd41eb69" providerId="ADAL" clId="{07FE03CE-FB77-4E04-BBEA-D5E96B11A747}" dt="2026-01-16T09:15:56.639" v="1786"/>
          <ac:spMkLst>
            <pc:docMk/>
            <pc:sldMk cId="1499461950" sldId="2147469174"/>
            <ac:spMk id="6" creationId="{13D08250-82B7-A764-0834-01FFF3A7DC01}"/>
          </ac:spMkLst>
        </pc:spChg>
        <pc:spChg chg="mod">
          <ac:chgData name="Shaurya Verma" userId="a5be8305-a812-43fd-8576-818bdd41eb69" providerId="ADAL" clId="{07FE03CE-FB77-4E04-BBEA-D5E96B11A747}" dt="2026-01-16T09:05:37.113" v="604" actId="790"/>
          <ac:spMkLst>
            <pc:docMk/>
            <pc:sldMk cId="1499461950" sldId="2147469174"/>
            <ac:spMk id="7" creationId="{D48B58D7-7D2B-429F-1B17-012C0DBD3A36}"/>
          </ac:spMkLst>
        </pc:spChg>
        <pc:spChg chg="mod">
          <ac:chgData name="Shaurya Verma" userId="a5be8305-a812-43fd-8576-818bdd41eb69" providerId="ADAL" clId="{07FE03CE-FB77-4E04-BBEA-D5E96B11A747}" dt="2026-01-16T09:05:37.143" v="611" actId="790"/>
          <ac:spMkLst>
            <pc:docMk/>
            <pc:sldMk cId="1499461950" sldId="2147469174"/>
            <ac:spMk id="8" creationId="{D11B7175-B9EF-8EAD-3216-D739DF8AF422}"/>
          </ac:spMkLst>
        </pc:spChg>
        <pc:spChg chg="mod">
          <ac:chgData name="Shaurya Verma" userId="a5be8305-a812-43fd-8576-818bdd41eb69" providerId="ADAL" clId="{07FE03CE-FB77-4E04-BBEA-D5E96B11A747}" dt="2026-01-16T09:05:37.084" v="598" actId="790"/>
          <ac:spMkLst>
            <pc:docMk/>
            <pc:sldMk cId="1499461950" sldId="2147469174"/>
            <ac:spMk id="9" creationId="{7857A316-3A5D-C482-D3C1-0639B9C600C7}"/>
          </ac:spMkLst>
        </pc:spChg>
        <pc:spChg chg="mod">
          <ac:chgData name="Shaurya Verma" userId="a5be8305-a812-43fd-8576-818bdd41eb69" providerId="ADAL" clId="{07FE03CE-FB77-4E04-BBEA-D5E96B11A747}" dt="2026-01-16T09:10:29.862" v="1784" actId="20577"/>
          <ac:spMkLst>
            <pc:docMk/>
            <pc:sldMk cId="1499461950" sldId="2147469174"/>
            <ac:spMk id="17" creationId="{EE17096C-AFEB-40BF-D490-A69757FD0C15}"/>
          </ac:spMkLst>
        </pc:spChg>
        <pc:spChg chg="mod">
          <ac:chgData name="Shaurya Verma" userId="a5be8305-a812-43fd-8576-818bdd41eb69" providerId="ADAL" clId="{07FE03CE-FB77-4E04-BBEA-D5E96B11A747}" dt="2026-01-16T09:05:37.310" v="652" actId="790"/>
          <ac:spMkLst>
            <pc:docMk/>
            <pc:sldMk cId="1499461950" sldId="2147469174"/>
            <ac:spMk id="22" creationId="{E8468A2A-2831-0C0C-EDF5-80A8CB556FC0}"/>
          </ac:spMkLst>
        </pc:spChg>
        <pc:spChg chg="mod">
          <ac:chgData name="Shaurya Verma" userId="a5be8305-a812-43fd-8576-818bdd41eb69" providerId="ADAL" clId="{07FE03CE-FB77-4E04-BBEA-D5E96B11A747}" dt="2026-01-16T09:05:37.125" v="606" actId="790"/>
          <ac:spMkLst>
            <pc:docMk/>
            <pc:sldMk cId="1499461950" sldId="2147469174"/>
            <ac:spMk id="40" creationId="{013FFEEC-7CF8-25FF-58A6-7F16F1414DAC}"/>
          </ac:spMkLst>
        </pc:spChg>
        <pc:spChg chg="mod">
          <ac:chgData name="Shaurya Verma" userId="a5be8305-a812-43fd-8576-818bdd41eb69" providerId="ADAL" clId="{07FE03CE-FB77-4E04-BBEA-D5E96B11A747}" dt="2026-01-16T09:16:07.531" v="1796" actId="20577"/>
          <ac:spMkLst>
            <pc:docMk/>
            <pc:sldMk cId="1499461950" sldId="2147469174"/>
            <ac:spMk id="45" creationId="{9A8E73CB-B93F-FE97-A879-13329134420E}"/>
          </ac:spMkLst>
        </pc:spChg>
        <pc:spChg chg="mod">
          <ac:chgData name="Shaurya Verma" userId="a5be8305-a812-43fd-8576-818bdd41eb69" providerId="ADAL" clId="{07FE03CE-FB77-4E04-BBEA-D5E96B11A747}" dt="2026-01-16T09:05:37.146" v="614" actId="790"/>
          <ac:spMkLst>
            <pc:docMk/>
            <pc:sldMk cId="1499461950" sldId="2147469174"/>
            <ac:spMk id="48" creationId="{02671D79-65F1-43CF-3934-4C33ABAE2159}"/>
          </ac:spMkLst>
        </pc:spChg>
        <pc:spChg chg="mod">
          <ac:chgData name="Shaurya Verma" userId="a5be8305-a812-43fd-8576-818bdd41eb69" providerId="ADAL" clId="{07FE03CE-FB77-4E04-BBEA-D5E96B11A747}" dt="2026-01-16T09:05:37.174" v="618" actId="790"/>
          <ac:spMkLst>
            <pc:docMk/>
            <pc:sldMk cId="1499461950" sldId="2147469174"/>
            <ac:spMk id="56" creationId="{C23C5974-3C86-F66C-B906-FCF88BECA232}"/>
          </ac:spMkLst>
        </pc:spChg>
      </pc:sldChg>
      <pc:sldChg chg="modSp mod">
        <pc:chgData name="Shaurya Verma" userId="a5be8305-a812-43fd-8576-818bdd41eb69" providerId="ADAL" clId="{07FE03CE-FB77-4E04-BBEA-D5E96B11A747}" dt="2026-01-16T09:09:26.130" v="1756" actId="20577"/>
        <pc:sldMkLst>
          <pc:docMk/>
          <pc:sldMk cId="2979919203" sldId="2147469175"/>
        </pc:sldMkLst>
        <pc:spChg chg="mod">
          <ac:chgData name="Shaurya Verma" userId="a5be8305-a812-43fd-8576-818bdd41eb69" providerId="ADAL" clId="{07FE03CE-FB77-4E04-BBEA-D5E96B11A747}" dt="2026-01-16T09:05:36.112" v="373" actId="790"/>
          <ac:spMkLst>
            <pc:docMk/>
            <pc:sldMk cId="2979919203" sldId="2147469175"/>
            <ac:spMk id="3" creationId="{9677B646-9C35-2E44-BEC8-F7CAE60E0E81}"/>
          </ac:spMkLst>
        </pc:spChg>
        <pc:spChg chg="mod">
          <ac:chgData name="Shaurya Verma" userId="a5be8305-a812-43fd-8576-818bdd41eb69" providerId="ADAL" clId="{07FE03CE-FB77-4E04-BBEA-D5E96B11A747}" dt="2026-01-16T09:05:36.177" v="394" actId="790"/>
          <ac:spMkLst>
            <pc:docMk/>
            <pc:sldMk cId="2979919203" sldId="2147469175"/>
            <ac:spMk id="5" creationId="{0DCDBF16-8356-A536-C1D4-55B5AC37C7D9}"/>
          </ac:spMkLst>
        </pc:spChg>
        <pc:spChg chg="mod">
          <ac:chgData name="Shaurya Verma" userId="a5be8305-a812-43fd-8576-818bdd41eb69" providerId="ADAL" clId="{07FE03CE-FB77-4E04-BBEA-D5E96B11A747}" dt="2026-01-16T09:08:34.959" v="1753"/>
          <ac:spMkLst>
            <pc:docMk/>
            <pc:sldMk cId="2979919203" sldId="2147469175"/>
            <ac:spMk id="6" creationId="{8E88CAFC-3CB6-8925-0095-87FA245A1585}"/>
          </ac:spMkLst>
        </pc:spChg>
        <pc:spChg chg="mod">
          <ac:chgData name="Shaurya Verma" userId="a5be8305-a812-43fd-8576-818bdd41eb69" providerId="ADAL" clId="{07FE03CE-FB77-4E04-BBEA-D5E96B11A747}" dt="2026-01-16T09:05:36.121" v="378" actId="790"/>
          <ac:spMkLst>
            <pc:docMk/>
            <pc:sldMk cId="2979919203" sldId="2147469175"/>
            <ac:spMk id="7" creationId="{DDD356ED-BEAE-1FD6-90A8-C03F01515685}"/>
          </ac:spMkLst>
        </pc:spChg>
        <pc:spChg chg="mod">
          <ac:chgData name="Shaurya Verma" userId="a5be8305-a812-43fd-8576-818bdd41eb69" providerId="ADAL" clId="{07FE03CE-FB77-4E04-BBEA-D5E96B11A747}" dt="2026-01-16T09:05:36.146" v="386" actId="790"/>
          <ac:spMkLst>
            <pc:docMk/>
            <pc:sldMk cId="2979919203" sldId="2147469175"/>
            <ac:spMk id="8" creationId="{D020B265-B4B1-99CF-01A7-D7C9A5178C06}"/>
          </ac:spMkLst>
        </pc:spChg>
        <pc:spChg chg="mod">
          <ac:chgData name="Shaurya Verma" userId="a5be8305-a812-43fd-8576-818bdd41eb69" providerId="ADAL" clId="{07FE03CE-FB77-4E04-BBEA-D5E96B11A747}" dt="2026-01-16T09:05:36.095" v="372" actId="790"/>
          <ac:spMkLst>
            <pc:docMk/>
            <pc:sldMk cId="2979919203" sldId="2147469175"/>
            <ac:spMk id="9" creationId="{7CDEFE42-96F5-8855-9984-380EDE066ABE}"/>
          </ac:spMkLst>
        </pc:spChg>
        <pc:spChg chg="mod">
          <ac:chgData name="Shaurya Verma" userId="a5be8305-a812-43fd-8576-818bdd41eb69" providerId="ADAL" clId="{07FE03CE-FB77-4E04-BBEA-D5E96B11A747}" dt="2026-01-16T09:05:36.229" v="406" actId="790"/>
          <ac:spMkLst>
            <pc:docMk/>
            <pc:sldMk cId="2979919203" sldId="2147469175"/>
            <ac:spMk id="17" creationId="{FF963457-C7B9-C2BD-F0CE-3F7DE5FB0CC7}"/>
          </ac:spMkLst>
        </pc:spChg>
        <pc:spChg chg="mod">
          <ac:chgData name="Shaurya Verma" userId="a5be8305-a812-43fd-8576-818bdd41eb69" providerId="ADAL" clId="{07FE03CE-FB77-4E04-BBEA-D5E96B11A747}" dt="2026-01-16T09:05:36.264" v="417" actId="790"/>
          <ac:spMkLst>
            <pc:docMk/>
            <pc:sldMk cId="2979919203" sldId="2147469175"/>
            <ac:spMk id="22" creationId="{CDE86C16-98C8-A905-E4BE-2638BB6D43DC}"/>
          </ac:spMkLst>
        </pc:spChg>
        <pc:spChg chg="mod">
          <ac:chgData name="Shaurya Verma" userId="a5be8305-a812-43fd-8576-818bdd41eb69" providerId="ADAL" clId="{07FE03CE-FB77-4E04-BBEA-D5E96B11A747}" dt="2026-01-16T09:09:23.745" v="1754" actId="20577"/>
          <ac:spMkLst>
            <pc:docMk/>
            <pc:sldMk cId="2979919203" sldId="2147469175"/>
            <ac:spMk id="40" creationId="{B6454D6B-E73B-7170-250B-34054B3D0703}"/>
          </ac:spMkLst>
        </pc:spChg>
        <pc:spChg chg="mod">
          <ac:chgData name="Shaurya Verma" userId="a5be8305-a812-43fd-8576-818bdd41eb69" providerId="ADAL" clId="{07FE03CE-FB77-4E04-BBEA-D5E96B11A747}" dt="2026-01-16T09:09:26.130" v="1756" actId="20577"/>
          <ac:spMkLst>
            <pc:docMk/>
            <pc:sldMk cId="2979919203" sldId="2147469175"/>
            <ac:spMk id="45" creationId="{403AB50B-D7B0-147D-A3FE-EF2436309153}"/>
          </ac:spMkLst>
        </pc:spChg>
        <pc:spChg chg="mod">
          <ac:chgData name="Shaurya Verma" userId="a5be8305-a812-43fd-8576-818bdd41eb69" providerId="ADAL" clId="{07FE03CE-FB77-4E04-BBEA-D5E96B11A747}" dt="2026-01-16T09:05:36.161" v="389" actId="790"/>
          <ac:spMkLst>
            <pc:docMk/>
            <pc:sldMk cId="2979919203" sldId="2147469175"/>
            <ac:spMk id="48" creationId="{D37AE555-6971-8B13-3237-7DCEB55201D9}"/>
          </ac:spMkLst>
        </pc:spChg>
        <pc:spChg chg="mod">
          <ac:chgData name="Shaurya Verma" userId="a5be8305-a812-43fd-8576-818bdd41eb69" providerId="ADAL" clId="{07FE03CE-FB77-4E04-BBEA-D5E96B11A747}" dt="2026-01-16T09:05:36.173" v="392" actId="790"/>
          <ac:spMkLst>
            <pc:docMk/>
            <pc:sldMk cId="2979919203" sldId="2147469175"/>
            <ac:spMk id="56" creationId="{C474477B-A94B-D3BB-2764-93DE5B8193F5}"/>
          </ac:spMkLst>
        </pc:spChg>
      </pc:sldChg>
      <pc:sldChg chg="modSp mod">
        <pc:chgData name="Shaurya Verma" userId="a5be8305-a812-43fd-8576-818bdd41eb69" providerId="ADAL" clId="{07FE03CE-FB77-4E04-BBEA-D5E96B11A747}" dt="2026-01-16T09:18:08.076" v="1836"/>
        <pc:sldMkLst>
          <pc:docMk/>
          <pc:sldMk cId="1265077518" sldId="2147469176"/>
        </pc:sldMkLst>
        <pc:spChg chg="mod">
          <ac:chgData name="Shaurya Verma" userId="a5be8305-a812-43fd-8576-818bdd41eb69" providerId="ADAL" clId="{07FE03CE-FB77-4E04-BBEA-D5E96B11A747}" dt="2026-01-16T09:05:39.084" v="991" actId="790"/>
          <ac:spMkLst>
            <pc:docMk/>
            <pc:sldMk cId="1265077518" sldId="2147469176"/>
            <ac:spMk id="3" creationId="{59DDDF49-F1E3-6783-6125-16C6CB7532AD}"/>
          </ac:spMkLst>
        </pc:spChg>
        <pc:spChg chg="mod">
          <ac:chgData name="Shaurya Verma" userId="a5be8305-a812-43fd-8576-818bdd41eb69" providerId="ADAL" clId="{07FE03CE-FB77-4E04-BBEA-D5E96B11A747}" dt="2026-01-16T09:05:39.194" v="1013" actId="790"/>
          <ac:spMkLst>
            <pc:docMk/>
            <pc:sldMk cId="1265077518" sldId="2147469176"/>
            <ac:spMk id="5" creationId="{8B75D14C-090D-9F20-3D5C-F9E70D21BB7C}"/>
          </ac:spMkLst>
        </pc:spChg>
        <pc:spChg chg="mod">
          <ac:chgData name="Shaurya Verma" userId="a5be8305-a812-43fd-8576-818bdd41eb69" providerId="ADAL" clId="{07FE03CE-FB77-4E04-BBEA-D5E96B11A747}" dt="2026-01-16T09:18:08.076" v="1836"/>
          <ac:spMkLst>
            <pc:docMk/>
            <pc:sldMk cId="1265077518" sldId="2147469176"/>
            <ac:spMk id="6" creationId="{7439C4E7-05E7-944A-ABD1-B2332EF5FEA5}"/>
          </ac:spMkLst>
        </pc:spChg>
        <pc:spChg chg="mod">
          <ac:chgData name="Shaurya Verma" userId="a5be8305-a812-43fd-8576-818bdd41eb69" providerId="ADAL" clId="{07FE03CE-FB77-4E04-BBEA-D5E96B11A747}" dt="2026-01-16T09:05:39.097" v="996" actId="790"/>
          <ac:spMkLst>
            <pc:docMk/>
            <pc:sldMk cId="1265077518" sldId="2147469176"/>
            <ac:spMk id="7" creationId="{84ECC1BB-EC23-A620-C998-ABDD2FCA8E70}"/>
          </ac:spMkLst>
        </pc:spChg>
        <pc:spChg chg="mod">
          <ac:chgData name="Shaurya Verma" userId="a5be8305-a812-43fd-8576-818bdd41eb69" providerId="ADAL" clId="{07FE03CE-FB77-4E04-BBEA-D5E96B11A747}" dt="2026-01-16T09:06:19.327" v="1692"/>
          <ac:spMkLst>
            <pc:docMk/>
            <pc:sldMk cId="1265077518" sldId="2147469176"/>
            <ac:spMk id="8" creationId="{AAD2315B-95B3-DB68-4845-5B97BAA28C9F}"/>
          </ac:spMkLst>
        </pc:spChg>
        <pc:spChg chg="mod">
          <ac:chgData name="Shaurya Verma" userId="a5be8305-a812-43fd-8576-818bdd41eb69" providerId="ADAL" clId="{07FE03CE-FB77-4E04-BBEA-D5E96B11A747}" dt="2026-01-16T09:05:39.079" v="990" actId="790"/>
          <ac:spMkLst>
            <pc:docMk/>
            <pc:sldMk cId="1265077518" sldId="2147469176"/>
            <ac:spMk id="9" creationId="{EE5853FC-B89A-1964-2487-A93FA70B62EE}"/>
          </ac:spMkLst>
        </pc:spChg>
        <pc:spChg chg="mod">
          <ac:chgData name="Shaurya Verma" userId="a5be8305-a812-43fd-8576-818bdd41eb69" providerId="ADAL" clId="{07FE03CE-FB77-4E04-BBEA-D5E96B11A747}" dt="2026-01-16T09:05:39.260" v="1025" actId="790"/>
          <ac:spMkLst>
            <pc:docMk/>
            <pc:sldMk cId="1265077518" sldId="2147469176"/>
            <ac:spMk id="17" creationId="{01CF2F55-EE80-6AF6-E37D-FAAA591FA349}"/>
          </ac:spMkLst>
        </pc:spChg>
        <pc:spChg chg="mod">
          <ac:chgData name="Shaurya Verma" userId="a5be8305-a812-43fd-8576-818bdd41eb69" providerId="ADAL" clId="{07FE03CE-FB77-4E04-BBEA-D5E96B11A747}" dt="2026-01-16T09:05:39.314" v="1036" actId="790"/>
          <ac:spMkLst>
            <pc:docMk/>
            <pc:sldMk cId="1265077518" sldId="2147469176"/>
            <ac:spMk id="22" creationId="{8B81B3F1-BEC3-3DD4-0817-46972C47D2CC}"/>
          </ac:spMkLst>
        </pc:spChg>
        <pc:spChg chg="mod">
          <ac:chgData name="Shaurya Verma" userId="a5be8305-a812-43fd-8576-818bdd41eb69" providerId="ADAL" clId="{07FE03CE-FB77-4E04-BBEA-D5E96B11A747}" dt="2026-01-16T09:05:39.130" v="998" actId="790"/>
          <ac:spMkLst>
            <pc:docMk/>
            <pc:sldMk cId="1265077518" sldId="2147469176"/>
            <ac:spMk id="40" creationId="{2F9B94ED-59AC-C842-CED9-ED223AE8C77E}"/>
          </ac:spMkLst>
        </pc:spChg>
        <pc:spChg chg="mod">
          <ac:chgData name="Shaurya Verma" userId="a5be8305-a812-43fd-8576-818bdd41eb69" providerId="ADAL" clId="{07FE03CE-FB77-4E04-BBEA-D5E96B11A747}" dt="2026-01-16T09:05:39.162" v="1005" actId="790"/>
          <ac:spMkLst>
            <pc:docMk/>
            <pc:sldMk cId="1265077518" sldId="2147469176"/>
            <ac:spMk id="45" creationId="{5862B05C-B8F3-D8A1-5B5D-434C690E10AE}"/>
          </ac:spMkLst>
        </pc:spChg>
        <pc:spChg chg="mod">
          <ac:chgData name="Shaurya Verma" userId="a5be8305-a812-43fd-8576-818bdd41eb69" providerId="ADAL" clId="{07FE03CE-FB77-4E04-BBEA-D5E96B11A747}" dt="2026-01-16T09:05:39.178" v="1006" actId="790"/>
          <ac:spMkLst>
            <pc:docMk/>
            <pc:sldMk cId="1265077518" sldId="2147469176"/>
            <ac:spMk id="48" creationId="{94DE2922-25CE-FEF9-F607-D08FE8F702C4}"/>
          </ac:spMkLst>
        </pc:spChg>
        <pc:spChg chg="mod">
          <ac:chgData name="Shaurya Verma" userId="a5be8305-a812-43fd-8576-818bdd41eb69" providerId="ADAL" clId="{07FE03CE-FB77-4E04-BBEA-D5E96B11A747}" dt="2026-01-16T09:05:39.194" v="1011" actId="790"/>
          <ac:spMkLst>
            <pc:docMk/>
            <pc:sldMk cId="1265077518" sldId="2147469176"/>
            <ac:spMk id="56" creationId="{582BED83-BF17-473D-4DFC-D26BE5A188A4}"/>
          </ac:spMkLst>
        </pc:spChg>
      </pc:sldChg>
      <pc:sldChg chg="modSp mod">
        <pc:chgData name="Shaurya Verma" userId="a5be8305-a812-43fd-8576-818bdd41eb69" providerId="ADAL" clId="{07FE03CE-FB77-4E04-BBEA-D5E96B11A747}" dt="2026-01-16T09:07:45.760" v="1725" actId="20577"/>
        <pc:sldMkLst>
          <pc:docMk/>
          <pc:sldMk cId="3749611747" sldId="2147469202"/>
        </pc:sldMkLst>
        <pc:spChg chg="mod">
          <ac:chgData name="Shaurya Verma" userId="a5be8305-a812-43fd-8576-818bdd41eb69" providerId="ADAL" clId="{07FE03CE-FB77-4E04-BBEA-D5E96B11A747}" dt="2026-01-16T09:05:35.704" v="252" actId="790"/>
          <ac:spMkLst>
            <pc:docMk/>
            <pc:sldMk cId="3749611747" sldId="2147469202"/>
            <ac:spMk id="3" creationId="{E6429A60-8712-DA11-7A70-310F0108A240}"/>
          </ac:spMkLst>
        </pc:spChg>
        <pc:spChg chg="mod">
          <ac:chgData name="Shaurya Verma" userId="a5be8305-a812-43fd-8576-818bdd41eb69" providerId="ADAL" clId="{07FE03CE-FB77-4E04-BBEA-D5E96B11A747}" dt="2026-01-16T09:05:35.751" v="267" actId="790"/>
          <ac:spMkLst>
            <pc:docMk/>
            <pc:sldMk cId="3749611747" sldId="2147469202"/>
            <ac:spMk id="5" creationId="{D0EDBE6F-6770-2F0E-D79A-C7C88BB9B8DB}"/>
          </ac:spMkLst>
        </pc:spChg>
        <pc:spChg chg="mod">
          <ac:chgData name="Shaurya Verma" userId="a5be8305-a812-43fd-8576-818bdd41eb69" providerId="ADAL" clId="{07FE03CE-FB77-4E04-BBEA-D5E96B11A747}" dt="2026-01-16T09:07:45.760" v="1725" actId="20577"/>
          <ac:spMkLst>
            <pc:docMk/>
            <pc:sldMk cId="3749611747" sldId="2147469202"/>
            <ac:spMk id="6" creationId="{90EA32CB-F314-5022-419B-4620FFBADEE1}"/>
          </ac:spMkLst>
        </pc:spChg>
        <pc:spChg chg="mod">
          <ac:chgData name="Shaurya Verma" userId="a5be8305-a812-43fd-8576-818bdd41eb69" providerId="ADAL" clId="{07FE03CE-FB77-4E04-BBEA-D5E96B11A747}" dt="2026-01-16T09:05:35.713" v="255" actId="790"/>
          <ac:spMkLst>
            <pc:docMk/>
            <pc:sldMk cId="3749611747" sldId="2147469202"/>
            <ac:spMk id="7" creationId="{55686D41-39A4-2EA2-4E03-AF6F09BEC451}"/>
          </ac:spMkLst>
        </pc:spChg>
        <pc:spChg chg="mod">
          <ac:chgData name="Shaurya Verma" userId="a5be8305-a812-43fd-8576-818bdd41eb69" providerId="ADAL" clId="{07FE03CE-FB77-4E04-BBEA-D5E96B11A747}" dt="2026-01-16T09:06:19.327" v="1692"/>
          <ac:spMkLst>
            <pc:docMk/>
            <pc:sldMk cId="3749611747" sldId="2147469202"/>
            <ac:spMk id="8" creationId="{4D0F55EA-84D7-D72E-9518-F5395205EEA9}"/>
          </ac:spMkLst>
        </pc:spChg>
        <pc:spChg chg="mod">
          <ac:chgData name="Shaurya Verma" userId="a5be8305-a812-43fd-8576-818bdd41eb69" providerId="ADAL" clId="{07FE03CE-FB77-4E04-BBEA-D5E96B11A747}" dt="2026-01-16T09:05:35.700" v="251" actId="790"/>
          <ac:spMkLst>
            <pc:docMk/>
            <pc:sldMk cId="3749611747" sldId="2147469202"/>
            <ac:spMk id="9" creationId="{C1293F8D-D9DA-4063-2C62-BF6C836EC5E4}"/>
          </ac:spMkLst>
        </pc:spChg>
        <pc:spChg chg="mod">
          <ac:chgData name="Shaurya Verma" userId="a5be8305-a812-43fd-8576-818bdd41eb69" providerId="ADAL" clId="{07FE03CE-FB77-4E04-BBEA-D5E96B11A747}" dt="2026-01-16T09:05:35.804" v="280" actId="790"/>
          <ac:spMkLst>
            <pc:docMk/>
            <pc:sldMk cId="3749611747" sldId="2147469202"/>
            <ac:spMk id="11" creationId="{2C932B3E-221E-9F41-5C0B-784F512DE0FE}"/>
          </ac:spMkLst>
        </pc:spChg>
        <pc:spChg chg="mod">
          <ac:chgData name="Shaurya Verma" userId="a5be8305-a812-43fd-8576-818bdd41eb69" providerId="ADAL" clId="{07FE03CE-FB77-4E04-BBEA-D5E96B11A747}" dt="2026-01-16T09:07:34.528" v="1722" actId="6549"/>
          <ac:spMkLst>
            <pc:docMk/>
            <pc:sldMk cId="3749611747" sldId="2147469202"/>
            <ac:spMk id="17" creationId="{B396D255-5177-BA19-C67E-39875725EAB6}"/>
          </ac:spMkLst>
        </pc:spChg>
        <pc:spChg chg="mod">
          <ac:chgData name="Shaurya Verma" userId="a5be8305-a812-43fd-8576-818bdd41eb69" providerId="ADAL" clId="{07FE03CE-FB77-4E04-BBEA-D5E96B11A747}" dt="2026-01-16T09:05:35.721" v="258" actId="790"/>
          <ac:spMkLst>
            <pc:docMk/>
            <pc:sldMk cId="3749611747" sldId="2147469202"/>
            <ac:spMk id="40" creationId="{9504E17C-F8AB-2C01-1AD1-222FE60BF3AD}"/>
          </ac:spMkLst>
        </pc:spChg>
        <pc:spChg chg="mod">
          <ac:chgData name="Shaurya Verma" userId="a5be8305-a812-43fd-8576-818bdd41eb69" providerId="ADAL" clId="{07FE03CE-FB77-4E04-BBEA-D5E96B11A747}" dt="2026-01-16T09:05:35.729" v="263" actId="790"/>
          <ac:spMkLst>
            <pc:docMk/>
            <pc:sldMk cId="3749611747" sldId="2147469202"/>
            <ac:spMk id="45" creationId="{5CEC8328-F9E2-78B2-102A-C3A37E26EA47}"/>
          </ac:spMkLst>
        </pc:spChg>
        <pc:spChg chg="mod">
          <ac:chgData name="Shaurya Verma" userId="a5be8305-a812-43fd-8576-818bdd41eb69" providerId="ADAL" clId="{07FE03CE-FB77-4E04-BBEA-D5E96B11A747}" dt="2026-01-16T09:05:35.729" v="264" actId="790"/>
          <ac:spMkLst>
            <pc:docMk/>
            <pc:sldMk cId="3749611747" sldId="2147469202"/>
            <ac:spMk id="48" creationId="{E1448BC9-77C0-0681-DC2A-D612D2023C03}"/>
          </ac:spMkLst>
        </pc:spChg>
        <pc:spChg chg="mod">
          <ac:chgData name="Shaurya Verma" userId="a5be8305-a812-43fd-8576-818bdd41eb69" providerId="ADAL" clId="{07FE03CE-FB77-4E04-BBEA-D5E96B11A747}" dt="2026-01-16T09:05:35.747" v="265" actId="790"/>
          <ac:spMkLst>
            <pc:docMk/>
            <pc:sldMk cId="3749611747" sldId="2147469202"/>
            <ac:spMk id="56" creationId="{CE022DCE-7200-20AF-2BE4-A8DD400DABBA}"/>
          </ac:spMkLst>
        </pc:spChg>
      </pc:sldChg>
      <pc:sldChg chg="modSp mod">
        <pc:chgData name="Shaurya Verma" userId="a5be8305-a812-43fd-8576-818bdd41eb69" providerId="ADAL" clId="{07FE03CE-FB77-4E04-BBEA-D5E96B11A747}" dt="2026-01-16T09:06:19.327" v="1692"/>
        <pc:sldMkLst>
          <pc:docMk/>
          <pc:sldMk cId="2426560979" sldId="2147469203"/>
        </pc:sldMkLst>
        <pc:spChg chg="mod">
          <ac:chgData name="Shaurya Verma" userId="a5be8305-a812-43fd-8576-818bdd41eb69" providerId="ADAL" clId="{07FE03CE-FB77-4E04-BBEA-D5E96B11A747}" dt="2026-01-16T09:05:34.871" v="67" actId="790"/>
          <ac:spMkLst>
            <pc:docMk/>
            <pc:sldMk cId="2426560979" sldId="2147469203"/>
            <ac:spMk id="3" creationId="{F6AB43B5-B07A-4F74-D710-6A63FB5ECE26}"/>
          </ac:spMkLst>
        </pc:spChg>
        <pc:spChg chg="mod">
          <ac:chgData name="Shaurya Verma" userId="a5be8305-a812-43fd-8576-818bdd41eb69" providerId="ADAL" clId="{07FE03CE-FB77-4E04-BBEA-D5E96B11A747}" dt="2026-01-16T09:05:34.953" v="85" actId="790"/>
          <ac:spMkLst>
            <pc:docMk/>
            <pc:sldMk cId="2426560979" sldId="2147469203"/>
            <ac:spMk id="5" creationId="{0BBD981F-CEAB-2F4C-1AFD-6552CAB05459}"/>
          </ac:spMkLst>
        </pc:spChg>
        <pc:spChg chg="mod">
          <ac:chgData name="Shaurya Verma" userId="a5be8305-a812-43fd-8576-818bdd41eb69" providerId="ADAL" clId="{07FE03CE-FB77-4E04-BBEA-D5E96B11A747}" dt="2026-01-16T09:05:35.041" v="104" actId="790"/>
          <ac:spMkLst>
            <pc:docMk/>
            <pc:sldMk cId="2426560979" sldId="2147469203"/>
            <ac:spMk id="6" creationId="{6F6F0F13-FE6E-B0CE-9D52-DAAC78942761}"/>
          </ac:spMkLst>
        </pc:spChg>
        <pc:spChg chg="mod">
          <ac:chgData name="Shaurya Verma" userId="a5be8305-a812-43fd-8576-818bdd41eb69" providerId="ADAL" clId="{07FE03CE-FB77-4E04-BBEA-D5E96B11A747}" dt="2026-01-16T09:05:34.871" v="68" actId="790"/>
          <ac:spMkLst>
            <pc:docMk/>
            <pc:sldMk cId="2426560979" sldId="2147469203"/>
            <ac:spMk id="7" creationId="{A1D551E8-DD66-D787-5183-4955AB97C7D5}"/>
          </ac:spMkLst>
        </pc:spChg>
        <pc:spChg chg="mod">
          <ac:chgData name="Shaurya Verma" userId="a5be8305-a812-43fd-8576-818bdd41eb69" providerId="ADAL" clId="{07FE03CE-FB77-4E04-BBEA-D5E96B11A747}" dt="2026-01-16T09:05:34.887" v="69" actId="790"/>
          <ac:spMkLst>
            <pc:docMk/>
            <pc:sldMk cId="2426560979" sldId="2147469203"/>
            <ac:spMk id="8" creationId="{A57A2C0A-97A1-3879-8732-F6A81438CE9B}"/>
          </ac:spMkLst>
        </pc:spChg>
        <pc:spChg chg="mod">
          <ac:chgData name="Shaurya Verma" userId="a5be8305-a812-43fd-8576-818bdd41eb69" providerId="ADAL" clId="{07FE03CE-FB77-4E04-BBEA-D5E96B11A747}" dt="2026-01-16T09:05:34.856" v="64" actId="790"/>
          <ac:spMkLst>
            <pc:docMk/>
            <pc:sldMk cId="2426560979" sldId="2147469203"/>
            <ac:spMk id="9" creationId="{0633124F-ABF4-B990-03AA-F6124D1BB513}"/>
          </ac:spMkLst>
        </pc:spChg>
        <pc:spChg chg="mod">
          <ac:chgData name="Shaurya Verma" userId="a5be8305-a812-43fd-8576-818bdd41eb69" providerId="ADAL" clId="{07FE03CE-FB77-4E04-BBEA-D5E96B11A747}" dt="2026-01-16T09:06:19.327" v="1692"/>
          <ac:spMkLst>
            <pc:docMk/>
            <pc:sldMk cId="2426560979" sldId="2147469203"/>
            <ac:spMk id="17" creationId="{E3419639-D9F9-EA38-ADA6-4DFED81962BE}"/>
          </ac:spMkLst>
        </pc:spChg>
        <pc:spChg chg="mod">
          <ac:chgData name="Shaurya Verma" userId="a5be8305-a812-43fd-8576-818bdd41eb69" providerId="ADAL" clId="{07FE03CE-FB77-4E04-BBEA-D5E96B11A747}" dt="2026-01-16T09:05:35.043" v="105" actId="790"/>
          <ac:spMkLst>
            <pc:docMk/>
            <pc:sldMk cId="2426560979" sldId="2147469203"/>
            <ac:spMk id="22" creationId="{E5E3DE62-379A-3DB1-67EF-C6DB3816A74E}"/>
          </ac:spMkLst>
        </pc:spChg>
        <pc:spChg chg="mod">
          <ac:chgData name="Shaurya Verma" userId="a5be8305-a812-43fd-8576-818bdd41eb69" providerId="ADAL" clId="{07FE03CE-FB77-4E04-BBEA-D5E96B11A747}" dt="2026-01-16T09:05:34.922" v="77" actId="790"/>
          <ac:spMkLst>
            <pc:docMk/>
            <pc:sldMk cId="2426560979" sldId="2147469203"/>
            <ac:spMk id="40" creationId="{7CFC274D-387E-A746-42F3-990838FFD3B5}"/>
          </ac:spMkLst>
        </pc:spChg>
        <pc:spChg chg="mod">
          <ac:chgData name="Shaurya Verma" userId="a5be8305-a812-43fd-8576-818bdd41eb69" providerId="ADAL" clId="{07FE03CE-FB77-4E04-BBEA-D5E96B11A747}" dt="2026-01-16T09:05:34.938" v="81" actId="790"/>
          <ac:spMkLst>
            <pc:docMk/>
            <pc:sldMk cId="2426560979" sldId="2147469203"/>
            <ac:spMk id="45" creationId="{AE2A37FF-E72F-02C6-70C4-B36531A1C612}"/>
          </ac:spMkLst>
        </pc:spChg>
        <pc:spChg chg="mod">
          <ac:chgData name="Shaurya Verma" userId="a5be8305-a812-43fd-8576-818bdd41eb69" providerId="ADAL" clId="{07FE03CE-FB77-4E04-BBEA-D5E96B11A747}" dt="2026-01-16T09:05:34.941" v="82" actId="790"/>
          <ac:spMkLst>
            <pc:docMk/>
            <pc:sldMk cId="2426560979" sldId="2147469203"/>
            <ac:spMk id="48" creationId="{9A52331A-C32C-6F15-3836-020C5BAB3F80}"/>
          </ac:spMkLst>
        </pc:spChg>
        <pc:spChg chg="mod">
          <ac:chgData name="Shaurya Verma" userId="a5be8305-a812-43fd-8576-818bdd41eb69" providerId="ADAL" clId="{07FE03CE-FB77-4E04-BBEA-D5E96B11A747}" dt="2026-01-16T09:05:34.946" v="83" actId="790"/>
          <ac:spMkLst>
            <pc:docMk/>
            <pc:sldMk cId="2426560979" sldId="2147469203"/>
            <ac:spMk id="56" creationId="{3FAE9172-F3E6-15BF-0416-99731272D474}"/>
          </ac:spMkLst>
        </pc:spChg>
      </pc:sldChg>
      <pc:sldChg chg="modSp mod">
        <pc:chgData name="Shaurya Verma" userId="a5be8305-a812-43fd-8576-818bdd41eb69" providerId="ADAL" clId="{07FE03CE-FB77-4E04-BBEA-D5E96B11A747}" dt="2026-01-16T09:18:45.144" v="1865" actId="6549"/>
        <pc:sldMkLst>
          <pc:docMk/>
          <pc:sldMk cId="4129359452" sldId="2147469204"/>
        </pc:sldMkLst>
        <pc:spChg chg="mod">
          <ac:chgData name="Shaurya Verma" userId="a5be8305-a812-43fd-8576-818bdd41eb69" providerId="ADAL" clId="{07FE03CE-FB77-4E04-BBEA-D5E96B11A747}" dt="2026-01-16T09:05:39.523" v="1084" actId="790"/>
          <ac:spMkLst>
            <pc:docMk/>
            <pc:sldMk cId="4129359452" sldId="2147469204"/>
            <ac:spMk id="3" creationId="{F8071C15-4A5B-4071-9E06-2B61F8B72C52}"/>
          </ac:spMkLst>
        </pc:spChg>
        <pc:spChg chg="mod">
          <ac:chgData name="Shaurya Verma" userId="a5be8305-a812-43fd-8576-818bdd41eb69" providerId="ADAL" clId="{07FE03CE-FB77-4E04-BBEA-D5E96B11A747}" dt="2026-01-16T09:05:39.549" v="1096" actId="790"/>
          <ac:spMkLst>
            <pc:docMk/>
            <pc:sldMk cId="4129359452" sldId="2147469204"/>
            <ac:spMk id="5" creationId="{709A323B-653F-56E1-84AB-3D0FCEEF9ABD}"/>
          </ac:spMkLst>
        </pc:spChg>
        <pc:spChg chg="mod">
          <ac:chgData name="Shaurya Verma" userId="a5be8305-a812-43fd-8576-818bdd41eb69" providerId="ADAL" clId="{07FE03CE-FB77-4E04-BBEA-D5E96B11A747}" dt="2026-01-16T09:18:34.898" v="1858"/>
          <ac:spMkLst>
            <pc:docMk/>
            <pc:sldMk cId="4129359452" sldId="2147469204"/>
            <ac:spMk id="6" creationId="{2371A48E-8873-D218-3BF4-6D09E1FC5C1F}"/>
          </ac:spMkLst>
        </pc:spChg>
        <pc:spChg chg="mod">
          <ac:chgData name="Shaurya Verma" userId="a5be8305-a812-43fd-8576-818bdd41eb69" providerId="ADAL" clId="{07FE03CE-FB77-4E04-BBEA-D5E96B11A747}" dt="2026-01-16T09:05:39.527" v="1087" actId="790"/>
          <ac:spMkLst>
            <pc:docMk/>
            <pc:sldMk cId="4129359452" sldId="2147469204"/>
            <ac:spMk id="7" creationId="{4F647CDA-77A9-94EA-2A30-C2280A138204}"/>
          </ac:spMkLst>
        </pc:spChg>
        <pc:spChg chg="mod">
          <ac:chgData name="Shaurya Verma" userId="a5be8305-a812-43fd-8576-818bdd41eb69" providerId="ADAL" clId="{07FE03CE-FB77-4E04-BBEA-D5E96B11A747}" dt="2026-01-16T09:06:19.327" v="1692"/>
          <ac:spMkLst>
            <pc:docMk/>
            <pc:sldMk cId="4129359452" sldId="2147469204"/>
            <ac:spMk id="8" creationId="{5F7A3724-C9F3-5773-EEB3-16356FCF2E24}"/>
          </ac:spMkLst>
        </pc:spChg>
        <pc:spChg chg="mod">
          <ac:chgData name="Shaurya Verma" userId="a5be8305-a812-43fd-8576-818bdd41eb69" providerId="ADAL" clId="{07FE03CE-FB77-4E04-BBEA-D5E96B11A747}" dt="2026-01-16T09:05:39.520" v="1082" actId="790"/>
          <ac:spMkLst>
            <pc:docMk/>
            <pc:sldMk cId="4129359452" sldId="2147469204"/>
            <ac:spMk id="9" creationId="{436B3745-FCAA-915A-E529-E84D34DCD6EA}"/>
          </ac:spMkLst>
        </pc:spChg>
        <pc:spChg chg="mod">
          <ac:chgData name="Shaurya Verma" userId="a5be8305-a812-43fd-8576-818bdd41eb69" providerId="ADAL" clId="{07FE03CE-FB77-4E04-BBEA-D5E96B11A747}" dt="2026-01-16T09:18:32.135" v="1856" actId="6549"/>
          <ac:spMkLst>
            <pc:docMk/>
            <pc:sldMk cId="4129359452" sldId="2147469204"/>
            <ac:spMk id="17" creationId="{A5074619-EF2B-A193-E70C-011578D552BA}"/>
          </ac:spMkLst>
        </pc:spChg>
        <pc:spChg chg="mod">
          <ac:chgData name="Shaurya Verma" userId="a5be8305-a812-43fd-8576-818bdd41eb69" providerId="ADAL" clId="{07FE03CE-FB77-4E04-BBEA-D5E96B11A747}" dt="2026-01-16T09:05:39.522" v="1083" actId="790"/>
          <ac:spMkLst>
            <pc:docMk/>
            <pc:sldMk cId="4129359452" sldId="2147469204"/>
            <ac:spMk id="22" creationId="{9499CC10-191D-4F03-5EF5-53ED62AC1404}"/>
          </ac:spMkLst>
        </pc:spChg>
        <pc:spChg chg="mod">
          <ac:chgData name="Shaurya Verma" userId="a5be8305-a812-43fd-8576-818bdd41eb69" providerId="ADAL" clId="{07FE03CE-FB77-4E04-BBEA-D5E96B11A747}" dt="2026-01-16T09:05:39.532" v="1090" actId="790"/>
          <ac:spMkLst>
            <pc:docMk/>
            <pc:sldMk cId="4129359452" sldId="2147469204"/>
            <ac:spMk id="40" creationId="{FE7CFF2F-6246-7629-7BEF-6911ABB75061}"/>
          </ac:spMkLst>
        </pc:spChg>
        <pc:spChg chg="mod">
          <ac:chgData name="Shaurya Verma" userId="a5be8305-a812-43fd-8576-818bdd41eb69" providerId="ADAL" clId="{07FE03CE-FB77-4E04-BBEA-D5E96B11A747}" dt="2026-01-16T09:18:45.144" v="1865" actId="6549"/>
          <ac:spMkLst>
            <pc:docMk/>
            <pc:sldMk cId="4129359452" sldId="2147469204"/>
            <ac:spMk id="45" creationId="{676D3FC5-F89B-7CE6-2942-A92AFB507112}"/>
          </ac:spMkLst>
        </pc:spChg>
        <pc:spChg chg="mod">
          <ac:chgData name="Shaurya Verma" userId="a5be8305-a812-43fd-8576-818bdd41eb69" providerId="ADAL" clId="{07FE03CE-FB77-4E04-BBEA-D5E96B11A747}" dt="2026-01-16T09:05:39.532" v="1093" actId="790"/>
          <ac:spMkLst>
            <pc:docMk/>
            <pc:sldMk cId="4129359452" sldId="2147469204"/>
            <ac:spMk id="48" creationId="{A76CC15B-0CAE-15F0-D115-2C5A4AC2E003}"/>
          </ac:spMkLst>
        </pc:spChg>
        <pc:spChg chg="mod">
          <ac:chgData name="Shaurya Verma" userId="a5be8305-a812-43fd-8576-818bdd41eb69" providerId="ADAL" clId="{07FE03CE-FB77-4E04-BBEA-D5E96B11A747}" dt="2026-01-16T09:06:19.327" v="1692"/>
          <ac:spMkLst>
            <pc:docMk/>
            <pc:sldMk cId="4129359452" sldId="2147469204"/>
            <ac:spMk id="56" creationId="{1903A37F-3497-4817-37FB-F191536B5BB1}"/>
          </ac:spMkLst>
        </pc:spChg>
      </pc:sldChg>
      <pc:sldChg chg="modSp mod">
        <pc:chgData name="Shaurya Verma" userId="a5be8305-a812-43fd-8576-818bdd41eb69" providerId="ADAL" clId="{07FE03CE-FB77-4E04-BBEA-D5E96B11A747}" dt="2026-01-16T09:06:49.867" v="1702" actId="6549"/>
        <pc:sldMkLst>
          <pc:docMk/>
          <pc:sldMk cId="2480340937" sldId="2147469205"/>
        </pc:sldMkLst>
        <pc:spChg chg="mod">
          <ac:chgData name="Shaurya Verma" userId="a5be8305-a812-43fd-8576-818bdd41eb69" providerId="ADAL" clId="{07FE03CE-FB77-4E04-BBEA-D5E96B11A747}" dt="2026-01-16T09:05:35.297" v="157" actId="790"/>
          <ac:spMkLst>
            <pc:docMk/>
            <pc:sldMk cId="2480340937" sldId="2147469205"/>
            <ac:spMk id="3" creationId="{618AFBD8-873C-532D-780B-1BBFE048B34B}"/>
          </ac:spMkLst>
        </pc:spChg>
        <pc:spChg chg="mod">
          <ac:chgData name="Shaurya Verma" userId="a5be8305-a812-43fd-8576-818bdd41eb69" providerId="ADAL" clId="{07FE03CE-FB77-4E04-BBEA-D5E96B11A747}" dt="2026-01-16T09:05:35.462" v="196" actId="790"/>
          <ac:spMkLst>
            <pc:docMk/>
            <pc:sldMk cId="2480340937" sldId="2147469205"/>
            <ac:spMk id="4" creationId="{8A29787D-48F2-1319-228B-14F3066EA8BE}"/>
          </ac:spMkLst>
        </pc:spChg>
        <pc:spChg chg="mod">
          <ac:chgData name="Shaurya Verma" userId="a5be8305-a812-43fd-8576-818bdd41eb69" providerId="ADAL" clId="{07FE03CE-FB77-4E04-BBEA-D5E96B11A747}" dt="2026-01-16T09:05:35.347" v="169" actId="790"/>
          <ac:spMkLst>
            <pc:docMk/>
            <pc:sldMk cId="2480340937" sldId="2147469205"/>
            <ac:spMk id="5" creationId="{B24EA0E3-AADC-183E-7168-4310BCD48E64}"/>
          </ac:spMkLst>
        </pc:spChg>
        <pc:spChg chg="mod">
          <ac:chgData name="Shaurya Verma" userId="a5be8305-a812-43fd-8576-818bdd41eb69" providerId="ADAL" clId="{07FE03CE-FB77-4E04-BBEA-D5E96B11A747}" dt="2026-01-16T09:06:36.139" v="1694"/>
          <ac:spMkLst>
            <pc:docMk/>
            <pc:sldMk cId="2480340937" sldId="2147469205"/>
            <ac:spMk id="6" creationId="{BAE7F8D1-077F-153E-EF1D-7211282DEF82}"/>
          </ac:spMkLst>
        </pc:spChg>
        <pc:spChg chg="mod">
          <ac:chgData name="Shaurya Verma" userId="a5be8305-a812-43fd-8576-818bdd41eb69" providerId="ADAL" clId="{07FE03CE-FB77-4E04-BBEA-D5E96B11A747}" dt="2026-01-16T09:05:35.295" v="154" actId="790"/>
          <ac:spMkLst>
            <pc:docMk/>
            <pc:sldMk cId="2480340937" sldId="2147469205"/>
            <ac:spMk id="7" creationId="{8D21CB09-BCBB-5D55-6F98-A6C974764DBF}"/>
          </ac:spMkLst>
        </pc:spChg>
        <pc:spChg chg="mod">
          <ac:chgData name="Shaurya Verma" userId="a5be8305-a812-43fd-8576-818bdd41eb69" providerId="ADAL" clId="{07FE03CE-FB77-4E04-BBEA-D5E96B11A747}" dt="2026-01-16T09:05:35.285" v="151" actId="790"/>
          <ac:spMkLst>
            <pc:docMk/>
            <pc:sldMk cId="2480340937" sldId="2147469205"/>
            <ac:spMk id="9" creationId="{CEEFC2F8-DF3E-A5EC-1BDC-02CC62D4B46F}"/>
          </ac:spMkLst>
        </pc:spChg>
        <pc:spChg chg="mod">
          <ac:chgData name="Shaurya Verma" userId="a5be8305-a812-43fd-8576-818bdd41eb69" providerId="ADAL" clId="{07FE03CE-FB77-4E04-BBEA-D5E96B11A747}" dt="2026-01-16T09:05:35.477" v="200" actId="790"/>
          <ac:spMkLst>
            <pc:docMk/>
            <pc:sldMk cId="2480340937" sldId="2147469205"/>
            <ac:spMk id="15" creationId="{4C70A0D0-70E6-C5A7-280F-5A236095879A}"/>
          </ac:spMkLst>
        </pc:spChg>
        <pc:spChg chg="mod">
          <ac:chgData name="Shaurya Verma" userId="a5be8305-a812-43fd-8576-818bdd41eb69" providerId="ADAL" clId="{07FE03CE-FB77-4E04-BBEA-D5E96B11A747}" dt="2026-01-16T09:06:38.061" v="1696" actId="20577"/>
          <ac:spMkLst>
            <pc:docMk/>
            <pc:sldMk cId="2480340937" sldId="2147469205"/>
            <ac:spMk id="17" creationId="{3FBB2531-0FF2-F3B8-90CB-048C7CED8520}"/>
          </ac:spMkLst>
        </pc:spChg>
        <pc:spChg chg="mod">
          <ac:chgData name="Shaurya Verma" userId="a5be8305-a812-43fd-8576-818bdd41eb69" providerId="ADAL" clId="{07FE03CE-FB77-4E04-BBEA-D5E96B11A747}" dt="2026-01-16T09:05:35.435" v="191" actId="790"/>
          <ac:spMkLst>
            <pc:docMk/>
            <pc:sldMk cId="2480340937" sldId="2147469205"/>
            <ac:spMk id="22" creationId="{7C26A31B-35A9-B87E-BD9B-D6D333EFEB6B}"/>
          </ac:spMkLst>
        </pc:spChg>
        <pc:spChg chg="mod">
          <ac:chgData name="Shaurya Verma" userId="a5be8305-a812-43fd-8576-818bdd41eb69" providerId="ADAL" clId="{07FE03CE-FB77-4E04-BBEA-D5E96B11A747}" dt="2026-01-16T09:06:40.720" v="1698" actId="20577"/>
          <ac:spMkLst>
            <pc:docMk/>
            <pc:sldMk cId="2480340937" sldId="2147469205"/>
            <ac:spMk id="40" creationId="{8BDBAD64-9C5A-F913-FEB8-3F512B749AE3}"/>
          </ac:spMkLst>
        </pc:spChg>
        <pc:spChg chg="mod">
          <ac:chgData name="Shaurya Verma" userId="a5be8305-a812-43fd-8576-818bdd41eb69" providerId="ADAL" clId="{07FE03CE-FB77-4E04-BBEA-D5E96B11A747}" dt="2026-01-16T09:06:49.867" v="1702" actId="6549"/>
          <ac:spMkLst>
            <pc:docMk/>
            <pc:sldMk cId="2480340937" sldId="2147469205"/>
            <ac:spMk id="45" creationId="{E8A1C92C-C919-3591-5206-36C5B1644F4E}"/>
          </ac:spMkLst>
        </pc:spChg>
        <pc:spChg chg="mod">
          <ac:chgData name="Shaurya Verma" userId="a5be8305-a812-43fd-8576-818bdd41eb69" providerId="ADAL" clId="{07FE03CE-FB77-4E04-BBEA-D5E96B11A747}" dt="2026-01-16T09:05:35.330" v="164" actId="790"/>
          <ac:spMkLst>
            <pc:docMk/>
            <pc:sldMk cId="2480340937" sldId="2147469205"/>
            <ac:spMk id="48" creationId="{F97AFF9E-89B0-809A-857A-9986D3C95B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26B98C-713B-4B72-A4D4-019F5DA80C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C270BE1-CA36-4E08-BA4E-AC3C07DBA5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2039D-F6B0-4B3D-87CD-5EA4BC8D3B27}" type="datetimeFigureOut">
              <a:rPr lang="en-US" smtClean="0"/>
              <a:t>1/16/2026</a:t>
            </a:fld>
            <a:endParaRPr lang="en-US" dirty="0"/>
          </a:p>
        </p:txBody>
      </p:sp>
      <p:sp>
        <p:nvSpPr>
          <p:cNvPr id="4" name="Footer Placeholder 3">
            <a:extLst>
              <a:ext uri="{FF2B5EF4-FFF2-40B4-BE49-F238E27FC236}">
                <a16:creationId xmlns:a16="http://schemas.microsoft.com/office/drawing/2014/main" id="{87346B8E-2606-4769-BF30-459644BE4BF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BEC229D-172E-43E4-8A96-CF0E11D3DD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3B6B68-6C65-4B67-BFEC-C9B9E8911328}" type="slidenum">
              <a:rPr lang="en-US" smtClean="0"/>
              <a:t>‹#›</a:t>
            </a:fld>
            <a:endParaRPr lang="en-US" dirty="0"/>
          </a:p>
        </p:txBody>
      </p:sp>
    </p:spTree>
    <p:extLst>
      <p:ext uri="{BB962C8B-B14F-4D97-AF65-F5344CB8AC3E}">
        <p14:creationId xmlns:p14="http://schemas.microsoft.com/office/powerpoint/2010/main" val="173089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246888" y="3134806"/>
            <a:ext cx="6373368" cy="5698298"/>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Image Placeholder 7">
            <a:extLst>
              <a:ext uri="{FF2B5EF4-FFF2-40B4-BE49-F238E27FC236}">
                <a16:creationId xmlns:a16="http://schemas.microsoft.com/office/drawing/2014/main" id="{EB9A72EB-8446-4162-8400-EAE51CA4B002}"/>
              </a:ext>
            </a:extLst>
          </p:cNvPr>
          <p:cNvSpPr>
            <a:spLocks noGrp="1" noRot="1" noChangeAspect="1"/>
          </p:cNvSpPr>
          <p:nvPr>
            <p:ph type="sldImg" idx="2"/>
          </p:nvPr>
        </p:nvSpPr>
        <p:spPr>
          <a:xfrm>
            <a:off x="1333500" y="658368"/>
            <a:ext cx="4191000" cy="2357438"/>
          </a:xfrm>
          <a:prstGeom prst="rect">
            <a:avLst/>
          </a:prstGeom>
          <a:noFill/>
          <a:ln w="12700">
            <a:solidFill>
              <a:prstClr val="black"/>
            </a:solidFill>
          </a:ln>
        </p:spPr>
        <p:txBody>
          <a:bodyPr vert="horz" lIns="91440" tIns="45720" rIns="91440" bIns="45720" rtlCol="0" anchor="ctr"/>
          <a:lstStyle/>
          <a:p>
            <a:endParaRPr lang="en-US" dirty="0"/>
          </a:p>
        </p:txBody>
      </p:sp>
      <p:sp>
        <p:nvSpPr>
          <p:cNvPr id="10" name="TextBox 9">
            <a:extLst>
              <a:ext uri="{FF2B5EF4-FFF2-40B4-BE49-F238E27FC236}">
                <a16:creationId xmlns:a16="http://schemas.microsoft.com/office/drawing/2014/main" id="{F59BBFC6-D472-4F66-A33B-98EEDC87B9D3}"/>
              </a:ext>
            </a:extLst>
          </p:cNvPr>
          <p:cNvSpPr txBox="1"/>
          <p:nvPr/>
        </p:nvSpPr>
        <p:spPr>
          <a:xfrm rot="16200000">
            <a:off x="-840060" y="1686780"/>
            <a:ext cx="2301912" cy="138499"/>
          </a:xfrm>
          <a:prstGeom prst="rect">
            <a:avLst/>
          </a:prstGeom>
          <a:noFill/>
        </p:spPr>
        <p:txBody>
          <a:bodyPr wrap="none" lIns="0" tIns="0" rIns="0" bIns="0" rtlCol="0" anchor="ctr" anchorCtr="0">
            <a:spAutoFit/>
          </a:bodyPr>
          <a:lstStyle/>
          <a:p>
            <a:pPr algn="ctr"/>
            <a:r>
              <a:rPr lang="en-US" sz="900" dirty="0">
                <a:solidFill>
                  <a:srgbClr val="C0C0C0"/>
                </a:solidFill>
              </a:rPr>
              <a:t>— NOT FOR EXTERNAL DISTRIBUTION —</a:t>
            </a:r>
          </a:p>
        </p:txBody>
      </p:sp>
      <p:sp>
        <p:nvSpPr>
          <p:cNvPr id="11" name="TextBox 10">
            <a:extLst>
              <a:ext uri="{FF2B5EF4-FFF2-40B4-BE49-F238E27FC236}">
                <a16:creationId xmlns:a16="http://schemas.microsoft.com/office/drawing/2014/main" id="{DA573FBF-EDF7-4974-B2B2-CF1E73B474F9}"/>
              </a:ext>
            </a:extLst>
          </p:cNvPr>
          <p:cNvSpPr txBox="1"/>
          <p:nvPr/>
        </p:nvSpPr>
        <p:spPr>
          <a:xfrm rot="5400000">
            <a:off x="5396148" y="1686780"/>
            <a:ext cx="2301912" cy="138499"/>
          </a:xfrm>
          <a:prstGeom prst="rect">
            <a:avLst/>
          </a:prstGeom>
          <a:noFill/>
        </p:spPr>
        <p:txBody>
          <a:bodyPr wrap="none" lIns="0" tIns="0" rIns="0" bIns="0" rtlCol="0" anchor="ctr" anchorCtr="0">
            <a:spAutoFit/>
          </a:bodyPr>
          <a:lstStyle/>
          <a:p>
            <a:pPr algn="ctr"/>
            <a:r>
              <a:rPr lang="en-US" sz="900" dirty="0">
                <a:solidFill>
                  <a:srgbClr val="C0C0C0"/>
                </a:solidFill>
              </a:rPr>
              <a:t>— NOT FOR EXTERNAL DISTRIBUTION —</a:t>
            </a:r>
          </a:p>
        </p:txBody>
      </p:sp>
      <p:sp>
        <p:nvSpPr>
          <p:cNvPr id="23" name="TextBox 22">
            <a:extLst>
              <a:ext uri="{FF2B5EF4-FFF2-40B4-BE49-F238E27FC236}">
                <a16:creationId xmlns:a16="http://schemas.microsoft.com/office/drawing/2014/main" id="{92C8F8D4-DFC9-4259-86F5-A4F987BA15DE}"/>
              </a:ext>
            </a:extLst>
          </p:cNvPr>
          <p:cNvSpPr txBox="1"/>
          <p:nvPr/>
        </p:nvSpPr>
        <p:spPr>
          <a:xfrm>
            <a:off x="246888" y="8887968"/>
            <a:ext cx="445474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t>‹#›</a:t>
            </a:fld>
            <a:r>
              <a:rPr lang="en-US" sz="600" dirty="0"/>
              <a:t>	© 2026 Gartner, Inc. and/or its affiliates. All rights reserved. Gartner is a registered trademark of Gartner, Inc. or its affiliates.</a:t>
            </a:r>
            <a:br>
              <a:rPr lang="en-US" sz="600" dirty="0"/>
            </a:br>
            <a:r>
              <a:rPr lang="en-US" sz="600" b="1" dirty="0"/>
              <a:t>RESTRICTED</a:t>
            </a:r>
            <a:r>
              <a:rPr lang="en-US" sz="600" dirty="0"/>
              <a:t> | Version X.X | Last updated [insert date format: DD Month YYYY]</a:t>
            </a:r>
          </a:p>
        </p:txBody>
      </p:sp>
      <p:sp>
        <p:nvSpPr>
          <p:cNvPr id="26" name="TextBox 25">
            <a:extLst>
              <a:ext uri="{FF2B5EF4-FFF2-40B4-BE49-F238E27FC236}">
                <a16:creationId xmlns:a16="http://schemas.microsoft.com/office/drawing/2014/main" id="{EF32A807-544A-4EBE-989F-ECAA016BF8D1}"/>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1" dirty="0">
                <a:solidFill>
                  <a:schemeClr val="tx1"/>
                </a:solidFill>
              </a:rPr>
              <a:t>Presentation Title</a:t>
            </a:r>
          </a:p>
        </p:txBody>
      </p:sp>
    </p:spTree>
    <p:extLst>
      <p:ext uri="{BB962C8B-B14F-4D97-AF65-F5344CB8AC3E}">
        <p14:creationId xmlns:p14="http://schemas.microsoft.com/office/powerpoint/2010/main" val="922378356"/>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90000"/>
      </a:lnSpc>
      <a:spcAft>
        <a:spcPts val="600"/>
      </a:spcAft>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www.vitru.com.br/pt_BR"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dirty="0"/>
              <a:t>Ver 2024-1213</a:t>
            </a:r>
          </a:p>
          <a:p>
            <a:endParaRPr lang="en-US" dirty="0"/>
          </a:p>
        </p:txBody>
      </p:sp>
      <p:sp>
        <p:nvSpPr>
          <p:cNvPr id="4" name="Rectangle 103">
            <a:extLst>
              <a:ext uri="{FF2B5EF4-FFF2-40B4-BE49-F238E27FC236}">
                <a16:creationId xmlns:a16="http://schemas.microsoft.com/office/drawing/2014/main" id="{B3772AE2-76C5-43EB-BBF0-1E8DDB46AEB7}"/>
              </a:ext>
            </a:extLst>
          </p:cNvPr>
          <p:cNvSpPr>
            <a:spLocks noChangeArrowheads="1"/>
          </p:cNvSpPr>
          <p:nvPr/>
        </p:nvSpPr>
        <p:spPr bwMode="gray">
          <a:xfrm>
            <a:off x="3862389" y="655411"/>
            <a:ext cx="2618422" cy="420582"/>
          </a:xfrm>
          <a:prstGeom prst="rect">
            <a:avLst/>
          </a:prstGeom>
          <a:noFill/>
          <a:ln w="9525">
            <a:noFill/>
            <a:miter lim="800000"/>
            <a:headEnd/>
            <a:tailEnd/>
          </a:ln>
        </p:spPr>
        <p:txBody>
          <a:bodyPr wrap="square" lIns="65028" tIns="25377" rIns="65028" bIns="25377">
            <a:spAutoFit/>
          </a:bodyPr>
          <a:lstStyle/>
          <a:p>
            <a:pPr algn="l" defTabSz="947738">
              <a:lnSpc>
                <a:spcPct val="100000"/>
              </a:lnSpc>
              <a:spcBef>
                <a:spcPct val="0"/>
              </a:spcBef>
              <a:spcAft>
                <a:spcPct val="0"/>
              </a:spcAft>
            </a:pPr>
            <a:r>
              <a:rPr lang="en-US" sz="1200" dirty="0">
                <a:solidFill>
                  <a:srgbClr val="000000"/>
                </a:solidFill>
              </a:rPr>
              <a:t>Presenter's Name</a:t>
            </a:r>
          </a:p>
          <a:p>
            <a:pPr algn="l" defTabSz="947738">
              <a:lnSpc>
                <a:spcPct val="100000"/>
              </a:lnSpc>
              <a:spcBef>
                <a:spcPct val="0"/>
              </a:spcBef>
              <a:spcAft>
                <a:spcPct val="0"/>
              </a:spcAft>
            </a:pPr>
            <a:r>
              <a:rPr lang="en-US" sz="1200" dirty="0">
                <a:solidFill>
                  <a:srgbClr val="000000"/>
                </a:solidFill>
              </a:rPr>
              <a:t>Presenter's Name</a:t>
            </a:r>
          </a:p>
        </p:txBody>
      </p:sp>
      <p:sp>
        <p:nvSpPr>
          <p:cNvPr id="5" name="Slide Image Placeholder 4">
            <a:extLst>
              <a:ext uri="{FF2B5EF4-FFF2-40B4-BE49-F238E27FC236}">
                <a16:creationId xmlns:a16="http://schemas.microsoft.com/office/drawing/2014/main" id="{A0FBC888-E3B9-21DA-1DAA-05258B7AE3FC}"/>
              </a:ext>
            </a:extLst>
          </p:cNvPr>
          <p:cNvSpPr>
            <a:spLocks noGrp="1" noRot="1" noChangeAspect="1"/>
          </p:cNvSpPr>
          <p:nvPr>
            <p:ph type="sldImg"/>
          </p:nvPr>
        </p:nvSpPr>
        <p:spPr>
          <a:xfrm>
            <a:off x="1333500" y="658813"/>
            <a:ext cx="4191000" cy="2357437"/>
          </a:xfrm>
        </p:spPr>
      </p:sp>
    </p:spTree>
    <p:extLst>
      <p:ext uri="{BB962C8B-B14F-4D97-AF65-F5344CB8AC3E}">
        <p14:creationId xmlns:p14="http://schemas.microsoft.com/office/powerpoint/2010/main" val="410466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2: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4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35250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B4DA62F2-419C-09C7-FC90-721F4C4EBF4E}"/>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4D82D269-980C-9668-8C3B-1F369CBC75BC}"/>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8A900EFB-83F0-EF84-1FC4-F896AED81120}"/>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dirty="0"/>
          </a:p>
        </p:txBody>
      </p:sp>
    </p:spTree>
    <p:extLst>
      <p:ext uri="{BB962C8B-B14F-4D97-AF65-F5344CB8AC3E}">
        <p14:creationId xmlns:p14="http://schemas.microsoft.com/office/powerpoint/2010/main" val="3522749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CB6A4231-8A02-1EE1-14BC-30C1E7D0E57F}"/>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C5B8323B-6B2B-234F-1C2E-B2A04DF391B0}"/>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6E346FA1-3EAD-C32D-CA4D-C15AFB61CB10}"/>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2641843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2747980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2C44C1FE-4AAC-1B2B-D53E-51C168643685}"/>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C7A0E33C-3F0F-87DE-F244-11C06ECAB8DE}"/>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8B4BD0A9-4410-3743-BAE1-0D8CAFEC21EA}"/>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2519597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9CF4DBA5-4B85-959D-D712-7A53B7F13B11}"/>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C8550269-4A89-DDD6-7884-37D5F3905263}"/>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1674C9BC-A478-FE0D-AE05-5D1336FA0CC2}"/>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1970768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lgn="l">
              <a:spcBef>
                <a:spcPts val="600"/>
              </a:spcBef>
              <a:buFont typeface="Wingdings" panose="05000000000000000000" pitchFamily="2" charset="2"/>
              <a:buNone/>
            </a:pPr>
            <a:r>
              <a:rPr lang="en-US" sz="1200" dirty="0"/>
              <a:t>https://www.txst.edu/about.html</a:t>
            </a:r>
          </a:p>
        </p:txBody>
      </p:sp>
    </p:spTree>
    <p:extLst>
      <p:ext uri="{BB962C8B-B14F-4D97-AF65-F5344CB8AC3E}">
        <p14:creationId xmlns:p14="http://schemas.microsoft.com/office/powerpoint/2010/main" val="1232045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sz="1200" dirty="0"/>
              <a:t>https://ucsd.edu/about/</a:t>
            </a:r>
          </a:p>
        </p:txBody>
      </p:sp>
    </p:spTree>
    <p:extLst>
      <p:ext uri="{BB962C8B-B14F-4D97-AF65-F5344CB8AC3E}">
        <p14:creationId xmlns:p14="http://schemas.microsoft.com/office/powerpoint/2010/main" val="1124771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290C9159-D1BE-69F3-BD08-154A3C6843FF}"/>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2A79A218-5B28-737E-46D5-A92C027DE9E9}"/>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4BDCA6E9-0D58-DF42-D8EA-9C66B6FDAE9D}"/>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2915831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lgn="l">
              <a:spcBef>
                <a:spcPts val="600"/>
              </a:spcBef>
              <a:buFont typeface="Wingdings" panose="05000000000000000000" pitchFamily="2" charset="2"/>
              <a:buNone/>
            </a:pPr>
            <a:r>
              <a:rPr lang="en-US" sz="1200" dirty="0"/>
              <a:t>https://www.usf.edu/</a:t>
            </a:r>
          </a:p>
        </p:txBody>
      </p:sp>
    </p:spTree>
    <p:extLst>
      <p:ext uri="{BB962C8B-B14F-4D97-AF65-F5344CB8AC3E}">
        <p14:creationId xmlns:p14="http://schemas.microsoft.com/office/powerpoint/2010/main" val="3069751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spcBef>
                <a:spcPts val="600"/>
              </a:spcBef>
              <a:buFont typeface="Wingdings" panose="05000000000000000000" pitchFamily="2" charset="2"/>
              <a:buChar char="v"/>
            </a:pPr>
            <a:r>
              <a:rPr lang="en-US" dirty="0"/>
              <a:t>https://www.sydney.edu.au/about-us.html</a:t>
            </a:r>
            <a:endParaRPr lang="en-US" sz="1200" dirty="0"/>
          </a:p>
        </p:txBody>
      </p:sp>
    </p:spTree>
    <p:extLst>
      <p:ext uri="{BB962C8B-B14F-4D97-AF65-F5344CB8AC3E}">
        <p14:creationId xmlns:p14="http://schemas.microsoft.com/office/powerpoint/2010/main" val="2745453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sz="1200" u="none" kern="1200" dirty="0">
                <a:solidFill>
                  <a:schemeClr val="tx1"/>
                </a:solidFill>
                <a:latin typeface="+mn-lt"/>
                <a:ea typeface="+mn-ea"/>
                <a:cs typeface="+mn-cs"/>
              </a:rPr>
              <a:t>https://www.vanderbilt.edu/about/</a:t>
            </a:r>
          </a:p>
          <a:p>
            <a:pPr marL="0" indent="0">
              <a:spcBef>
                <a:spcPts val="600"/>
              </a:spcBef>
              <a:buFont typeface="Wingdings" panose="05000000000000000000" pitchFamily="2" charset="2"/>
              <a:buNone/>
            </a:pPr>
            <a:endParaRPr lang="en-US" sz="1200" u="none" kern="1200" dirty="0">
              <a:solidFill>
                <a:schemeClr val="tx1"/>
              </a:solidFill>
              <a:latin typeface="+mn-lt"/>
              <a:ea typeface="+mn-ea"/>
              <a:cs typeface="+mn-cs"/>
            </a:endParaRPr>
          </a:p>
        </p:txBody>
      </p:sp>
    </p:spTree>
    <p:extLst>
      <p:ext uri="{BB962C8B-B14F-4D97-AF65-F5344CB8AC3E}">
        <p14:creationId xmlns:p14="http://schemas.microsoft.com/office/powerpoint/2010/main" val="39975156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sz="1200" dirty="0"/>
              <a:t>https://</a:t>
            </a:r>
            <a:r>
              <a:rPr lang="en-US" dirty="0"/>
              <a:t>www.vitru.com.br/pt_BR </a:t>
            </a:r>
            <a:endParaRPr lang="en-US" sz="1200" dirty="0"/>
          </a:p>
        </p:txBody>
      </p:sp>
    </p:spTree>
    <p:extLst>
      <p:ext uri="{BB962C8B-B14F-4D97-AF65-F5344CB8AC3E}">
        <p14:creationId xmlns:p14="http://schemas.microsoft.com/office/powerpoint/2010/main" val="504225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4CA35DB5-9CBD-3B86-9AC3-1B3AB1AF2DBA}"/>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3079CF4C-DD99-544A-715E-037660F89C22}"/>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8E96E252-2C23-93C8-6959-1509AD9F26F8}"/>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2281544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dirty="0"/>
              <a:t>https://www.yorku.ca/about/</a:t>
            </a:r>
          </a:p>
        </p:txBody>
      </p:sp>
    </p:spTree>
    <p:extLst>
      <p:ext uri="{BB962C8B-B14F-4D97-AF65-F5344CB8AC3E}">
        <p14:creationId xmlns:p14="http://schemas.microsoft.com/office/powerpoint/2010/main" val="10495873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sz="1200" dirty="0"/>
              <a:t>https://www.</a:t>
            </a:r>
            <a:r>
              <a:rPr lang="en-US" dirty="0"/>
              <a:t>yduqs.com.br </a:t>
            </a:r>
            <a:endParaRPr lang="en-US" sz="1200" dirty="0"/>
          </a:p>
        </p:txBody>
      </p:sp>
    </p:spTree>
    <p:extLst>
      <p:ext uri="{BB962C8B-B14F-4D97-AF65-F5344CB8AC3E}">
        <p14:creationId xmlns:p14="http://schemas.microsoft.com/office/powerpoint/2010/main" val="277677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610545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sz="1200" dirty="0"/>
              <a:t>https://www.</a:t>
            </a:r>
            <a:r>
              <a:rPr lang="en-US" dirty="0"/>
              <a:t>kroton.com.br </a:t>
            </a:r>
            <a:endParaRPr lang="en-US" sz="1200" dirty="0"/>
          </a:p>
        </p:txBody>
      </p:sp>
    </p:spTree>
    <p:extLst>
      <p:ext uri="{BB962C8B-B14F-4D97-AF65-F5344CB8AC3E}">
        <p14:creationId xmlns:p14="http://schemas.microsoft.com/office/powerpoint/2010/main" val="2644554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lgn="l">
              <a:spcBef>
                <a:spcPts val="600"/>
              </a:spcBef>
              <a:buFont typeface="Wingdings" panose="05000000000000000000" pitchFamily="2" charset="2"/>
              <a:buNone/>
            </a:pPr>
            <a:r>
              <a:rPr lang="en-US" sz="1200" dirty="0"/>
              <a:t>https://www.fsu.edu/</a:t>
            </a:r>
          </a:p>
        </p:txBody>
      </p:sp>
    </p:spTree>
    <p:extLst>
      <p:ext uri="{BB962C8B-B14F-4D97-AF65-F5344CB8AC3E}">
        <p14:creationId xmlns:p14="http://schemas.microsoft.com/office/powerpoint/2010/main" val="2904366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7B49A721-8C17-D511-32F9-9C144A4CFAB8}"/>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86F69991-E722-0A0D-7138-B9D2498245CE}"/>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85737B54-A8EB-90FD-4E03-172B157B275B}"/>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149258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sz="1200" dirty="0"/>
              <a:t>https://www.</a:t>
            </a:r>
            <a:r>
              <a:rPr lang="en-US" dirty="0"/>
              <a:t>ubc.ca/about/ </a:t>
            </a:r>
          </a:p>
          <a:p>
            <a:pPr marL="0" indent="0">
              <a:spcBef>
                <a:spcPts val="600"/>
              </a:spcBef>
              <a:buFont typeface="Wingdings" panose="05000000000000000000" pitchFamily="2" charset="2"/>
              <a:buNone/>
            </a:pPr>
            <a:endParaRPr lang="en-US" sz="1200" dirty="0"/>
          </a:p>
        </p:txBody>
      </p:sp>
    </p:spTree>
    <p:extLst>
      <p:ext uri="{BB962C8B-B14F-4D97-AF65-F5344CB8AC3E}">
        <p14:creationId xmlns:p14="http://schemas.microsoft.com/office/powerpoint/2010/main" val="39791012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lgn="l">
              <a:spcBef>
                <a:spcPts val="600"/>
              </a:spcBef>
              <a:buFont typeface="Wingdings" panose="05000000000000000000" pitchFamily="2" charset="2"/>
              <a:buNone/>
            </a:pPr>
            <a:r>
              <a:rPr lang="en-US" sz="1200" dirty="0"/>
              <a:t>https://algoestacambiando.uniandes.edu.co/</a:t>
            </a:r>
          </a:p>
          <a:p>
            <a:pPr marL="0" indent="0" algn="l">
              <a:spcBef>
                <a:spcPts val="600"/>
              </a:spcBef>
              <a:buFont typeface="Wingdings" panose="05000000000000000000" pitchFamily="2" charset="2"/>
              <a:buNone/>
            </a:pPr>
            <a:endParaRPr lang="en-US" sz="1200" dirty="0"/>
          </a:p>
        </p:txBody>
      </p:sp>
    </p:spTree>
    <p:extLst>
      <p:ext uri="{BB962C8B-B14F-4D97-AF65-F5344CB8AC3E}">
        <p14:creationId xmlns:p14="http://schemas.microsoft.com/office/powerpoint/2010/main" val="31828049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dirty="0"/>
              <a:t>https://www.unsw.edu.au/about-us</a:t>
            </a:r>
            <a:endParaRPr lang="en-US" sz="1200" dirty="0"/>
          </a:p>
        </p:txBody>
      </p:sp>
    </p:spTree>
    <p:extLst>
      <p:ext uri="{BB962C8B-B14F-4D97-AF65-F5344CB8AC3E}">
        <p14:creationId xmlns:p14="http://schemas.microsoft.com/office/powerpoint/2010/main" val="4381113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3D631CC0-DE7E-17E4-9628-E2F21BFB9795}"/>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EFFF474F-AA84-D757-21E1-EB38019131EE}"/>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85627860-2351-16FB-D1EE-148232F99EEA}"/>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37804235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lgn="l">
              <a:spcBef>
                <a:spcPts val="600"/>
              </a:spcBef>
              <a:buFont typeface="Wingdings" panose="05000000000000000000" pitchFamily="2" charset="2"/>
              <a:buNone/>
            </a:pPr>
            <a:r>
              <a:rPr lang="en-US" sz="1200" dirty="0"/>
              <a:t>https://www.surrey.ac.uk/about</a:t>
            </a:r>
          </a:p>
        </p:txBody>
      </p:sp>
    </p:spTree>
    <p:extLst>
      <p:ext uri="{BB962C8B-B14F-4D97-AF65-F5344CB8AC3E}">
        <p14:creationId xmlns:p14="http://schemas.microsoft.com/office/powerpoint/2010/main" val="31367947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ADD7C3F3-B2F2-9E3E-B2EB-592C9D165EE3}"/>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BB816481-FD1F-1F81-5FA6-5BBE937DA273}"/>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23DCB279-FE7B-7483-5457-7679A60A5DFD}"/>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12191295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sz="1200" dirty="0"/>
              <a:t>https://www.yduqs.com</a:t>
            </a:r>
          </a:p>
          <a:p>
            <a:pPr marL="0" indent="0">
              <a:spcBef>
                <a:spcPts val="600"/>
              </a:spcBef>
              <a:buFont typeface="Wingdings" panose="05000000000000000000" pitchFamily="2" charset="2"/>
              <a:buNone/>
            </a:pPr>
            <a:endParaRPr lang="en-US" sz="1200" dirty="0"/>
          </a:p>
        </p:txBody>
      </p:sp>
    </p:spTree>
    <p:extLst>
      <p:ext uri="{BB962C8B-B14F-4D97-AF65-F5344CB8AC3E}">
        <p14:creationId xmlns:p14="http://schemas.microsoft.com/office/powerpoint/2010/main" val="39086471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E6CACA06-0C81-8CD8-A591-723B493808C9}"/>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126C68A4-DFF0-BA0C-9BEB-E9B585017CED}"/>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B1AB2571-B101-D81C-31B4-92ED5C21CD67}"/>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22500767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2922266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B32DC5C7-9B43-90E8-B949-23E729F4B9D7}"/>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51BD5716-54D4-AAF5-844D-7F0563E865E4}"/>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D9D3EBFB-3E00-9748-9160-663A05CCFDB1}"/>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245787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dirty="0"/>
              <a:t>https://www.fgcu.edu/about/</a:t>
            </a:r>
            <a:endParaRPr lang="en-US" sz="1200" dirty="0"/>
          </a:p>
        </p:txBody>
      </p:sp>
    </p:spTree>
    <p:extLst>
      <p:ext uri="{BB962C8B-B14F-4D97-AF65-F5344CB8AC3E}">
        <p14:creationId xmlns:p14="http://schemas.microsoft.com/office/powerpoint/2010/main" val="36330287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dirty="0"/>
              <a:t>https://www.fgcu.edu/about/</a:t>
            </a:r>
            <a:endParaRPr lang="en-US" sz="1200" dirty="0"/>
          </a:p>
        </p:txBody>
      </p:sp>
    </p:spTree>
    <p:extLst>
      <p:ext uri="{BB962C8B-B14F-4D97-AF65-F5344CB8AC3E}">
        <p14:creationId xmlns:p14="http://schemas.microsoft.com/office/powerpoint/2010/main" val="41571181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dirty="0"/>
              <a:t>https://www.imd.org/about/about-us/</a:t>
            </a:r>
          </a:p>
        </p:txBody>
      </p:sp>
    </p:spTree>
    <p:extLst>
      <p:ext uri="{BB962C8B-B14F-4D97-AF65-F5344CB8AC3E}">
        <p14:creationId xmlns:p14="http://schemas.microsoft.com/office/powerpoint/2010/main" val="36188634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dirty="0"/>
              <a:t>https://www.imd.org/about/about-us/</a:t>
            </a:r>
          </a:p>
        </p:txBody>
      </p:sp>
    </p:spTree>
    <p:extLst>
      <p:ext uri="{BB962C8B-B14F-4D97-AF65-F5344CB8AC3E}">
        <p14:creationId xmlns:p14="http://schemas.microsoft.com/office/powerpoint/2010/main" val="26880997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lgn="l">
              <a:spcBef>
                <a:spcPts val="600"/>
              </a:spcBef>
              <a:buFont typeface="Wingdings" panose="05000000000000000000" pitchFamily="2" charset="2"/>
              <a:buNone/>
            </a:pPr>
            <a:r>
              <a:rPr lang="en-US" sz="1200" dirty="0"/>
              <a:t>https://www.gsom.polimi.it/en/</a:t>
            </a:r>
          </a:p>
          <a:p>
            <a:pPr marL="0" indent="0" algn="l">
              <a:spcBef>
                <a:spcPts val="600"/>
              </a:spcBef>
              <a:buFont typeface="Wingdings" panose="05000000000000000000" pitchFamily="2" charset="2"/>
              <a:buNone/>
            </a:pPr>
            <a:endParaRPr lang="en-US" sz="1200" dirty="0"/>
          </a:p>
        </p:txBody>
      </p:sp>
    </p:spTree>
    <p:extLst>
      <p:ext uri="{BB962C8B-B14F-4D97-AF65-F5344CB8AC3E}">
        <p14:creationId xmlns:p14="http://schemas.microsoft.com/office/powerpoint/2010/main" val="1501050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4C0D674C-87CF-4150-B554-051782E4EFCC}"/>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287E82A0-8863-3759-11F5-726E71C9EFA1}"/>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D4BBB669-9557-37F8-1830-194E1D7245A7}"/>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7713852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 panose="05000000000000000000" pitchFamily="2" charset="2"/>
              <a:buNone/>
            </a:pPr>
            <a:r>
              <a:rPr lang="en-US" sz="1200" dirty="0"/>
              <a:t>https://www.</a:t>
            </a:r>
            <a:r>
              <a:rPr lang="en-US" dirty="0"/>
              <a:t>udel.edu/about/ </a:t>
            </a:r>
          </a:p>
          <a:p>
            <a:pPr marL="0" indent="0">
              <a:spcBef>
                <a:spcPts val="600"/>
              </a:spcBef>
              <a:buFont typeface="Wingdings" panose="05000000000000000000" pitchFamily="2" charset="2"/>
              <a:buNone/>
            </a:pPr>
            <a:endParaRPr lang="en-US" sz="1200" dirty="0"/>
          </a:p>
        </p:txBody>
      </p:sp>
    </p:spTree>
    <p:extLst>
      <p:ext uri="{BB962C8B-B14F-4D97-AF65-F5344CB8AC3E}">
        <p14:creationId xmlns:p14="http://schemas.microsoft.com/office/powerpoint/2010/main" val="7685622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3A6EFF50-7DE2-707B-A0D1-B0F335B53F23}"/>
            </a:ext>
          </a:extLst>
        </p:cNvPr>
        <p:cNvGrpSpPr/>
        <p:nvPr/>
      </p:nvGrpSpPr>
      <p:grpSpPr>
        <a:xfrm>
          <a:off x="0" y="0"/>
          <a:ext cx="0" cy="0"/>
          <a:chOff x="0" y="0"/>
          <a:chExt cx="0" cy="0"/>
        </a:xfrm>
      </p:grpSpPr>
      <p:sp>
        <p:nvSpPr>
          <p:cNvPr id="657" name="Google Shape;657;p14:notes">
            <a:extLst>
              <a:ext uri="{FF2B5EF4-FFF2-40B4-BE49-F238E27FC236}">
                <a16:creationId xmlns:a16="http://schemas.microsoft.com/office/drawing/2014/main" id="{E14BA735-6EDB-8703-67E9-F3E61E0452FC}"/>
              </a:ext>
            </a:extLst>
          </p:cNvPr>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a:extLst>
              <a:ext uri="{FF2B5EF4-FFF2-40B4-BE49-F238E27FC236}">
                <a16:creationId xmlns:a16="http://schemas.microsoft.com/office/drawing/2014/main" id="{39B2B56C-5C17-84C5-46CA-51A8E32CB8B6}"/>
              </a:ext>
            </a:extLst>
          </p:cNvPr>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171450" indent="-171450" algn="l">
              <a:spcBef>
                <a:spcPts val="600"/>
              </a:spcBef>
              <a:buFont typeface="Wingdings" panose="05000000000000000000" pitchFamily="2" charset="2"/>
              <a:buChar char="v"/>
            </a:pPr>
            <a:endParaRPr lang="en-US" sz="1200"/>
          </a:p>
        </p:txBody>
      </p:sp>
    </p:spTree>
    <p:extLst>
      <p:ext uri="{BB962C8B-B14F-4D97-AF65-F5344CB8AC3E}">
        <p14:creationId xmlns:p14="http://schemas.microsoft.com/office/powerpoint/2010/main" val="34720228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4:notes"/>
          <p:cNvSpPr>
            <a:spLocks noGrp="1" noRot="1" noChangeAspect="1"/>
          </p:cNvSpPr>
          <p:nvPr>
            <p:ph type="sldImg" idx="2"/>
          </p:nvPr>
        </p:nvSpPr>
        <p:spPr>
          <a:xfrm>
            <a:off x="1528763" y="709613"/>
            <a:ext cx="4518025" cy="25415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14:notes"/>
          <p:cNvSpPr txBox="1">
            <a:spLocks noGrp="1"/>
          </p:cNvSpPr>
          <p:nvPr>
            <p:ph type="body" idx="1"/>
          </p:nvPr>
        </p:nvSpPr>
        <p:spPr>
          <a:xfrm>
            <a:off x="272736" y="3379550"/>
            <a:ext cx="7040604" cy="6143181"/>
          </a:xfrm>
          <a:prstGeom prst="rect">
            <a:avLst/>
          </a:prstGeom>
          <a:noFill/>
          <a:ln>
            <a:noFill/>
          </a:ln>
        </p:spPr>
        <p:txBody>
          <a:bodyPr spcFirstLastPara="1" wrap="square" lIns="0" tIns="0" rIns="0" bIns="0" anchor="t" anchorCtr="0">
            <a:noAutofit/>
          </a:bodyPr>
          <a:lstStyle/>
          <a:p>
            <a:pPr marL="0" indent="0">
              <a:spcBef>
                <a:spcPts val="600"/>
              </a:spcBef>
              <a:buFont typeface="Wingdings,Sans-Serif"/>
              <a:buNone/>
            </a:pPr>
            <a:r>
              <a:rPr lang="en-US" dirty="0">
                <a:solidFill>
                  <a:srgbClr val="1F1F1F"/>
                </a:solidFill>
                <a:hlinkClick r:id="rId3"/>
              </a:rPr>
              <a:t>https://www.vitru.com.br/pt_BR</a:t>
            </a:r>
            <a:r>
              <a:rPr lang="en-US" dirty="0">
                <a:solidFill>
                  <a:srgbClr val="1F1F1F"/>
                </a:solidFill>
              </a:rPr>
              <a:t>  </a:t>
            </a:r>
            <a:endParaRPr lang="en-US" dirty="0"/>
          </a:p>
          <a:p>
            <a:pPr algn="l"/>
            <a:endParaRPr lang="en-US" sz="1200" dirty="0">
              <a:solidFill>
                <a:srgbClr val="1F1F1F"/>
              </a:solidFill>
              <a:latin typeface="Roboto"/>
              <a:ea typeface="Roboto"/>
              <a:cs typeface="Roboto"/>
            </a:endParaRPr>
          </a:p>
        </p:txBody>
      </p:sp>
    </p:spTree>
    <p:extLst>
      <p:ext uri="{BB962C8B-B14F-4D97-AF65-F5344CB8AC3E}">
        <p14:creationId xmlns:p14="http://schemas.microsoft.com/office/powerpoint/2010/main" val="17035359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41963727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10:notes"/>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6" name="Google Shape;616;p10: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400"/>
              <a:buNone/>
            </a:pP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19:notes"/>
          <p:cNvSpPr>
            <a:spLocks noGrp="1" noRot="1" noChangeAspect="1"/>
          </p:cNvSpPr>
          <p:nvPr>
            <p:ph type="sldImg" idx="2"/>
          </p:nvPr>
        </p:nvSpPr>
        <p:spPr>
          <a:xfrm>
            <a:off x="704850" y="1247775"/>
            <a:ext cx="5727700" cy="3222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7" name="Google Shape;467;p19:notes"/>
          <p:cNvSpPr txBox="1">
            <a:spLocks noGrp="1"/>
          </p:cNvSpPr>
          <p:nvPr>
            <p:ph type="body" idx="1"/>
          </p:nvPr>
        </p:nvSpPr>
        <p:spPr>
          <a:xfrm>
            <a:off x="246888" y="3134806"/>
            <a:ext cx="6373368" cy="5698298"/>
          </a:xfrm>
          <a:prstGeom prst="rect">
            <a:avLst/>
          </a:prstGeom>
          <a:noFill/>
          <a:ln>
            <a:noFill/>
          </a:ln>
        </p:spPr>
        <p:txBody>
          <a:bodyPr spcFirstLastPara="1" wrap="square" lIns="0" tIns="0" rIns="0" bIns="0" anchor="t" anchorCtr="0">
            <a:noAutofit/>
          </a:bodyPr>
          <a:lstStyle/>
          <a:p>
            <a:pPr marL="0" lvl="0" indent="0" algn="l" rtl="0">
              <a:lnSpc>
                <a:spcPct val="90000"/>
              </a:lnSpc>
              <a:spcBef>
                <a:spcPts val="600"/>
              </a:spcBef>
              <a:spcAft>
                <a:spcPts val="0"/>
              </a:spcAft>
              <a:buClr>
                <a:schemeClr val="dk1"/>
              </a:buClr>
              <a:buSzPts val="1400"/>
              <a:buFont typeface="Arial"/>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6167" y="6056352"/>
            <a:ext cx="2057400" cy="468272"/>
          </a:xfrm>
          <a:prstGeom prst="rect">
            <a:avLst/>
          </a:prstGeom>
        </p:spPr>
      </p:pic>
    </p:spTree>
    <p:extLst>
      <p:ext uri="{BB962C8B-B14F-4D97-AF65-F5344CB8AC3E}">
        <p14:creationId xmlns:p14="http://schemas.microsoft.com/office/powerpoint/2010/main" val="1909068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6167" y="6056352"/>
            <a:ext cx="2057400" cy="468273"/>
          </a:xfrm>
          <a:prstGeom prst="rect">
            <a:avLst/>
          </a:prstGeom>
        </p:spPr>
      </p:pic>
    </p:spTree>
    <p:extLst>
      <p:ext uri="{BB962C8B-B14F-4D97-AF65-F5344CB8AC3E}">
        <p14:creationId xmlns:p14="http://schemas.microsoft.com/office/powerpoint/2010/main" val="36028393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789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352677434"/>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idx="1" hasCustomPrompt="1"/>
          </p:nvPr>
        </p:nvSpPr>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22885013"/>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94041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78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3141238"/>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sz="half" idx="1" hasCustomPrompt="1"/>
          </p:nvPr>
        </p:nvSpPr>
        <p:spPr>
          <a:xfrm>
            <a:off x="457200" y="1527048"/>
            <a:ext cx="3337560" cy="4462272"/>
          </a:xfrm>
          <a:solidFill>
            <a:srgbClr val="F4F4F4"/>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425696" y="1527048"/>
            <a:ext cx="3337560" cy="4462272"/>
          </a:xfrm>
          <a:solidFill>
            <a:srgbClr val="F4F4F4"/>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a:solidFill>
            <a:srgbClr val="F4F4F4"/>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9462584"/>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dirty="0"/>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6599461"/>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dirty="0"/>
              <a:t>Click to edit title</a:t>
            </a:r>
          </a:p>
        </p:txBody>
      </p:sp>
      <p:sp>
        <p:nvSpPr>
          <p:cNvPr id="3" name="Content Placeholder 2"/>
          <p:cNvSpPr>
            <a:spLocks noGrp="1"/>
          </p:cNvSpPr>
          <p:nvPr>
            <p:ph sz="half" idx="1" hasCustomPrompt="1"/>
          </p:nvPr>
        </p:nvSpPr>
        <p:spPr>
          <a:xfrm>
            <a:off x="457200" y="1527048"/>
            <a:ext cx="2600706" cy="4462272"/>
          </a:xfrm>
          <a:solidFill>
            <a:srgbClr val="F4F4F4"/>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48482" y="1527048"/>
            <a:ext cx="2600706" cy="4462272"/>
          </a:xfrm>
          <a:solidFill>
            <a:srgbClr val="F4F4F4"/>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a:solidFill>
            <a:srgbClr val="F4F4F4"/>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a:xfrm>
            <a:off x="9131046" y="1527048"/>
            <a:ext cx="2600706" cy="4462272"/>
          </a:xfrm>
          <a:solidFill>
            <a:srgbClr val="F4F4F4"/>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6284199"/>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3766617356"/>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W1_Sk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2735856429"/>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457199" y="1009268"/>
            <a:ext cx="6060141" cy="4476115"/>
          </a:xfrm>
        </p:spPr>
        <p:txBody>
          <a:bodyPr anchor="ctr" anchorCtr="0"/>
          <a:lstStyle>
            <a:lvl1pPr marL="182880" indent="-457200">
              <a:lnSpc>
                <a:spcPct val="100000"/>
              </a:lnSpc>
              <a:defRPr sz="3200"/>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a:t>
            </a:r>
            <a:r>
              <a:rPr lang="en-US" dirty="0" err="1"/>
              <a:t>ur</a:t>
            </a:r>
            <a:r>
              <a:rPr lang="en-US" dirty="0"/>
              <a:t>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457199" y="5485384"/>
            <a:ext cx="6060141" cy="347472"/>
          </a:xfrm>
        </p:spPr>
        <p:txBody>
          <a:bodyPr/>
          <a:lstStyle>
            <a:lvl1pPr marL="0" indent="0">
              <a:buNone/>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0880" y="1346199"/>
            <a:ext cx="4690872" cy="4297680"/>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827290906"/>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457199" y="1009268"/>
            <a:ext cx="8366761" cy="4476115"/>
          </a:xfrm>
        </p:spPr>
        <p:txBody>
          <a:bodyPr anchor="ctr" anchorCtr="0"/>
          <a:lstStyle>
            <a:lvl1pPr marL="182880" indent="-457200">
              <a:lnSpc>
                <a:spcPct val="100000"/>
              </a:lnSpc>
              <a:defRPr sz="3200"/>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a:t>
            </a:r>
            <a:r>
              <a:rPr lang="en-US" dirty="0" err="1"/>
              <a:t>ur</a:t>
            </a:r>
            <a:r>
              <a:rPr lang="en-US" dirty="0"/>
              <a:t> </a:t>
            </a:r>
            <a:r>
              <a:rPr lang="en-US" dirty="0" err="1"/>
              <a:t>adip</a:t>
            </a:r>
            <a:r>
              <a:rPr lang="en-US" dirty="0"/>
              <a:t> </a:t>
            </a:r>
            <a:r>
              <a:rPr lang="en-US" dirty="0" err="1"/>
              <a:t>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457199" y="5485384"/>
            <a:ext cx="8366761" cy="347472"/>
          </a:xfrm>
        </p:spPr>
        <p:txBody>
          <a:bodyPr/>
          <a:lstStyle>
            <a:lvl1pPr marL="0" indent="0">
              <a:buNone/>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attribution</a:t>
            </a:r>
          </a:p>
        </p:txBody>
      </p:sp>
    </p:spTree>
    <p:extLst>
      <p:ext uri="{BB962C8B-B14F-4D97-AF65-F5344CB8AC3E}">
        <p14:creationId xmlns:p14="http://schemas.microsoft.com/office/powerpoint/2010/main" val="1157396392"/>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01944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25331907"/>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idx="1" hasCustomPrompt="1"/>
          </p:nvPr>
        </p:nvSpPr>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9371184"/>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86352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60856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98952981"/>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Content Placeholder 2"/>
          <p:cNvSpPr>
            <a:spLocks noGrp="1"/>
          </p:cNvSpPr>
          <p:nvPr>
            <p:ph sz="half" idx="1" hasCustomPrompt="1"/>
          </p:nvPr>
        </p:nvSpPr>
        <p:spPr>
          <a:xfrm>
            <a:off x="457200" y="1527048"/>
            <a:ext cx="3337560" cy="4462272"/>
          </a:xfrm>
          <a:solidFill>
            <a:srgbClr val="3555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425696" y="1527048"/>
            <a:ext cx="3337560" cy="4462272"/>
          </a:xfrm>
          <a:solidFill>
            <a:srgbClr val="3555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a:solidFill>
            <a:srgbClr val="3555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05910137"/>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dirty="0"/>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4110692"/>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dirty="0"/>
              <a:t>Click to edit title</a:t>
            </a:r>
          </a:p>
        </p:txBody>
      </p:sp>
      <p:sp>
        <p:nvSpPr>
          <p:cNvPr id="3" name="Content Placeholder 2"/>
          <p:cNvSpPr>
            <a:spLocks noGrp="1"/>
          </p:cNvSpPr>
          <p:nvPr>
            <p:ph sz="half" idx="1" hasCustomPrompt="1"/>
          </p:nvPr>
        </p:nvSpPr>
        <p:spPr>
          <a:xfrm>
            <a:off x="457200" y="1527048"/>
            <a:ext cx="2600706" cy="4462272"/>
          </a:xfrm>
          <a:solidFill>
            <a:srgbClr val="3555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48482" y="1527048"/>
            <a:ext cx="2600706" cy="4462272"/>
          </a:xfrm>
          <a:solidFill>
            <a:srgbClr val="3555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a:solidFill>
            <a:srgbClr val="3555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a:xfrm>
            <a:off x="9131046" y="1527048"/>
            <a:ext cx="2600706" cy="4462272"/>
          </a:xfrm>
          <a:solidFill>
            <a:srgbClr val="3555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8857006"/>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vider B1_Sk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1848850569"/>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0A68FFD-9422-AD48-96B9-A164E1A79E21}"/>
              </a:ext>
            </a:extLst>
          </p:cNvPr>
          <p:cNvSpPr>
            <a:spLocks noGrp="1"/>
          </p:cNvSpPr>
          <p:nvPr>
            <p:ph type="title" hasCustomPrompt="1"/>
          </p:nvPr>
        </p:nvSpPr>
        <p:spPr>
          <a:xfrm>
            <a:off x="457199" y="1009268"/>
            <a:ext cx="6060141" cy="4476115"/>
          </a:xfrm>
        </p:spPr>
        <p:txBody>
          <a:bodyPr anchor="ctr" anchorCtr="0"/>
          <a:lstStyle>
            <a:lvl1pPr marL="182880" indent="-457200">
              <a:lnSpc>
                <a:spcPct val="100000"/>
              </a:lnSpc>
              <a:defRPr sz="3200"/>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a:t>
            </a:r>
            <a:r>
              <a:rPr lang="en-US" dirty="0" err="1"/>
              <a:t>ur</a:t>
            </a:r>
            <a:r>
              <a:rPr lang="en-US" dirty="0"/>
              <a:t> </a:t>
            </a:r>
            <a:r>
              <a:rPr lang="en-US" dirty="0" err="1"/>
              <a:t>adipiscing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a:t>
            </a:r>
          </a:p>
        </p:txBody>
      </p:sp>
      <p:sp>
        <p:nvSpPr>
          <p:cNvPr id="13" name="Text Placeholder 2">
            <a:extLst>
              <a:ext uri="{FF2B5EF4-FFF2-40B4-BE49-F238E27FC236}">
                <a16:creationId xmlns:a16="http://schemas.microsoft.com/office/drawing/2014/main" id="{01906285-85F2-BB4E-BA6A-9804659FC9B8}"/>
              </a:ext>
            </a:extLst>
          </p:cNvPr>
          <p:cNvSpPr>
            <a:spLocks noGrp="1"/>
          </p:cNvSpPr>
          <p:nvPr>
            <p:ph type="body" idx="1" hasCustomPrompt="1"/>
          </p:nvPr>
        </p:nvSpPr>
        <p:spPr>
          <a:xfrm>
            <a:off x="457199" y="5485384"/>
            <a:ext cx="6060141" cy="347472"/>
          </a:xfrm>
        </p:spPr>
        <p:txBody>
          <a:bodyPr/>
          <a:lstStyle>
            <a:lvl1pPr marL="0" indent="0">
              <a:buNone/>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0880" y="1346199"/>
            <a:ext cx="4690872" cy="4297680"/>
          </a:xfrm>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218557319"/>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C1B8D32-229C-DC4A-BA04-F2B64E28B5EC}"/>
              </a:ext>
            </a:extLst>
          </p:cNvPr>
          <p:cNvSpPr>
            <a:spLocks noGrp="1"/>
          </p:cNvSpPr>
          <p:nvPr>
            <p:ph type="title" hasCustomPrompt="1"/>
          </p:nvPr>
        </p:nvSpPr>
        <p:spPr>
          <a:xfrm>
            <a:off x="457199" y="1009268"/>
            <a:ext cx="8366761" cy="4476115"/>
          </a:xfrm>
        </p:spPr>
        <p:txBody>
          <a:bodyPr anchor="ctr" anchorCtr="0"/>
          <a:lstStyle>
            <a:lvl1pPr marL="182880" indent="-457200">
              <a:lnSpc>
                <a:spcPct val="100000"/>
              </a:lnSpc>
              <a:defRPr sz="3200"/>
            </a:lvl1pPr>
          </a:lstStyle>
          <a:p>
            <a:r>
              <a:rPr lang="en-US" dirty="0"/>
              <a:t>“Quote placeholder Lorem ipsum dolor sit </a:t>
            </a:r>
            <a:r>
              <a:rPr lang="en-US" dirty="0" err="1"/>
              <a:t>amet</a:t>
            </a:r>
            <a:r>
              <a:rPr lang="en-US" dirty="0"/>
              <a:t>, </a:t>
            </a:r>
            <a:r>
              <a:rPr lang="en-US" dirty="0" err="1"/>
              <a:t>conse</a:t>
            </a:r>
            <a:r>
              <a:rPr lang="en-US" dirty="0"/>
              <a:t> </a:t>
            </a:r>
            <a:r>
              <a:rPr lang="en-US" dirty="0" err="1"/>
              <a:t>ctet</a:t>
            </a:r>
            <a:r>
              <a:rPr lang="en-US" dirty="0"/>
              <a:t> </a:t>
            </a:r>
            <a:r>
              <a:rPr lang="en-US" dirty="0" err="1"/>
              <a:t>ur</a:t>
            </a:r>
            <a:r>
              <a:rPr lang="en-US" dirty="0"/>
              <a:t> </a:t>
            </a:r>
            <a:r>
              <a:rPr lang="en-US" dirty="0" err="1"/>
              <a:t>adip</a:t>
            </a:r>
            <a:r>
              <a:rPr lang="en-US" dirty="0"/>
              <a:t> </a:t>
            </a:r>
            <a:r>
              <a:rPr lang="en-US" dirty="0" err="1"/>
              <a:t>iscing</a:t>
            </a:r>
            <a:r>
              <a:rPr lang="en-US" dirty="0"/>
              <a:t> </a:t>
            </a:r>
            <a:r>
              <a:rPr lang="en-US" dirty="0" err="1"/>
              <a:t>elit</a:t>
            </a:r>
            <a:r>
              <a:rPr lang="en-US" dirty="0"/>
              <a:t>. </a:t>
            </a:r>
            <a:r>
              <a:rPr lang="en-US" dirty="0" err="1"/>
              <a:t>Mauris</a:t>
            </a:r>
            <a:r>
              <a:rPr lang="en-US" dirty="0"/>
              <a:t> </a:t>
            </a:r>
            <a:r>
              <a:rPr lang="en-US" dirty="0" err="1"/>
              <a:t>accum</a:t>
            </a:r>
            <a:r>
              <a:rPr lang="en-US" dirty="0"/>
              <a:t> san </a:t>
            </a:r>
            <a:r>
              <a:rPr lang="en-US" dirty="0" err="1"/>
              <a:t>urna</a:t>
            </a:r>
            <a:r>
              <a:rPr lang="en-US" dirty="0"/>
              <a:t>. </a:t>
            </a:r>
            <a:r>
              <a:rPr lang="en-US" dirty="0" err="1"/>
              <a:t>Sus</a:t>
            </a:r>
            <a:r>
              <a:rPr lang="en-US" dirty="0"/>
              <a:t> </a:t>
            </a:r>
            <a:r>
              <a:rPr lang="en-US" dirty="0" err="1"/>
              <a:t>pendisse</a:t>
            </a:r>
            <a:r>
              <a:rPr lang="en-US" dirty="0"/>
              <a:t> </a:t>
            </a:r>
            <a:r>
              <a:rPr lang="en-US" dirty="0" err="1"/>
              <a:t>sem</a:t>
            </a:r>
            <a:r>
              <a:rPr lang="en-US" dirty="0"/>
              <a:t> per semper </a:t>
            </a:r>
            <a:r>
              <a:rPr lang="en-US" dirty="0" err="1"/>
              <a:t>commodo</a:t>
            </a:r>
            <a:r>
              <a:rPr lang="en-US" dirty="0"/>
              <a:t> lorem.”</a:t>
            </a:r>
          </a:p>
        </p:txBody>
      </p:sp>
      <p:sp>
        <p:nvSpPr>
          <p:cNvPr id="4" name="Text Placeholder 2">
            <a:extLst>
              <a:ext uri="{FF2B5EF4-FFF2-40B4-BE49-F238E27FC236}">
                <a16:creationId xmlns:a16="http://schemas.microsoft.com/office/drawing/2014/main" id="{050C34B8-7526-044F-B179-517E7649638E}"/>
              </a:ext>
            </a:extLst>
          </p:cNvPr>
          <p:cNvSpPr>
            <a:spLocks noGrp="1"/>
          </p:cNvSpPr>
          <p:nvPr>
            <p:ph type="body" idx="1" hasCustomPrompt="1"/>
          </p:nvPr>
        </p:nvSpPr>
        <p:spPr>
          <a:xfrm>
            <a:off x="457199" y="5485384"/>
            <a:ext cx="8366761" cy="347472"/>
          </a:xfrm>
        </p:spPr>
        <p:txBody>
          <a:bodyPr/>
          <a:lstStyle>
            <a:lvl1pPr marL="0" indent="0">
              <a:buNone/>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attribution</a:t>
            </a:r>
          </a:p>
        </p:txBody>
      </p:sp>
    </p:spTree>
    <p:extLst>
      <p:ext uri="{BB962C8B-B14F-4D97-AF65-F5344CB8AC3E}">
        <p14:creationId xmlns:p14="http://schemas.microsoft.com/office/powerpoint/2010/main" val="687632552"/>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W1_Steel">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6F787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6F787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6167" y="6056352"/>
            <a:ext cx="2057400" cy="468272"/>
          </a:xfrm>
          <a:prstGeom prst="rect">
            <a:avLst/>
          </a:prstGeom>
        </p:spPr>
      </p:pic>
    </p:spTree>
    <p:extLst>
      <p:ext uri="{BB962C8B-B14F-4D97-AF65-F5344CB8AC3E}">
        <p14:creationId xmlns:p14="http://schemas.microsoft.com/office/powerpoint/2010/main" val="39552754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itle Slide W1_Surf">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06C4B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06C4B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defPPr>
              <a:defRPr lang="en-US"/>
            </a:defPPr>
            <a:lvl1pPr>
              <a:defRPr sz="700"/>
            </a:lvl1pPr>
          </a:lstStyle>
          <a:p>
            <a:pPr lvl="0"/>
            <a:r>
              <a:rPr lang="en-US" dirty="0"/>
              <a:t>© 2026 Gartner, Inc. and/or its affiliates. All rights reserved. Gartner is a registered trademark of Gartner, Inc. or its affiliates. This presentation, including all supporting materials, </a:t>
            </a:r>
            <a:br>
              <a:rPr lang="en-US" dirty="0"/>
            </a:br>
            <a:r>
              <a:rPr lang="en-US"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6167" y="6056352"/>
            <a:ext cx="2057400" cy="468272"/>
          </a:xfrm>
          <a:prstGeom prst="rect">
            <a:avLst/>
          </a:prstGeom>
        </p:spPr>
      </p:pic>
    </p:spTree>
    <p:extLst>
      <p:ext uri="{BB962C8B-B14F-4D97-AF65-F5344CB8AC3E}">
        <p14:creationId xmlns:p14="http://schemas.microsoft.com/office/powerpoint/2010/main" val="3119218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Slide W1_Ta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FF540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FF540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defPPr>
              <a:defRPr lang="en-US"/>
            </a:defPPr>
            <a:lvl1pPr>
              <a:defRPr sz="700"/>
            </a:lvl1pPr>
          </a:lstStyle>
          <a:p>
            <a:pPr lvl="0"/>
            <a:r>
              <a:rPr lang="en-US" dirty="0"/>
              <a:t>© 2026 Gartner, Inc. and/or its affiliates. All rights reserved. Gartner is a registered trademark of Gartner, Inc. or its affiliates. This presentation, including all supporting materials, </a:t>
            </a:r>
            <a:br>
              <a:rPr lang="en-US" dirty="0"/>
            </a:br>
            <a:r>
              <a:rPr lang="en-US"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6167" y="6056352"/>
            <a:ext cx="2057400" cy="468272"/>
          </a:xfrm>
          <a:prstGeom prst="rect">
            <a:avLst/>
          </a:prstGeom>
        </p:spPr>
      </p:pic>
    </p:spTree>
    <p:extLst>
      <p:ext uri="{BB962C8B-B14F-4D97-AF65-F5344CB8AC3E}">
        <p14:creationId xmlns:p14="http://schemas.microsoft.com/office/powerpoint/2010/main" val="3324371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Title Slide W1_Lem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FEC10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FEC10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defPPr>
              <a:defRPr lang="en-US"/>
            </a:defPPr>
            <a:lvl1pPr>
              <a:defRPr sz="700"/>
            </a:lvl1pPr>
          </a:lstStyle>
          <a:p>
            <a:pPr lvl="0"/>
            <a:r>
              <a:rPr lang="en-US" dirty="0"/>
              <a:t>© 2026 Gartner, Inc. and/or its affiliates. All rights reserved. Gartner is a registered trademark of Gartner, Inc. or its affiliates. This presentation, including all supporting materials, </a:t>
            </a:r>
            <a:br>
              <a:rPr lang="en-US" dirty="0"/>
            </a:br>
            <a:r>
              <a:rPr lang="en-US"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6167" y="6056352"/>
            <a:ext cx="2057400" cy="468272"/>
          </a:xfrm>
          <a:prstGeom prst="rect">
            <a:avLst/>
          </a:prstGeom>
        </p:spPr>
      </p:pic>
    </p:spTree>
    <p:extLst>
      <p:ext uri="{BB962C8B-B14F-4D97-AF65-F5344CB8AC3E}">
        <p14:creationId xmlns:p14="http://schemas.microsoft.com/office/powerpoint/2010/main" val="26634787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Title Slide W1_Ros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E8115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E8115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defPPr>
              <a:defRPr lang="en-US"/>
            </a:defPPr>
            <a:lvl1pPr>
              <a:defRPr sz="700"/>
            </a:lvl1pPr>
          </a:lstStyle>
          <a:p>
            <a:pPr lvl="0"/>
            <a:r>
              <a:rPr lang="en-US" dirty="0"/>
              <a:t>© 2026 Gartner, Inc. and/or its affiliates. All rights reserved. Gartner is a registered trademark of Gartner, Inc. or its affiliates. This presentation, including all supporting materials, </a:t>
            </a:r>
            <a:br>
              <a:rPr lang="en-US" dirty="0"/>
            </a:br>
            <a:r>
              <a:rPr lang="en-US"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6167" y="6056352"/>
            <a:ext cx="2057400" cy="468272"/>
          </a:xfrm>
          <a:prstGeom prst="rect">
            <a:avLst/>
          </a:prstGeom>
        </p:spPr>
      </p:pic>
    </p:spTree>
    <p:extLst>
      <p:ext uri="{BB962C8B-B14F-4D97-AF65-F5344CB8AC3E}">
        <p14:creationId xmlns:p14="http://schemas.microsoft.com/office/powerpoint/2010/main" val="39555609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ivider W1_Stee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4207186780"/>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ivider W1_Sur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rgbClr val="06C4B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rgbClr val="06C4B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2569825008"/>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ivider W1_Ta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4224317931"/>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vider W1_Lem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2121861659"/>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vider W1_Ros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rgbClr val="E8115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rgbClr val="E8115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2971495815"/>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Slide B1_Steel">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6F787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6F787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p>
            <a:r>
              <a:rPr lang="en-US" sz="700" dirty="0"/>
              <a:t>© 2026 Gartner, Inc. and/or its affiliates. All rights reserved. Gartner is a registered trademark of Gartner, Inc. or its affiliates. This presentation, including all supporting materials, </a:t>
            </a:r>
            <a:br>
              <a:rPr lang="en-US" sz="700" dirty="0"/>
            </a:br>
            <a:r>
              <a:rPr lang="en-US" sz="700"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6167" y="6056352"/>
            <a:ext cx="2057400" cy="468273"/>
          </a:xfrm>
          <a:prstGeom prst="rect">
            <a:avLst/>
          </a:prstGeom>
        </p:spPr>
      </p:pic>
    </p:spTree>
    <p:extLst>
      <p:ext uri="{BB962C8B-B14F-4D97-AF65-F5344CB8AC3E}">
        <p14:creationId xmlns:p14="http://schemas.microsoft.com/office/powerpoint/2010/main" val="4163643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Title Slide B1_Surf">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06C4B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06C4B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defPPr>
              <a:defRPr lang="en-US"/>
            </a:defPPr>
            <a:lvl1pPr>
              <a:defRPr sz="700"/>
            </a:lvl1pPr>
          </a:lstStyle>
          <a:p>
            <a:pPr lvl="0"/>
            <a:r>
              <a:rPr lang="en-US" dirty="0"/>
              <a:t>© 2026 Gartner, Inc. and/or its affiliates. All rights reserved. Gartner is a registered trademark of Gartner, Inc. or its affiliates. This presentation, including all supporting materials, </a:t>
            </a:r>
            <a:br>
              <a:rPr lang="en-US" dirty="0"/>
            </a:br>
            <a:r>
              <a:rPr lang="en-US"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6167" y="6056352"/>
            <a:ext cx="2057400" cy="468273"/>
          </a:xfrm>
          <a:prstGeom prst="rect">
            <a:avLst/>
          </a:prstGeom>
        </p:spPr>
      </p:pic>
    </p:spTree>
    <p:extLst>
      <p:ext uri="{BB962C8B-B14F-4D97-AF65-F5344CB8AC3E}">
        <p14:creationId xmlns:p14="http://schemas.microsoft.com/office/powerpoint/2010/main" val="42139599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Title Slide B1_Tang">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FF540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FF540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defPPr>
              <a:defRPr lang="en-US"/>
            </a:defPPr>
            <a:lvl1pPr>
              <a:defRPr sz="700"/>
            </a:lvl1pPr>
          </a:lstStyle>
          <a:p>
            <a:pPr lvl="0"/>
            <a:r>
              <a:rPr lang="en-US" dirty="0"/>
              <a:t>© 2026 Gartner, Inc. and/or its affiliates. All rights reserved. Gartner is a registered trademark of Gartner, Inc. or its affiliates. This presentation, including all supporting materials, </a:t>
            </a:r>
            <a:br>
              <a:rPr lang="en-US" dirty="0"/>
            </a:br>
            <a:r>
              <a:rPr lang="en-US"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6167" y="6056352"/>
            <a:ext cx="2057400" cy="468273"/>
          </a:xfrm>
          <a:prstGeom prst="rect">
            <a:avLst/>
          </a:prstGeom>
        </p:spPr>
      </p:pic>
    </p:spTree>
    <p:extLst>
      <p:ext uri="{BB962C8B-B14F-4D97-AF65-F5344CB8AC3E}">
        <p14:creationId xmlns:p14="http://schemas.microsoft.com/office/powerpoint/2010/main" val="21348832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Title Slide B1_Lem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FEC10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FEC10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defPPr>
              <a:defRPr lang="en-US"/>
            </a:defPPr>
            <a:lvl1pPr>
              <a:defRPr sz="700"/>
            </a:lvl1pPr>
          </a:lstStyle>
          <a:p>
            <a:pPr lvl="0"/>
            <a:r>
              <a:rPr lang="en-US" dirty="0"/>
              <a:t>© 2026 Gartner, Inc. and/or its affiliates. All rights reserved. Gartner is a registered trademark of Gartner, Inc. or its affiliates. This presentation, including all supporting materials, </a:t>
            </a:r>
            <a:br>
              <a:rPr lang="en-US" dirty="0"/>
            </a:br>
            <a:r>
              <a:rPr lang="en-US"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6167" y="6056352"/>
            <a:ext cx="2057400" cy="468273"/>
          </a:xfrm>
          <a:prstGeom prst="rect">
            <a:avLst/>
          </a:prstGeom>
        </p:spPr>
      </p:pic>
    </p:spTree>
    <p:extLst>
      <p:ext uri="{BB962C8B-B14F-4D97-AF65-F5344CB8AC3E}">
        <p14:creationId xmlns:p14="http://schemas.microsoft.com/office/powerpoint/2010/main" val="22056725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itle" preserve="1">
  <p:cSld name="Title Slide B1_Ros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67128" y="1815465"/>
            <a:ext cx="4544568" cy="1993392"/>
          </a:xfrm>
        </p:spPr>
        <p:txBody>
          <a:bodyPr anchor="ctr" anchorCtr="0">
            <a:noAutofit/>
          </a:bodyPr>
          <a:lstStyle>
            <a:lvl1pPr algn="l">
              <a:defRPr sz="3600"/>
            </a:lvl1pPr>
          </a:lstStyle>
          <a:p>
            <a:r>
              <a:rPr lang="en-US" dirty="0"/>
              <a:t>Click to Add Title; 4 Lines of Copy; 60 Characters Maximum</a:t>
            </a:r>
          </a:p>
        </p:txBody>
      </p:sp>
      <p:sp>
        <p:nvSpPr>
          <p:cNvPr id="3" name="Subtitle 2"/>
          <p:cNvSpPr>
            <a:spLocks noGrp="1"/>
          </p:cNvSpPr>
          <p:nvPr>
            <p:ph type="subTitle" idx="1" hasCustomPrompt="1"/>
          </p:nvPr>
        </p:nvSpPr>
        <p:spPr>
          <a:xfrm>
            <a:off x="2167128" y="3927729"/>
            <a:ext cx="4544568" cy="276999"/>
          </a:xfrm>
        </p:spPr>
        <p:txBody>
          <a:bodyPr>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p>
        </p:txBody>
      </p:sp>
      <p:sp>
        <p:nvSpPr>
          <p:cNvPr id="11" name="Rectangle 10">
            <a:extLst>
              <a:ext uri="{FF2B5EF4-FFF2-40B4-BE49-F238E27FC236}">
                <a16:creationId xmlns:a16="http://schemas.microsoft.com/office/drawing/2014/main" id="{DF52C871-2562-42C8-892F-B626144557EB}"/>
              </a:ext>
            </a:extLst>
          </p:cNvPr>
          <p:cNvSpPr>
            <a:spLocks noChangeAspect="1"/>
          </p:cNvSpPr>
          <p:nvPr/>
        </p:nvSpPr>
        <p:spPr>
          <a:xfrm>
            <a:off x="1591056" y="1344168"/>
            <a:ext cx="164592" cy="3291840"/>
          </a:xfrm>
          <a:prstGeom prst="rect">
            <a:avLst/>
          </a:prstGeom>
          <a:solidFill>
            <a:srgbClr val="E8115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3" name="Rectangle 12">
            <a:extLst>
              <a:ext uri="{FF2B5EF4-FFF2-40B4-BE49-F238E27FC236}">
                <a16:creationId xmlns:a16="http://schemas.microsoft.com/office/drawing/2014/main" id="{1381A73D-9388-4EC4-8DD3-AFDF9CEB6291}"/>
              </a:ext>
            </a:extLst>
          </p:cNvPr>
          <p:cNvSpPr>
            <a:spLocks noChangeAspect="1"/>
          </p:cNvSpPr>
          <p:nvPr/>
        </p:nvSpPr>
        <p:spPr>
          <a:xfrm>
            <a:off x="7059168" y="1344168"/>
            <a:ext cx="164592" cy="3291840"/>
          </a:xfrm>
          <a:prstGeom prst="rect">
            <a:avLst/>
          </a:prstGeom>
          <a:solidFill>
            <a:srgbClr val="E8115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4" name="TextBox 13">
            <a:extLst>
              <a:ext uri="{FF2B5EF4-FFF2-40B4-BE49-F238E27FC236}">
                <a16:creationId xmlns:a16="http://schemas.microsoft.com/office/drawing/2014/main" id="{BB93A754-CF98-4BEB-BE89-ADF1CF77AA4F}"/>
              </a:ext>
            </a:extLst>
          </p:cNvPr>
          <p:cNvSpPr txBox="1"/>
          <p:nvPr/>
        </p:nvSpPr>
        <p:spPr>
          <a:xfrm>
            <a:off x="457200" y="6199632"/>
            <a:ext cx="7095744" cy="323165"/>
          </a:xfrm>
          <a:prstGeom prst="rect">
            <a:avLst/>
          </a:prstGeom>
          <a:noFill/>
        </p:spPr>
        <p:txBody>
          <a:bodyPr wrap="square" lIns="0" tIns="0" rIns="0" bIns="0" rtlCol="0" anchor="b" anchorCtr="0">
            <a:spAutoFit/>
          </a:bodyPr>
          <a:lstStyle>
            <a:defPPr>
              <a:defRPr lang="en-US"/>
            </a:defPPr>
            <a:lvl1pPr>
              <a:defRPr sz="700"/>
            </a:lvl1pPr>
          </a:lstStyle>
          <a:p>
            <a:pPr lvl="0"/>
            <a:r>
              <a:rPr lang="en-US" dirty="0"/>
              <a:t>© 2026 Gartner, Inc. and/or its affiliates. All rights reserved. Gartner is a registered trademark of Gartner, Inc. or its affiliates. This presentation, including all supporting materials, </a:t>
            </a:r>
            <a:br>
              <a:rPr lang="en-US" dirty="0"/>
            </a:br>
            <a:r>
              <a:rPr lang="en-US" dirty="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6167" y="6056352"/>
            <a:ext cx="2057400" cy="468273"/>
          </a:xfrm>
          <a:prstGeom prst="rect">
            <a:avLst/>
          </a:prstGeom>
        </p:spPr>
      </p:pic>
    </p:spTree>
    <p:extLst>
      <p:ext uri="{BB962C8B-B14F-4D97-AF65-F5344CB8AC3E}">
        <p14:creationId xmlns:p14="http://schemas.microsoft.com/office/powerpoint/2010/main" val="26457355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ivider B1_Stee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932748740"/>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ivider B1_Sur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rgbClr val="06C4B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rgbClr val="06C4B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3390111416"/>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ivider B1_Ta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1998799885"/>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ivider B1_Lem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1151080029"/>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Divider B1_Ros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57400" y="1527048"/>
            <a:ext cx="4910328" cy="2935224"/>
          </a:xfrm>
        </p:spPr>
        <p:txBody>
          <a:bodyPr anchor="ctr" anchorCtr="0"/>
          <a:lstStyle>
            <a:lvl1pPr>
              <a:lnSpc>
                <a:spcPct val="100000"/>
              </a:lnSpc>
              <a:defRPr sz="3200"/>
            </a:lvl1pPr>
          </a:lstStyle>
          <a:p>
            <a:r>
              <a:rPr lang="en-US" dirty="0"/>
              <a:t>Divider Slide</a:t>
            </a:r>
            <a:br>
              <a:rPr lang="en-US" dirty="0"/>
            </a:br>
            <a:r>
              <a:rPr lang="en-US" dirty="0"/>
              <a:t>30 Characters Max.</a:t>
            </a:r>
            <a:br>
              <a:rPr lang="en-US" dirty="0"/>
            </a:br>
            <a:r>
              <a:rPr lang="en-US" dirty="0"/>
              <a:t>Lorem Ipsum</a:t>
            </a:r>
          </a:p>
        </p:txBody>
      </p:sp>
      <p:sp>
        <p:nvSpPr>
          <p:cNvPr id="9" name="Rectangle 8">
            <a:extLst>
              <a:ext uri="{FF2B5EF4-FFF2-40B4-BE49-F238E27FC236}">
                <a16:creationId xmlns:a16="http://schemas.microsoft.com/office/drawing/2014/main" id="{2732D673-8A01-4D67-952F-C50DD619BB5A}"/>
              </a:ext>
            </a:extLst>
          </p:cNvPr>
          <p:cNvSpPr/>
          <p:nvPr/>
        </p:nvSpPr>
        <p:spPr>
          <a:xfrm>
            <a:off x="0" y="1353312"/>
            <a:ext cx="1755648" cy="3291840"/>
          </a:xfrm>
          <a:prstGeom prst="rect">
            <a:avLst/>
          </a:prstGeom>
          <a:solidFill>
            <a:srgbClr val="E8115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
        <p:nvSpPr>
          <p:cNvPr id="10" name="Rectangle 9">
            <a:extLst>
              <a:ext uri="{FF2B5EF4-FFF2-40B4-BE49-F238E27FC236}">
                <a16:creationId xmlns:a16="http://schemas.microsoft.com/office/drawing/2014/main" id="{BCD94C69-E2DB-4D1B-9563-7EE92CB777A0}"/>
              </a:ext>
            </a:extLst>
          </p:cNvPr>
          <p:cNvSpPr/>
          <p:nvPr/>
        </p:nvSpPr>
        <p:spPr>
          <a:xfrm>
            <a:off x="7141464" y="1353312"/>
            <a:ext cx="5047488" cy="3291840"/>
          </a:xfrm>
          <a:prstGeom prst="rect">
            <a:avLst/>
          </a:prstGeom>
          <a:solidFill>
            <a:srgbClr val="E8115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dirty="0"/>
          </a:p>
        </p:txBody>
      </p:sp>
    </p:spTree>
    <p:extLst>
      <p:ext uri="{BB962C8B-B14F-4D97-AF65-F5344CB8AC3E}">
        <p14:creationId xmlns:p14="http://schemas.microsoft.com/office/powerpoint/2010/main" val="3572232037"/>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image" Target="../media/image1.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theme" Target="../theme/theme3.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image" Target="../media/image2.png"/><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theme" Target="../theme/theme4.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dirty="0"/>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6280611A-9339-449F-9F81-506F1D1F9390}"/>
              </a:ext>
            </a:extLst>
          </p:cNvPr>
          <p:cNvSpPr txBox="1"/>
          <p:nvPr/>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dirty="0">
                <a:solidFill>
                  <a:schemeClr val="tx1"/>
                </a:solidFill>
              </a:rPr>
              <a:t>RESTRICTED</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 2026 Gartner, Inc. and/or its affiliates. All rights reserved.				</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453052" y="6242938"/>
            <a:ext cx="1280160" cy="291370"/>
          </a:xfrm>
          <a:prstGeom prst="rect">
            <a:avLst/>
          </a:prstGeom>
        </p:spPr>
      </p:pic>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929" r:id="rId1"/>
    <p:sldLayoutId id="2147483852" r:id="rId2"/>
    <p:sldLayoutId id="2147483854" r:id="rId3"/>
    <p:sldLayoutId id="2147483855" r:id="rId4"/>
    <p:sldLayoutId id="2147483856" r:id="rId5"/>
    <p:sldLayoutId id="2147483857" r:id="rId6"/>
    <p:sldLayoutId id="2147483858" r:id="rId7"/>
    <p:sldLayoutId id="2147483859" r:id="rId8"/>
    <p:sldLayoutId id="2147483860" r:id="rId9"/>
    <p:sldLayoutId id="2147483943" r:id="rId10"/>
    <p:sldLayoutId id="2147483944" r:id="rId11"/>
    <p:sldLayoutId id="2147483863" r:id="rId12"/>
    <p:sldLayoutId id="2147483864" r:id="rId13"/>
    <p:sldLayoutId id="2147483867" r:id="rId14"/>
    <p:sldLayoutId id="2147483941" r:id="rId15"/>
  </p:sldLayoutIdLst>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xmlns:p15="http://schemas.microsoft.com/office/powerpoint/2012/main">
      <p:transition/>
    </mc:Fallback>
  </mc:AlternateContent>
  <p:hf sldNum="0" hdr="0" ftr="0" dt="0"/>
  <p:txStyles>
    <p:titleStyle>
      <a:lvl1pPr algn="l" defTabSz="914400" rtl="0" eaLnBrk="1" latinLnBrk="0" hangingPunct="1">
        <a:lnSpc>
          <a:spcPct val="90000"/>
        </a:lnSpc>
        <a:spcBef>
          <a:spcPts val="0"/>
        </a:spcBef>
        <a:spcAft>
          <a:spcPts val="1200"/>
        </a:spcAft>
        <a:buNone/>
        <a:defRPr sz="3200" kern="1200">
          <a:solidFill>
            <a:schemeClr val="tx2"/>
          </a:solidFill>
          <a:latin typeface="+mj-lt"/>
          <a:ea typeface="+mj-ea"/>
          <a:cs typeface="+mj-cs"/>
        </a:defRPr>
      </a:lvl1pPr>
    </p:titleStyle>
    <p:bodyStyle>
      <a:lvl1pPr marL="246063" indent="-246063"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1pPr>
      <a:lvl2pPr marL="742950" indent="-314325"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2pPr>
      <a:lvl3pPr marL="1174750" indent="-247650"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3pPr>
      <a:lvl4pPr marL="1674813" indent="-317500" algn="l" defTabSz="914400" rtl="0" eaLnBrk="1" latinLnBrk="0" hangingPunct="1">
        <a:lnSpc>
          <a:spcPct val="90000"/>
        </a:lnSpc>
        <a:spcBef>
          <a:spcPts val="1200"/>
        </a:spcBef>
        <a:spcAft>
          <a:spcPts val="0"/>
        </a:spcAft>
        <a:buSzPct val="100000"/>
        <a:buFont typeface="Arial" panose="020B0604020202020204" pitchFamily="34" charset="0"/>
        <a:buChar char="–"/>
        <a:tabLst/>
        <a:defRPr sz="2400" kern="1200">
          <a:solidFill>
            <a:schemeClr val="tx1"/>
          </a:solidFill>
          <a:latin typeface="+mn-lt"/>
          <a:ea typeface="+mn-ea"/>
          <a:cs typeface="+mn-cs"/>
        </a:defRPr>
      </a:lvl4pPr>
      <a:lvl5pPr marL="2105025" indent="-247650" algn="l" defTabSz="914400" rtl="0" eaLnBrk="1" latinLnBrk="0" hangingPunct="1">
        <a:lnSpc>
          <a:spcPct val="90000"/>
        </a:lnSpc>
        <a:spcBef>
          <a:spcPts val="1200"/>
        </a:spcBef>
        <a:spcAft>
          <a:spcPts val="0"/>
        </a:spcAft>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dirty="0"/>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6280611A-9339-449F-9F81-506F1D1F9390}"/>
              </a:ext>
            </a:extLst>
          </p:cNvPr>
          <p:cNvSpPr txBox="1"/>
          <p:nvPr/>
        </p:nvSpPr>
        <p:spPr>
          <a:xfrm>
            <a:off x="694944" y="6302222"/>
            <a:ext cx="2313432" cy="107722"/>
          </a:xfrm>
          <a:prstGeom prst="rect">
            <a:avLst/>
          </a:prstGeom>
          <a:noFill/>
        </p:spPr>
        <p:txBody>
          <a:bodyPr wrap="square" lIns="0" tIns="0" rIns="0" bIns="0" rtlCol="0" anchor="b" anchorCtr="0">
            <a:spAutoFit/>
          </a:bodyPr>
          <a:lstStyle>
            <a:defPPr>
              <a:defRPr lang="en-US"/>
            </a:defPPr>
            <a:lvl1pPr>
              <a:lnSpc>
                <a:spcPct val="100000"/>
              </a:lnSpc>
              <a:spcBef>
                <a:spcPts val="0"/>
              </a:spcBef>
              <a:spcAft>
                <a:spcPts val="0"/>
              </a:spcAft>
              <a:defRPr sz="700" b="1"/>
            </a:lvl1pPr>
          </a:lstStyle>
          <a:p>
            <a:pPr lvl="0"/>
            <a:r>
              <a:rPr lang="en-US" dirty="0"/>
              <a:t>RESTRICTED</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 2026 Gartner, Inc. and/or its affiliates. All rights reserved.				</a:t>
            </a:r>
          </a:p>
        </p:txBody>
      </p:sp>
      <p:pic>
        <p:nvPicPr>
          <p:cNvPr id="8" name="Picture 7">
            <a:extLst>
              <a:ext uri="{FF2B5EF4-FFF2-40B4-BE49-F238E27FC236}">
                <a16:creationId xmlns:a16="http://schemas.microsoft.com/office/drawing/2014/main" id="{7691A022-4AA8-4AE4-97E5-9A634D272F00}"/>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453051" y="6242938"/>
            <a:ext cx="1280161" cy="291370"/>
          </a:xfrm>
          <a:prstGeom prst="rect">
            <a:avLst/>
          </a:prstGeom>
        </p:spPr>
      </p:pic>
    </p:spTree>
    <p:extLst>
      <p:ext uri="{BB962C8B-B14F-4D97-AF65-F5344CB8AC3E}">
        <p14:creationId xmlns:p14="http://schemas.microsoft.com/office/powerpoint/2010/main" val="358496023"/>
      </p:ext>
    </p:extLst>
  </p:cSld>
  <p:clrMap bg1="dk1" tx1="lt1" bg2="dk2" tx2="lt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945" r:id="rId8"/>
    <p:sldLayoutId id="2147483946" r:id="rId9"/>
    <p:sldLayoutId id="2147483882" r:id="rId10"/>
    <p:sldLayoutId id="2147483884" r:id="rId11"/>
    <p:sldLayoutId id="2147483942" r:id="rId12"/>
  </p:sldLayoutIdLst>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xmlns:p15="http://schemas.microsoft.com/office/powerpoint/2012/main">
      <p:transition/>
    </mc:Fallback>
  </mc:AlternateContent>
  <p:hf sldNum="0" hdr="0" ftr="0" dt="0"/>
  <p:txStyles>
    <p:titleStyle>
      <a:lvl1pPr algn="l" defTabSz="914400" rtl="0" eaLnBrk="1" latinLnBrk="0" hangingPunct="1">
        <a:lnSpc>
          <a:spcPct val="90000"/>
        </a:lnSpc>
        <a:spcBef>
          <a:spcPts val="0"/>
        </a:spcBef>
        <a:spcAft>
          <a:spcPts val="1200"/>
        </a:spcAft>
        <a:buNone/>
        <a:defRPr sz="3200" kern="1200">
          <a:solidFill>
            <a:schemeClr val="tx2"/>
          </a:solidFill>
          <a:latin typeface="+mj-lt"/>
          <a:ea typeface="+mj-ea"/>
          <a:cs typeface="+mj-cs"/>
        </a:defRPr>
      </a:lvl1pPr>
    </p:titleStyle>
    <p:bodyStyle>
      <a:lvl1pPr marL="246888"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1pPr>
      <a:lvl2pPr marL="740664" indent="-310896"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2pPr>
      <a:lvl3pPr marL="1179576"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3pPr>
      <a:lvl4pPr marL="1673352" indent="-320040"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4pPr>
      <a:lvl5pPr marL="2112264" indent="-246888" algn="l" defTabSz="914400" rtl="0" eaLnBrk="1" latinLnBrk="0" hangingPunct="1">
        <a:lnSpc>
          <a:spcPct val="90000"/>
        </a:lnSpc>
        <a:spcBef>
          <a:spcPts val="1200"/>
        </a:spcBef>
        <a:spcAft>
          <a:spcPts val="0"/>
        </a:spcAft>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p15:clr>
            <a:srgbClr val="A4A3A4"/>
          </p15:clr>
        </p15:guide>
        <p15:guide id="15" pos="3840">
          <p15:clr>
            <a:srgbClr val="A4A3A4"/>
          </p15:clr>
        </p15:guide>
        <p15:guide id="16" orient="horz" pos="228">
          <p15:clr>
            <a:srgbClr val="5ACBF0"/>
          </p15:clr>
        </p15:guide>
        <p15:guide id="17" orient="horz" pos="537">
          <p15:clr>
            <a:srgbClr val="FDE53C"/>
          </p15:clr>
        </p15:guide>
        <p15:guide id="18" orient="horz" pos="848">
          <p15:clr>
            <a:srgbClr val="FDE53C"/>
          </p15:clr>
        </p15:guide>
        <p15:guide id="19" orient="horz" pos="960">
          <p15:clr>
            <a:srgbClr val="5ACBF0"/>
          </p15:clr>
        </p15:guide>
        <p15:guide id="20" orient="horz" pos="3773">
          <p15:clr>
            <a:srgbClr val="FBAE40"/>
          </p15:clr>
        </p15:guide>
        <p15:guide id="21" orient="horz" pos="4001">
          <p15:clr>
            <a:srgbClr val="5ACBF0"/>
          </p15:clr>
        </p15:guide>
        <p15:guide id="22" orient="horz" pos="4113">
          <p15:clr>
            <a:srgbClr val="5ACBF0"/>
          </p15:clr>
        </p15:guide>
        <p15:guide id="23" pos="288">
          <p15:clr>
            <a:srgbClr val="5ACBF0"/>
          </p15:clr>
        </p15:guide>
        <p15:guide id="24" pos="3756">
          <p15:clr>
            <a:srgbClr val="5ACBF0"/>
          </p15:clr>
        </p15:guide>
        <p15:guide id="25" pos="3927">
          <p15:clr>
            <a:srgbClr val="5ACBF0"/>
          </p15:clr>
        </p15:guide>
        <p15:guide id="26" pos="7394">
          <p15:clr>
            <a:srgbClr val="5ACBF0"/>
          </p15:clr>
        </p15:guide>
        <p15:guide id="27" orient="horz" pos="3969" userDrawn="1">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dirty="0"/>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6280611A-9339-449F-9F81-506F1D1F9390}"/>
              </a:ext>
            </a:extLst>
          </p:cNvPr>
          <p:cNvSpPr txBox="1"/>
          <p:nvPr/>
        </p:nvSpPr>
        <p:spPr>
          <a:xfrm>
            <a:off x="694944" y="6302222"/>
            <a:ext cx="2313432" cy="107722"/>
          </a:xfrm>
          <a:prstGeom prst="rect">
            <a:avLst/>
          </a:prstGeom>
          <a:noFill/>
        </p:spPr>
        <p:txBody>
          <a:bodyPr wrap="square" lIns="0" tIns="0" rIns="0" bIns="0" rtlCol="0" anchor="b" anchorCtr="0">
            <a:spAutoFit/>
          </a:bodyPr>
          <a:lstStyle>
            <a:defPPr>
              <a:defRPr lang="en-US"/>
            </a:defPPr>
            <a:lvl1pPr>
              <a:lnSpc>
                <a:spcPct val="100000"/>
              </a:lnSpc>
              <a:spcBef>
                <a:spcPts val="0"/>
              </a:spcBef>
              <a:spcAft>
                <a:spcPts val="0"/>
              </a:spcAft>
              <a:defRPr sz="700" b="1"/>
            </a:lvl1pPr>
          </a:lstStyle>
          <a:p>
            <a:pPr lvl="0"/>
            <a:r>
              <a:rPr lang="en-US" dirty="0"/>
              <a:t>RESTRICTED</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 2026 Gartner, Inc. and/or its affiliates. All rights reserved.				</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453052" y="6242938"/>
            <a:ext cx="1280160" cy="291370"/>
          </a:xfrm>
          <a:prstGeom prst="rect">
            <a:avLst/>
          </a:prstGeom>
        </p:spPr>
      </p:pic>
    </p:spTree>
    <p:extLst>
      <p:ext uri="{BB962C8B-B14F-4D97-AF65-F5344CB8AC3E}">
        <p14:creationId xmlns:p14="http://schemas.microsoft.com/office/powerpoint/2010/main" val="2783984989"/>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898" r:id="rId6"/>
    <p:sldLayoutId id="2147483911" r:id="rId7"/>
    <p:sldLayoutId id="2147483899" r:id="rId8"/>
    <p:sldLayoutId id="2147483906" r:id="rId9"/>
    <p:sldLayoutId id="2147483907" r:id="rId10"/>
  </p:sldLayoutIdLst>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xmlns:p15="http://schemas.microsoft.com/office/powerpoint/2012/main">
      <p:transition/>
    </mc:Fallback>
  </mc:AlternateContent>
  <p:hf sldNum="0" hdr="0" ftr="0" dt="0"/>
  <p:txStyles>
    <p:titleStyle>
      <a:lvl1pPr algn="l" defTabSz="914400" rtl="0" eaLnBrk="1" latinLnBrk="0" hangingPunct="1">
        <a:lnSpc>
          <a:spcPct val="90000"/>
        </a:lnSpc>
        <a:spcBef>
          <a:spcPts val="0"/>
        </a:spcBef>
        <a:spcAft>
          <a:spcPts val="1200"/>
        </a:spcAft>
        <a:buNone/>
        <a:defRPr sz="3200" kern="1200">
          <a:solidFill>
            <a:schemeClr val="tx2"/>
          </a:solidFill>
          <a:latin typeface="+mj-lt"/>
          <a:ea typeface="+mj-ea"/>
          <a:cs typeface="+mj-cs"/>
        </a:defRPr>
      </a:lvl1pPr>
    </p:titleStyle>
    <p:bodyStyle>
      <a:lvl1pPr marL="246888"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1pPr>
      <a:lvl2pPr marL="740664" indent="-310896"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2pPr>
      <a:lvl3pPr marL="1179576"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3pPr>
      <a:lvl4pPr marL="1673352"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4pPr>
      <a:lvl5pPr marL="2112264" indent="-246888" algn="l" defTabSz="914400" rtl="0" eaLnBrk="1" latinLnBrk="0" hangingPunct="1">
        <a:lnSpc>
          <a:spcPct val="90000"/>
        </a:lnSpc>
        <a:spcBef>
          <a:spcPts val="1200"/>
        </a:spcBef>
        <a:spcAft>
          <a:spcPts val="0"/>
        </a:spcAft>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p15:clr>
            <a:srgbClr val="A4A3A4"/>
          </p15:clr>
        </p15:guide>
        <p15:guide id="15" pos="3840">
          <p15:clr>
            <a:srgbClr val="A4A3A4"/>
          </p15:clr>
        </p15:guide>
        <p15:guide id="16" orient="horz" pos="228">
          <p15:clr>
            <a:srgbClr val="5ACBF0"/>
          </p15:clr>
        </p15:guide>
        <p15:guide id="17" orient="horz" pos="537">
          <p15:clr>
            <a:srgbClr val="FDE53C"/>
          </p15:clr>
        </p15:guide>
        <p15:guide id="18" orient="horz" pos="848">
          <p15:clr>
            <a:srgbClr val="FDE53C"/>
          </p15:clr>
        </p15:guide>
        <p15:guide id="19" orient="horz" pos="960">
          <p15:clr>
            <a:srgbClr val="5ACBF0"/>
          </p15:clr>
        </p15:guide>
        <p15:guide id="20" orient="horz" pos="3773">
          <p15:clr>
            <a:srgbClr val="FBAE40"/>
          </p15:clr>
        </p15:guide>
        <p15:guide id="21" orient="horz" pos="4001">
          <p15:clr>
            <a:srgbClr val="5ACBF0"/>
          </p15:clr>
        </p15:guide>
        <p15:guide id="22" orient="horz" pos="4113">
          <p15:clr>
            <a:srgbClr val="5ACBF0"/>
          </p15:clr>
        </p15:guide>
        <p15:guide id="23" pos="288">
          <p15:clr>
            <a:srgbClr val="5ACBF0"/>
          </p15:clr>
        </p15:guide>
        <p15:guide id="24" pos="3756">
          <p15:clr>
            <a:srgbClr val="5ACBF0"/>
          </p15:clr>
        </p15:guide>
        <p15:guide id="25" pos="3927">
          <p15:clr>
            <a:srgbClr val="5ACBF0"/>
          </p15:clr>
        </p15:guide>
        <p15:guide id="26" pos="7394">
          <p15:clr>
            <a:srgbClr val="5ACBF0"/>
          </p15:clr>
        </p15:guide>
        <p15:guide id="27" orient="horz" pos="3969" userDrawn="1">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dirty="0"/>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6280611A-9339-449F-9F81-506F1D1F9390}"/>
              </a:ext>
            </a:extLst>
          </p:cNvPr>
          <p:cNvSpPr txBox="1"/>
          <p:nvPr/>
        </p:nvSpPr>
        <p:spPr>
          <a:xfrm>
            <a:off x="694944" y="6302222"/>
            <a:ext cx="2313432" cy="107722"/>
          </a:xfrm>
          <a:prstGeom prst="rect">
            <a:avLst/>
          </a:prstGeom>
          <a:noFill/>
        </p:spPr>
        <p:txBody>
          <a:bodyPr wrap="square" lIns="0" tIns="0" rIns="0" bIns="0" rtlCol="0" anchor="b" anchorCtr="0">
            <a:spAutoFit/>
          </a:bodyPr>
          <a:lstStyle>
            <a:defPPr>
              <a:defRPr lang="en-US"/>
            </a:defPPr>
            <a:lvl1pPr>
              <a:lnSpc>
                <a:spcPct val="100000"/>
              </a:lnSpc>
              <a:spcBef>
                <a:spcPts val="0"/>
              </a:spcBef>
              <a:spcAft>
                <a:spcPts val="0"/>
              </a:spcAft>
              <a:defRPr sz="700" b="1"/>
            </a:lvl1pPr>
          </a:lstStyle>
          <a:p>
            <a:pPr lvl="0"/>
            <a:r>
              <a:rPr lang="en-US" dirty="0"/>
              <a:t>RESTRICTED</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dirty="0">
                <a:solidFill>
                  <a:schemeClr val="tx1"/>
                </a:solidFill>
              </a:rPr>
              <a:t>	© 2026 Gartner, Inc. and/or its affiliates. All rights reserved.				</a:t>
            </a:r>
          </a:p>
        </p:txBody>
      </p:sp>
      <p:pic>
        <p:nvPicPr>
          <p:cNvPr id="8" name="Picture 7">
            <a:extLst>
              <a:ext uri="{FF2B5EF4-FFF2-40B4-BE49-F238E27FC236}">
                <a16:creationId xmlns:a16="http://schemas.microsoft.com/office/drawing/2014/main" id="{8EFC24DA-563F-4E0A-8B89-C124930D7DCD}"/>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0453051" y="6242938"/>
            <a:ext cx="1280161" cy="291370"/>
          </a:xfrm>
          <a:prstGeom prst="rect">
            <a:avLst/>
          </a:prstGeom>
        </p:spPr>
      </p:pic>
    </p:spTree>
    <p:extLst>
      <p:ext uri="{BB962C8B-B14F-4D97-AF65-F5344CB8AC3E}">
        <p14:creationId xmlns:p14="http://schemas.microsoft.com/office/powerpoint/2010/main" val="1772973834"/>
      </p:ext>
    </p:extLst>
  </p:cSld>
  <p:clrMap bg1="dk1" tx1="lt1" bg2="dk2" tx2="lt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19" r:id="rId6"/>
    <p:sldLayoutId id="2147483920" r:id="rId7"/>
    <p:sldLayoutId id="2147483921" r:id="rId8"/>
    <p:sldLayoutId id="2147483922" r:id="rId9"/>
    <p:sldLayoutId id="2147483923" r:id="rId10"/>
  </p:sldLayoutIdLst>
  <mc:AlternateContent xmlns:mc="http://schemas.openxmlformats.org/markup-compatibility/2006" xmlns:p14="http://schemas.microsoft.com/office/powerpoint/2010/main">
    <mc:Choice Requires="p14">
      <p:transition p14:dur="10"/>
    </mc:Choice>
    <mc:Fallback xmlns="" xmlns:a16="http://schemas.microsoft.com/office/drawing/2014/main" xmlns:a14="http://schemas.microsoft.com/office/drawing/2010/main" xmlns:p15="http://schemas.microsoft.com/office/powerpoint/2012/main">
      <p:transition/>
    </mc:Fallback>
  </mc:AlternateContent>
  <p:hf sldNum="0" hdr="0" ftr="0" dt="0"/>
  <p:txStyles>
    <p:titleStyle>
      <a:lvl1pPr algn="l" defTabSz="914400" rtl="0" eaLnBrk="1" latinLnBrk="0" hangingPunct="1">
        <a:lnSpc>
          <a:spcPct val="90000"/>
        </a:lnSpc>
        <a:spcBef>
          <a:spcPts val="0"/>
        </a:spcBef>
        <a:spcAft>
          <a:spcPts val="1200"/>
        </a:spcAft>
        <a:buNone/>
        <a:defRPr sz="3200" kern="1200">
          <a:solidFill>
            <a:schemeClr val="tx2"/>
          </a:solidFill>
          <a:latin typeface="+mj-lt"/>
          <a:ea typeface="+mj-ea"/>
          <a:cs typeface="+mj-cs"/>
        </a:defRPr>
      </a:lvl1pPr>
    </p:titleStyle>
    <p:bodyStyle>
      <a:lvl1pPr marL="246888"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1pPr>
      <a:lvl2pPr marL="740664" indent="-310896"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2pPr>
      <a:lvl3pPr marL="1179576" indent="-246888"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3pPr>
      <a:lvl4pPr marL="1673352" indent="-320040"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4pPr>
      <a:lvl5pPr marL="2112264" indent="-246888" algn="l" defTabSz="914400" rtl="0" eaLnBrk="1" latinLnBrk="0" hangingPunct="1">
        <a:lnSpc>
          <a:spcPct val="90000"/>
        </a:lnSpc>
        <a:spcBef>
          <a:spcPts val="1200"/>
        </a:spcBef>
        <a:spcAft>
          <a:spcPts val="0"/>
        </a:spcAft>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p15:clr>
            <a:srgbClr val="A4A3A4"/>
          </p15:clr>
        </p15:guide>
        <p15:guide id="15" pos="3840">
          <p15:clr>
            <a:srgbClr val="A4A3A4"/>
          </p15:clr>
        </p15:guide>
        <p15:guide id="16" orient="horz" pos="228">
          <p15:clr>
            <a:srgbClr val="5ACBF0"/>
          </p15:clr>
        </p15:guide>
        <p15:guide id="17" orient="horz" pos="537">
          <p15:clr>
            <a:srgbClr val="FDE53C"/>
          </p15:clr>
        </p15:guide>
        <p15:guide id="18" orient="horz" pos="848">
          <p15:clr>
            <a:srgbClr val="FDE53C"/>
          </p15:clr>
        </p15:guide>
        <p15:guide id="19" orient="horz" pos="960">
          <p15:clr>
            <a:srgbClr val="5ACBF0"/>
          </p15:clr>
        </p15:guide>
        <p15:guide id="20" orient="horz" pos="3773">
          <p15:clr>
            <a:srgbClr val="FBAE40"/>
          </p15:clr>
        </p15:guide>
        <p15:guide id="21" orient="horz" pos="4001">
          <p15:clr>
            <a:srgbClr val="5ACBF0"/>
          </p15:clr>
        </p15:guide>
        <p15:guide id="22" orient="horz" pos="4113">
          <p15:clr>
            <a:srgbClr val="5ACBF0"/>
          </p15:clr>
        </p15:guide>
        <p15:guide id="23" pos="288">
          <p15:clr>
            <a:srgbClr val="5ACBF0"/>
          </p15:clr>
        </p15:guide>
        <p15:guide id="24" pos="3756">
          <p15:clr>
            <a:srgbClr val="5ACBF0"/>
          </p15:clr>
        </p15:guide>
        <p15:guide id="25" pos="3927">
          <p15:clr>
            <a:srgbClr val="5ACBF0"/>
          </p15:clr>
        </p15:guide>
        <p15:guide id="26" pos="7394">
          <p15:clr>
            <a:srgbClr val="5ACBF0"/>
          </p15:clr>
        </p15:guide>
        <p15:guide id="27" orient="horz" pos="3969"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4.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8.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5.xml"/><Relationship Id="rId7" Type="http://schemas.openxmlformats.org/officeDocument/2006/relationships/image" Target="../media/image5.png"/><Relationship Id="rId12" Type="http://schemas.openxmlformats.org/officeDocument/2006/relationships/image" Target="../media/image11.png"/><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4.png"/><Relationship Id="rId11" Type="http://schemas.openxmlformats.org/officeDocument/2006/relationships/image" Target="../media/image10.jpeg"/><Relationship Id="rId5" Type="http://schemas.openxmlformats.org/officeDocument/2006/relationships/image" Target="../media/image3.emf"/><Relationship Id="rId10" Type="http://schemas.openxmlformats.org/officeDocument/2006/relationships/image" Target="../media/image9.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6.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12.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6.png"/><Relationship Id="rId3" Type="http://schemas.openxmlformats.org/officeDocument/2006/relationships/notesSlide" Target="../notesSlides/notesSlide7.xml"/><Relationship Id="rId7" Type="http://schemas.openxmlformats.org/officeDocument/2006/relationships/image" Target="../media/image5.png"/><Relationship Id="rId12" Type="http://schemas.openxmlformats.org/officeDocument/2006/relationships/image" Target="../media/image15.png"/><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image" Target="../media/image4.png"/><Relationship Id="rId11" Type="http://schemas.openxmlformats.org/officeDocument/2006/relationships/image" Target="../media/image14.png"/><Relationship Id="rId5" Type="http://schemas.openxmlformats.org/officeDocument/2006/relationships/image" Target="../media/image3.emf"/><Relationship Id="rId10" Type="http://schemas.openxmlformats.org/officeDocument/2006/relationships/image" Target="../media/image13.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8.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17.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9.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18.jpeg"/><Relationship Id="rId4" Type="http://schemas.openxmlformats.org/officeDocument/2006/relationships/oleObject" Target="../embeddings/oleObject1.bin"/><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2.png"/><Relationship Id="rId3" Type="http://schemas.openxmlformats.org/officeDocument/2006/relationships/notesSlide" Target="../notesSlides/notesSlide10.xml"/><Relationship Id="rId7" Type="http://schemas.openxmlformats.org/officeDocument/2006/relationships/image" Target="../media/image5.png"/><Relationship Id="rId12" Type="http://schemas.openxmlformats.org/officeDocument/2006/relationships/image" Target="../media/image21.png"/><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image" Target="../media/image4.png"/><Relationship Id="rId11" Type="http://schemas.openxmlformats.org/officeDocument/2006/relationships/image" Target="../media/image20.png"/><Relationship Id="rId5" Type="http://schemas.openxmlformats.org/officeDocument/2006/relationships/image" Target="../media/image3.emf"/><Relationship Id="rId10" Type="http://schemas.openxmlformats.org/officeDocument/2006/relationships/image" Target="../media/image19.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6.png"/><Relationship Id="rId3" Type="http://schemas.openxmlformats.org/officeDocument/2006/relationships/notesSlide" Target="../notesSlides/notesSlide11.xml"/><Relationship Id="rId7" Type="http://schemas.openxmlformats.org/officeDocument/2006/relationships/image" Target="../media/image5.png"/><Relationship Id="rId12" Type="http://schemas.openxmlformats.org/officeDocument/2006/relationships/image" Target="../media/image25.png"/><Relationship Id="rId2" Type="http://schemas.openxmlformats.org/officeDocument/2006/relationships/slideLayout" Target="../slideLayouts/slideLayout4.xml"/><Relationship Id="rId1" Type="http://schemas.openxmlformats.org/officeDocument/2006/relationships/tags" Target="../tags/tag8.xml"/><Relationship Id="rId6" Type="http://schemas.openxmlformats.org/officeDocument/2006/relationships/image" Target="../media/image4.png"/><Relationship Id="rId11" Type="http://schemas.openxmlformats.org/officeDocument/2006/relationships/image" Target="../media/image24.png"/><Relationship Id="rId5" Type="http://schemas.openxmlformats.org/officeDocument/2006/relationships/image" Target="../media/image3.emf"/><Relationship Id="rId10" Type="http://schemas.openxmlformats.org/officeDocument/2006/relationships/image" Target="../media/image23.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2.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27.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1.png"/><Relationship Id="rId3" Type="http://schemas.openxmlformats.org/officeDocument/2006/relationships/notesSlide" Target="../notesSlides/notesSlide13.xml"/><Relationship Id="rId7" Type="http://schemas.openxmlformats.org/officeDocument/2006/relationships/image" Target="../media/image5.png"/><Relationship Id="rId12" Type="http://schemas.openxmlformats.org/officeDocument/2006/relationships/image" Target="../media/image30.svg"/><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4.png"/><Relationship Id="rId11" Type="http://schemas.openxmlformats.org/officeDocument/2006/relationships/image" Target="../media/image29.png"/><Relationship Id="rId5" Type="http://schemas.openxmlformats.org/officeDocument/2006/relationships/image" Target="../media/image3.emf"/><Relationship Id="rId10" Type="http://schemas.openxmlformats.org/officeDocument/2006/relationships/image" Target="../media/image28.png"/><Relationship Id="rId4" Type="http://schemas.openxmlformats.org/officeDocument/2006/relationships/oleObject" Target="../embeddings/oleObject1.bin"/><Relationship Id="rId9" Type="http://schemas.openxmlformats.org/officeDocument/2006/relationships/image" Target="../media/image7.png"/><Relationship Id="rId14"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4.xml"/><Relationship Id="rId7" Type="http://schemas.openxmlformats.org/officeDocument/2006/relationships/image" Target="../media/image5.png"/><Relationship Id="rId12" Type="http://schemas.openxmlformats.org/officeDocument/2006/relationships/image" Target="../media/image15.png"/><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4.png"/><Relationship Id="rId11" Type="http://schemas.openxmlformats.org/officeDocument/2006/relationships/image" Target="../media/image22.png"/><Relationship Id="rId5" Type="http://schemas.openxmlformats.org/officeDocument/2006/relationships/image" Target="../media/image3.emf"/><Relationship Id="rId10" Type="http://schemas.openxmlformats.org/officeDocument/2006/relationships/image" Target="../media/image33.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5.xml"/><Relationship Id="rId7" Type="http://schemas.openxmlformats.org/officeDocument/2006/relationships/image" Target="../media/image5.png"/><Relationship Id="rId12" Type="http://schemas.openxmlformats.org/officeDocument/2006/relationships/image" Target="../media/image35.png"/><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4.png"/><Relationship Id="rId11" Type="http://schemas.openxmlformats.org/officeDocument/2006/relationships/image" Target="../media/image20.png"/><Relationship Id="rId5" Type="http://schemas.openxmlformats.org/officeDocument/2006/relationships/image" Target="../media/image3.emf"/><Relationship Id="rId10" Type="http://schemas.openxmlformats.org/officeDocument/2006/relationships/image" Target="../media/image34.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8.png"/><Relationship Id="rId3" Type="http://schemas.openxmlformats.org/officeDocument/2006/relationships/notesSlide" Target="../notesSlides/notesSlide16.xml"/><Relationship Id="rId7" Type="http://schemas.openxmlformats.org/officeDocument/2006/relationships/image" Target="../media/image5.png"/><Relationship Id="rId12" Type="http://schemas.openxmlformats.org/officeDocument/2006/relationships/image" Target="../media/image37.png"/><Relationship Id="rId2" Type="http://schemas.openxmlformats.org/officeDocument/2006/relationships/slideLayout" Target="../slideLayouts/slideLayout4.xml"/><Relationship Id="rId1" Type="http://schemas.openxmlformats.org/officeDocument/2006/relationships/tags" Target="../tags/tag13.xml"/><Relationship Id="rId6" Type="http://schemas.openxmlformats.org/officeDocument/2006/relationships/image" Target="../media/image4.png"/><Relationship Id="rId11" Type="http://schemas.openxmlformats.org/officeDocument/2006/relationships/image" Target="../media/image24.png"/><Relationship Id="rId5" Type="http://schemas.openxmlformats.org/officeDocument/2006/relationships/image" Target="../media/image3.emf"/><Relationship Id="rId10" Type="http://schemas.openxmlformats.org/officeDocument/2006/relationships/image" Target="../media/image36.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7.xml"/><Relationship Id="rId7" Type="http://schemas.openxmlformats.org/officeDocument/2006/relationships/image" Target="../media/image5.png"/><Relationship Id="rId12" Type="http://schemas.openxmlformats.org/officeDocument/2006/relationships/image" Target="../media/image22.png"/><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image" Target="../media/image4.png"/><Relationship Id="rId11" Type="http://schemas.openxmlformats.org/officeDocument/2006/relationships/image" Target="../media/image40.png"/><Relationship Id="rId5" Type="http://schemas.openxmlformats.org/officeDocument/2006/relationships/image" Target="../media/image3.emf"/><Relationship Id="rId10" Type="http://schemas.openxmlformats.org/officeDocument/2006/relationships/image" Target="../media/image39.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8.xml"/><Relationship Id="rId7" Type="http://schemas.openxmlformats.org/officeDocument/2006/relationships/image" Target="../media/image5.png"/><Relationship Id="rId12" Type="http://schemas.openxmlformats.org/officeDocument/2006/relationships/image" Target="../media/image20.png"/><Relationship Id="rId2" Type="http://schemas.openxmlformats.org/officeDocument/2006/relationships/slideLayout" Target="../slideLayouts/slideLayout4.xml"/><Relationship Id="rId1" Type="http://schemas.openxmlformats.org/officeDocument/2006/relationships/tags" Target="../tags/tag15.xml"/><Relationship Id="rId6" Type="http://schemas.openxmlformats.org/officeDocument/2006/relationships/image" Target="../media/image4.png"/><Relationship Id="rId11" Type="http://schemas.openxmlformats.org/officeDocument/2006/relationships/image" Target="../media/image41.png"/><Relationship Id="rId5" Type="http://schemas.openxmlformats.org/officeDocument/2006/relationships/image" Target="../media/image3.emf"/><Relationship Id="rId10" Type="http://schemas.openxmlformats.org/officeDocument/2006/relationships/image" Target="../media/image34.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0.xml"/><Relationship Id="rId7" Type="http://schemas.openxmlformats.org/officeDocument/2006/relationships/image" Target="../media/image5.png"/><Relationship Id="rId12" Type="http://schemas.openxmlformats.org/officeDocument/2006/relationships/image" Target="../media/image43.png"/><Relationship Id="rId2" Type="http://schemas.openxmlformats.org/officeDocument/2006/relationships/slideLayout" Target="../slideLayouts/slideLayout4.xml"/><Relationship Id="rId1" Type="http://schemas.openxmlformats.org/officeDocument/2006/relationships/tags" Target="../tags/tag16.xml"/><Relationship Id="rId6" Type="http://schemas.openxmlformats.org/officeDocument/2006/relationships/image" Target="../media/image4.png"/><Relationship Id="rId11" Type="http://schemas.openxmlformats.org/officeDocument/2006/relationships/image" Target="../media/image34.png"/><Relationship Id="rId5" Type="http://schemas.openxmlformats.org/officeDocument/2006/relationships/image" Target="../media/image3.emf"/><Relationship Id="rId10" Type="http://schemas.openxmlformats.org/officeDocument/2006/relationships/image" Target="../media/image42.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1.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17.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44.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2.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18.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45.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2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3.xml"/><Relationship Id="rId7" Type="http://schemas.openxmlformats.org/officeDocument/2006/relationships/image" Target="../media/image5.png"/><Relationship Id="rId12" Type="http://schemas.openxmlformats.org/officeDocument/2006/relationships/image" Target="../media/image46.png"/><Relationship Id="rId2" Type="http://schemas.openxmlformats.org/officeDocument/2006/relationships/slideLayout" Target="../slideLayouts/slideLayout4.xml"/><Relationship Id="rId1" Type="http://schemas.openxmlformats.org/officeDocument/2006/relationships/tags" Target="../tags/tag19.xml"/><Relationship Id="rId6" Type="http://schemas.openxmlformats.org/officeDocument/2006/relationships/image" Target="../media/image4.png"/><Relationship Id="rId11" Type="http://schemas.openxmlformats.org/officeDocument/2006/relationships/image" Target="../media/image42.png"/><Relationship Id="rId5" Type="http://schemas.openxmlformats.org/officeDocument/2006/relationships/image" Target="../media/image3.emf"/><Relationship Id="rId10" Type="http://schemas.openxmlformats.org/officeDocument/2006/relationships/image" Target="../media/image20.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4.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20.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47.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2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5.xml"/><Relationship Id="rId7" Type="http://schemas.openxmlformats.org/officeDocument/2006/relationships/image" Target="../media/image5.png"/><Relationship Id="rId12" Type="http://schemas.openxmlformats.org/officeDocument/2006/relationships/image" Target="../media/image50.png"/><Relationship Id="rId2" Type="http://schemas.openxmlformats.org/officeDocument/2006/relationships/slideLayout" Target="../slideLayouts/slideLayout4.xml"/><Relationship Id="rId1" Type="http://schemas.openxmlformats.org/officeDocument/2006/relationships/tags" Target="../tags/tag21.xml"/><Relationship Id="rId6" Type="http://schemas.openxmlformats.org/officeDocument/2006/relationships/image" Target="../media/image4.png"/><Relationship Id="rId11" Type="http://schemas.openxmlformats.org/officeDocument/2006/relationships/image" Target="../media/image49.png"/><Relationship Id="rId5" Type="http://schemas.openxmlformats.org/officeDocument/2006/relationships/image" Target="../media/image3.emf"/><Relationship Id="rId10" Type="http://schemas.openxmlformats.org/officeDocument/2006/relationships/image" Target="../media/image48.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2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54.png"/><Relationship Id="rId3" Type="http://schemas.openxmlformats.org/officeDocument/2006/relationships/notesSlide" Target="../notesSlides/notesSlide26.xml"/><Relationship Id="rId7" Type="http://schemas.openxmlformats.org/officeDocument/2006/relationships/image" Target="../media/image5.png"/><Relationship Id="rId12" Type="http://schemas.openxmlformats.org/officeDocument/2006/relationships/image" Target="../media/image53.png"/><Relationship Id="rId2" Type="http://schemas.openxmlformats.org/officeDocument/2006/relationships/slideLayout" Target="../slideLayouts/slideLayout4.xml"/><Relationship Id="rId1" Type="http://schemas.openxmlformats.org/officeDocument/2006/relationships/tags" Target="../tags/tag22.xml"/><Relationship Id="rId6" Type="http://schemas.openxmlformats.org/officeDocument/2006/relationships/image" Target="../media/image4.png"/><Relationship Id="rId11" Type="http://schemas.openxmlformats.org/officeDocument/2006/relationships/image" Target="../media/image52.png"/><Relationship Id="rId5" Type="http://schemas.openxmlformats.org/officeDocument/2006/relationships/image" Target="../media/image3.emf"/><Relationship Id="rId10" Type="http://schemas.openxmlformats.org/officeDocument/2006/relationships/image" Target="../media/image51.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2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7.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23.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55.jpeg"/><Relationship Id="rId4" Type="http://schemas.openxmlformats.org/officeDocument/2006/relationships/oleObject" Target="../embeddings/oleObject1.bin"/><Relationship Id="rId9" Type="http://schemas.openxmlformats.org/officeDocument/2006/relationships/image" Target="../media/image7.png"/></Relationships>
</file>

<file path=ppt/slides/_rels/slide2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8.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24.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56.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2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9.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25.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57.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3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0.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26.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58.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2.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27.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59.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3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62.png"/><Relationship Id="rId3" Type="http://schemas.openxmlformats.org/officeDocument/2006/relationships/notesSlide" Target="../notesSlides/notesSlide33.xml"/><Relationship Id="rId7" Type="http://schemas.openxmlformats.org/officeDocument/2006/relationships/image" Target="../media/image5.png"/><Relationship Id="rId12" Type="http://schemas.openxmlformats.org/officeDocument/2006/relationships/image" Target="../media/image61.png"/><Relationship Id="rId2" Type="http://schemas.openxmlformats.org/officeDocument/2006/relationships/slideLayout" Target="../slideLayouts/slideLayout4.xml"/><Relationship Id="rId1" Type="http://schemas.openxmlformats.org/officeDocument/2006/relationships/tags" Target="../tags/tag28.xml"/><Relationship Id="rId6" Type="http://schemas.openxmlformats.org/officeDocument/2006/relationships/image" Target="../media/image4.png"/><Relationship Id="rId11" Type="http://schemas.openxmlformats.org/officeDocument/2006/relationships/image" Target="../media/image60.png"/><Relationship Id="rId5" Type="http://schemas.openxmlformats.org/officeDocument/2006/relationships/image" Target="../media/image3.emf"/><Relationship Id="rId10" Type="http://schemas.openxmlformats.org/officeDocument/2006/relationships/image" Target="../media/image14.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3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4.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29.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63.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3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67.png"/><Relationship Id="rId3" Type="http://schemas.openxmlformats.org/officeDocument/2006/relationships/notesSlide" Target="../notesSlides/notesSlide35.xml"/><Relationship Id="rId7" Type="http://schemas.openxmlformats.org/officeDocument/2006/relationships/image" Target="../media/image5.png"/><Relationship Id="rId12" Type="http://schemas.openxmlformats.org/officeDocument/2006/relationships/image" Target="../media/image66.png"/><Relationship Id="rId2" Type="http://schemas.openxmlformats.org/officeDocument/2006/relationships/slideLayout" Target="../slideLayouts/slideLayout4.xml"/><Relationship Id="rId1" Type="http://schemas.openxmlformats.org/officeDocument/2006/relationships/tags" Target="../tags/tag30.xml"/><Relationship Id="rId6" Type="http://schemas.openxmlformats.org/officeDocument/2006/relationships/image" Target="../media/image4.png"/><Relationship Id="rId11" Type="http://schemas.openxmlformats.org/officeDocument/2006/relationships/image" Target="../media/image65.png"/><Relationship Id="rId5" Type="http://schemas.openxmlformats.org/officeDocument/2006/relationships/image" Target="../media/image3.emf"/><Relationship Id="rId10" Type="http://schemas.openxmlformats.org/officeDocument/2006/relationships/image" Target="../media/image64.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3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6.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31.xml"/><Relationship Id="rId6" Type="http://schemas.openxmlformats.org/officeDocument/2006/relationships/image" Target="../media/image4.png"/><Relationship Id="rId11" Type="http://schemas.openxmlformats.org/officeDocument/2006/relationships/image" Target="../media/image67.png"/><Relationship Id="rId5" Type="http://schemas.openxmlformats.org/officeDocument/2006/relationships/image" Target="../media/image3.emf"/><Relationship Id="rId10" Type="http://schemas.openxmlformats.org/officeDocument/2006/relationships/image" Target="../media/image20.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3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7.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32.xml"/><Relationship Id="rId6" Type="http://schemas.openxmlformats.org/officeDocument/2006/relationships/image" Target="../media/image4.png"/><Relationship Id="rId5" Type="http://schemas.openxmlformats.org/officeDocument/2006/relationships/image" Target="../media/image3.emf"/><Relationship Id="rId10" Type="http://schemas.openxmlformats.org/officeDocument/2006/relationships/image" Target="../media/image68.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3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8.xml"/><Relationship Id="rId7" Type="http://schemas.openxmlformats.org/officeDocument/2006/relationships/image" Target="../media/image5.png"/><Relationship Id="rId12" Type="http://schemas.openxmlformats.org/officeDocument/2006/relationships/image" Target="../media/image71.png"/><Relationship Id="rId2" Type="http://schemas.openxmlformats.org/officeDocument/2006/relationships/slideLayout" Target="../slideLayouts/slideLayout4.xml"/><Relationship Id="rId1" Type="http://schemas.openxmlformats.org/officeDocument/2006/relationships/tags" Target="../tags/tag33.xml"/><Relationship Id="rId6" Type="http://schemas.openxmlformats.org/officeDocument/2006/relationships/image" Target="../media/image4.png"/><Relationship Id="rId11" Type="http://schemas.openxmlformats.org/officeDocument/2006/relationships/image" Target="../media/image70.png"/><Relationship Id="rId5" Type="http://schemas.openxmlformats.org/officeDocument/2006/relationships/image" Target="../media/image3.emf"/><Relationship Id="rId10" Type="http://schemas.openxmlformats.org/officeDocument/2006/relationships/image" Target="../media/image69.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3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9.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34.xml"/><Relationship Id="rId6" Type="http://schemas.openxmlformats.org/officeDocument/2006/relationships/image" Target="../media/image4.png"/><Relationship Id="rId11" Type="http://schemas.openxmlformats.org/officeDocument/2006/relationships/image" Target="../media/image20.png"/><Relationship Id="rId5" Type="http://schemas.openxmlformats.org/officeDocument/2006/relationships/image" Target="../media/image3.emf"/><Relationship Id="rId10" Type="http://schemas.openxmlformats.org/officeDocument/2006/relationships/image" Target="../media/image72.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4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40.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35.xml"/><Relationship Id="rId6" Type="http://schemas.openxmlformats.org/officeDocument/2006/relationships/image" Target="../media/image4.png"/><Relationship Id="rId11" Type="http://schemas.openxmlformats.org/officeDocument/2006/relationships/image" Target="../media/image74.png"/><Relationship Id="rId5" Type="http://schemas.openxmlformats.org/officeDocument/2006/relationships/image" Target="../media/image3.emf"/><Relationship Id="rId10" Type="http://schemas.openxmlformats.org/officeDocument/2006/relationships/image" Target="../media/image73.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4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41.xml"/><Relationship Id="rId7" Type="http://schemas.openxmlformats.org/officeDocument/2006/relationships/image" Target="../media/image5.png"/><Relationship Id="rId12" Type="http://schemas.openxmlformats.org/officeDocument/2006/relationships/image" Target="../media/image35.png"/><Relationship Id="rId2" Type="http://schemas.openxmlformats.org/officeDocument/2006/relationships/slideLayout" Target="../slideLayouts/slideLayout4.xml"/><Relationship Id="rId1" Type="http://schemas.openxmlformats.org/officeDocument/2006/relationships/tags" Target="../tags/tag36.xml"/><Relationship Id="rId6" Type="http://schemas.openxmlformats.org/officeDocument/2006/relationships/image" Target="../media/image4.png"/><Relationship Id="rId11" Type="http://schemas.openxmlformats.org/officeDocument/2006/relationships/image" Target="../media/image20.png"/><Relationship Id="rId5" Type="http://schemas.openxmlformats.org/officeDocument/2006/relationships/image" Target="../media/image3.emf"/><Relationship Id="rId10" Type="http://schemas.openxmlformats.org/officeDocument/2006/relationships/image" Target="../media/image42.png"/><Relationship Id="rId4" Type="http://schemas.openxmlformats.org/officeDocument/2006/relationships/oleObject" Target="../embeddings/oleObject1.bin"/><Relationship Id="rId9" Type="http://schemas.openxmlformats.org/officeDocument/2006/relationships/image" Target="../media/image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hyperlink" Target="https://www.gartner.com/document-reader/document/6903466" TargetMode="External"/><Relationship Id="rId7" Type="http://schemas.openxmlformats.org/officeDocument/2006/relationships/hyperlink" Target="https://www.gartner.com/document-reader/document/6096527" TargetMode="External"/><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hyperlink" Target="https://www.gartner.com/document-reader/document/5822647?ref=solrAll&amp;refval=445553740" TargetMode="External"/><Relationship Id="rId5" Type="http://schemas.openxmlformats.org/officeDocument/2006/relationships/hyperlink" Target="https://www.gartner.com/document-reader/document/7248230" TargetMode="External"/><Relationship Id="rId4" Type="http://schemas.openxmlformats.org/officeDocument/2006/relationships/hyperlink" Target="https://www.gartner.com/document-reader/document/646283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3E7B705-E8FD-4837-9D53-2B873FFB1A35}"/>
              </a:ext>
            </a:extLst>
          </p:cNvPr>
          <p:cNvSpPr>
            <a:spLocks noGrp="1"/>
          </p:cNvSpPr>
          <p:nvPr>
            <p:ph type="ctrTitle"/>
          </p:nvPr>
        </p:nvSpPr>
        <p:spPr>
          <a:xfrm>
            <a:off x="2116157" y="1516701"/>
            <a:ext cx="4882172" cy="1993392"/>
          </a:xfrm>
        </p:spPr>
        <p:txBody>
          <a:bodyPr/>
          <a:lstStyle/>
          <a:p>
            <a:r>
              <a:rPr lang="en-US" dirty="0"/>
              <a:t>AI in Higher Education: </a:t>
            </a:r>
            <a:br>
              <a:rPr lang="en-US" dirty="0"/>
            </a:br>
            <a:r>
              <a:rPr lang="en-US" dirty="0"/>
              <a:t>Case Examples to Inform 2026 AI Strategy</a:t>
            </a:r>
          </a:p>
        </p:txBody>
      </p:sp>
      <p:sp>
        <p:nvSpPr>
          <p:cNvPr id="4" name="Content Placeholder">
            <a:extLst>
              <a:ext uri="{FF2B5EF4-FFF2-40B4-BE49-F238E27FC236}">
                <a16:creationId xmlns:a16="http://schemas.microsoft.com/office/drawing/2014/main" id="{384D9FD3-3D06-485C-A3C3-7E731EBD7E2D}"/>
              </a:ext>
            </a:extLst>
          </p:cNvPr>
          <p:cNvSpPr>
            <a:spLocks noGrp="1"/>
          </p:cNvSpPr>
          <p:nvPr>
            <p:ph type="subTitle" idx="1"/>
          </p:nvPr>
        </p:nvSpPr>
        <p:spPr>
          <a:xfrm>
            <a:off x="2121861" y="4335135"/>
            <a:ext cx="4544568" cy="553998"/>
          </a:xfrm>
        </p:spPr>
        <p:txBody>
          <a:bodyPr/>
          <a:lstStyle/>
          <a:p>
            <a:r>
              <a:rPr lang="en-US" dirty="0"/>
              <a:t>Tony Sheehan</a:t>
            </a:r>
            <a:br>
              <a:rPr lang="en-US" dirty="0"/>
            </a:br>
            <a:r>
              <a:rPr lang="en-US" dirty="0"/>
              <a:t>Bob Yanckello</a:t>
            </a:r>
          </a:p>
        </p:txBody>
      </p:sp>
      <p:sp>
        <p:nvSpPr>
          <p:cNvPr id="5" name="TextBox 4">
            <a:extLst>
              <a:ext uri="{FF2B5EF4-FFF2-40B4-BE49-F238E27FC236}">
                <a16:creationId xmlns:a16="http://schemas.microsoft.com/office/drawing/2014/main" id="{AC6C8562-773A-FB2F-E698-5FCCBB98BFD4}"/>
              </a:ext>
            </a:extLst>
          </p:cNvPr>
          <p:cNvSpPr txBox="1"/>
          <p:nvPr/>
        </p:nvSpPr>
        <p:spPr>
          <a:xfrm>
            <a:off x="2016661" y="3688804"/>
            <a:ext cx="4544568" cy="646331"/>
          </a:xfrm>
          <a:prstGeom prst="rect">
            <a:avLst/>
          </a:prstGeom>
          <a:noFill/>
        </p:spPr>
        <p:txBody>
          <a:bodyPr wrap="square">
            <a:spAutoFit/>
          </a:bodyPr>
          <a:lstStyle/>
          <a:p>
            <a:pPr marL="0" marR="0" lvl="0" indent="0" algn="l" rtl="0">
              <a:lnSpc>
                <a:spcPct val="100000"/>
              </a:lnSpc>
              <a:spcBef>
                <a:spcPts val="0"/>
              </a:spcBef>
              <a:spcAft>
                <a:spcPts val="0"/>
              </a:spcAft>
              <a:buClr>
                <a:schemeClr val="accent5"/>
              </a:buClr>
              <a:buSzPts val="2000"/>
              <a:buFont typeface="Arial"/>
              <a:buNone/>
            </a:pPr>
            <a:r>
              <a:rPr lang="en-US" sz="1800" b="1" i="0" u="none" strike="noStrike" cap="none" dirty="0">
                <a:solidFill>
                  <a:schemeClr val="accent5"/>
                </a:solidFill>
                <a:latin typeface="Arial"/>
                <a:ea typeface="Arial"/>
                <a:cs typeface="Arial"/>
                <a:sym typeface="Arial"/>
              </a:rPr>
              <a:t>Examples from the Gartner Eye on Innovation Awards for Education</a:t>
            </a:r>
            <a:endParaRPr lang="en-US" sz="12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567511094"/>
      </p:ext>
    </p:extLst>
  </p:cSld>
  <p:clrMapOvr>
    <a:masterClrMapping/>
  </p:clrMapOvr>
  <mc:AlternateContent xmlns:mc="http://schemas.openxmlformats.org/markup-compatibility/2006" xmlns:p14="http://schemas.microsoft.com/office/powerpoint/2010/main">
    <mc:Choice Requires="p14">
      <p:transition p14:dur="10"/>
    </mc:Choice>
    <mc:Fallback xmlns="" xmlns:a16="http://schemas.microsoft.com/office/drawing/2014/main">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
          <p:cNvSpPr/>
          <p:nvPr/>
        </p:nvSpPr>
        <p:spPr>
          <a:xfrm>
            <a:off x="0" y="2279324"/>
            <a:ext cx="12192000" cy="2127119"/>
          </a:xfrm>
          <a:prstGeom prst="rect">
            <a:avLst/>
          </a:prstGeom>
          <a:solidFill>
            <a:srgbClr val="00285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Arial"/>
              <a:ea typeface="Arial"/>
              <a:cs typeface="Arial"/>
              <a:sym typeface="Arial"/>
            </a:endParaRPr>
          </a:p>
        </p:txBody>
      </p:sp>
      <p:sp>
        <p:nvSpPr>
          <p:cNvPr id="297" name="Google Shape;297;p2"/>
          <p:cNvSpPr txBox="1"/>
          <p:nvPr/>
        </p:nvSpPr>
        <p:spPr>
          <a:xfrm>
            <a:off x="912318" y="3083131"/>
            <a:ext cx="3148512" cy="1129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bg2"/>
                </a:solidFill>
                <a:latin typeface="Arial"/>
                <a:ea typeface="Arial"/>
                <a:cs typeface="Arial"/>
                <a:sym typeface="Arial"/>
              </a:rPr>
              <a:t>Examples of cases</a:t>
            </a:r>
            <a:r>
              <a:rPr lang="en-US" sz="1800" b="0" i="0" u="none" strike="noStrike" cap="none" dirty="0">
                <a:solidFill>
                  <a:schemeClr val="bg2"/>
                </a:solidFill>
                <a:latin typeface="Arial"/>
                <a:ea typeface="Arial"/>
                <a:cs typeface="Arial"/>
                <a:sym typeface="Arial"/>
              </a:rPr>
              <a:t>*</a:t>
            </a:r>
            <a:r>
              <a:rPr lang="en-US" sz="1800" b="1" i="0" u="none" strike="noStrike" cap="none" dirty="0">
                <a:solidFill>
                  <a:schemeClr val="bg2"/>
                </a:solidFill>
                <a:latin typeface="Arial"/>
                <a:ea typeface="Arial"/>
                <a:cs typeface="Arial"/>
                <a:sym typeface="Arial"/>
              </a:rPr>
              <a:t> </a:t>
            </a:r>
            <a:r>
              <a:rPr lang="en-US" sz="1800" b="0" i="0" u="none" strike="noStrike" cap="none" dirty="0">
                <a:solidFill>
                  <a:schemeClr val="bg2"/>
                </a:solidFill>
                <a:latin typeface="Arial"/>
                <a:ea typeface="Arial"/>
                <a:cs typeface="Arial"/>
                <a:sym typeface="Arial"/>
              </a:rPr>
              <a:t>from successful organizations across </a:t>
            </a:r>
            <a:r>
              <a:rPr lang="en-US" sz="1800" b="0" i="0" u="none" strike="noStrike" cap="none">
                <a:solidFill>
                  <a:schemeClr val="bg2"/>
                </a:solidFill>
                <a:latin typeface="Arial"/>
                <a:ea typeface="Arial"/>
                <a:cs typeface="Arial"/>
                <a:sym typeface="Arial"/>
              </a:rPr>
              <a:t>the globe</a:t>
            </a:r>
            <a:endParaRPr lang="en-US" sz="1400" b="0" i="0" u="none" strike="noStrike" cap="none" dirty="0">
              <a:solidFill>
                <a:schemeClr val="bg2"/>
              </a:solidFill>
              <a:latin typeface="Arial"/>
              <a:ea typeface="Arial"/>
              <a:cs typeface="Arial"/>
              <a:sym typeface="Arial"/>
            </a:endParaRPr>
          </a:p>
        </p:txBody>
      </p:sp>
      <p:sp>
        <p:nvSpPr>
          <p:cNvPr id="298" name="Google Shape;298;p2"/>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sz="2800"/>
              <a:t>Introduction </a:t>
            </a:r>
            <a:endParaRPr lang="en-US" sz="2800" dirty="0"/>
          </a:p>
        </p:txBody>
      </p:sp>
      <p:sp>
        <p:nvSpPr>
          <p:cNvPr id="299" name="Google Shape;299;p2"/>
          <p:cNvSpPr txBox="1">
            <a:spLocks noGrp="1"/>
          </p:cNvSpPr>
          <p:nvPr>
            <p:ph type="body" idx="1"/>
          </p:nvPr>
        </p:nvSpPr>
        <p:spPr>
          <a:xfrm>
            <a:off x="327556" y="1053957"/>
            <a:ext cx="11274552" cy="1493299"/>
          </a:xfrm>
          <a:prstGeom prst="rect">
            <a:avLst/>
          </a:prstGeom>
          <a:noFill/>
          <a:ln>
            <a:noFill/>
          </a:ln>
        </p:spPr>
        <p:txBody>
          <a:bodyPr spcFirstLastPara="1" wrap="square" lIns="0" tIns="0" rIns="0" bIns="0" anchor="t" anchorCtr="0">
            <a:noAutofit/>
          </a:bodyPr>
          <a:lstStyle/>
          <a:p>
            <a:pPr marL="114300" lvl="0" indent="0" algn="l" rtl="0">
              <a:lnSpc>
                <a:spcPct val="90000"/>
              </a:lnSpc>
              <a:spcBef>
                <a:spcPts val="0"/>
              </a:spcBef>
              <a:spcAft>
                <a:spcPts val="0"/>
              </a:spcAft>
              <a:buClr>
                <a:schemeClr val="dk1"/>
              </a:buClr>
              <a:buSzPts val="1800"/>
              <a:buNone/>
            </a:pPr>
            <a:r>
              <a:rPr lang="en-US" sz="2200" b="0" i="0" u="none" strike="noStrike" cap="none" dirty="0"/>
              <a:t>These case examples </a:t>
            </a:r>
            <a:r>
              <a:rPr lang="en-US" sz="2200" dirty="0"/>
              <a:t>showcase how higher education institutions across the world are </a:t>
            </a:r>
            <a:r>
              <a:rPr lang="en-US" sz="2200" b="0" i="0" u="none" strike="noStrike" cap="none" dirty="0"/>
              <a:t>leveraging artificial intelligence to evaluate possibilities, drive innovative solutions and deliver institutional impacts. </a:t>
            </a:r>
            <a:endParaRPr lang="en-US" sz="2200" dirty="0"/>
          </a:p>
          <a:p>
            <a:pPr marL="114300" lvl="0" indent="0" algn="l" rtl="0">
              <a:lnSpc>
                <a:spcPct val="90000"/>
              </a:lnSpc>
              <a:spcBef>
                <a:spcPts val="0"/>
              </a:spcBef>
              <a:spcAft>
                <a:spcPts val="0"/>
              </a:spcAft>
              <a:buClr>
                <a:schemeClr val="dk1"/>
              </a:buClr>
              <a:buSzPts val="1800"/>
              <a:buNone/>
            </a:pPr>
            <a:endParaRPr lang="en-US" sz="2200" dirty="0"/>
          </a:p>
          <a:p>
            <a:pPr marL="114300" lvl="0" indent="0" algn="l" rtl="0">
              <a:lnSpc>
                <a:spcPct val="90000"/>
              </a:lnSpc>
              <a:spcBef>
                <a:spcPts val="0"/>
              </a:spcBef>
              <a:spcAft>
                <a:spcPts val="0"/>
              </a:spcAft>
              <a:buClr>
                <a:schemeClr val="dk1"/>
              </a:buClr>
              <a:buSzPts val="1800"/>
              <a:buNone/>
            </a:pPr>
            <a:endParaRPr lang="en-US" sz="2200"/>
          </a:p>
          <a:p>
            <a:pPr marL="114300" lvl="0" indent="0" algn="l" rtl="0">
              <a:lnSpc>
                <a:spcPct val="90000"/>
              </a:lnSpc>
              <a:spcBef>
                <a:spcPts val="0"/>
              </a:spcBef>
              <a:spcAft>
                <a:spcPts val="0"/>
              </a:spcAft>
              <a:buClr>
                <a:schemeClr val="dk1"/>
              </a:buClr>
              <a:buSzPts val="1800"/>
              <a:buNone/>
            </a:pPr>
            <a:r>
              <a:rPr lang="en-US" sz="2200" b="1" i="0" u="none" strike="noStrike" cap="none" dirty="0">
                <a:solidFill>
                  <a:schemeClr val="bg2"/>
                </a:solidFill>
              </a:rPr>
              <a:t>Higher education </a:t>
            </a:r>
            <a:r>
              <a:rPr lang="en-US" sz="2200" b="1" dirty="0">
                <a:solidFill>
                  <a:schemeClr val="bg2"/>
                </a:solidFill>
              </a:rPr>
              <a:t>CIOs can use this presentation to </a:t>
            </a:r>
            <a:r>
              <a:rPr lang="en-US" sz="2200" b="1">
                <a:solidFill>
                  <a:schemeClr val="bg2"/>
                </a:solidFill>
              </a:rPr>
              <a:t>understand:</a:t>
            </a:r>
            <a:endParaRPr lang="en-US" b="1" dirty="0">
              <a:solidFill>
                <a:schemeClr val="bg2"/>
              </a:solidFill>
            </a:endParaRPr>
          </a:p>
        </p:txBody>
      </p:sp>
      <p:sp>
        <p:nvSpPr>
          <p:cNvPr id="301" name="Google Shape;301;p2"/>
          <p:cNvSpPr/>
          <p:nvPr/>
        </p:nvSpPr>
        <p:spPr>
          <a:xfrm>
            <a:off x="457200" y="3083131"/>
            <a:ext cx="365760" cy="367873"/>
          </a:xfrm>
          <a:prstGeom prst="ellipse">
            <a:avLst/>
          </a:prstGeom>
          <a:solidFill>
            <a:srgbClr val="FF540A"/>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1700"/>
              <a:buFont typeface="Arial Black"/>
              <a:buNone/>
            </a:pPr>
            <a:r>
              <a:rPr lang="en-US" sz="1700" b="1" i="0" u="none" strike="noStrike" cap="none">
                <a:solidFill>
                  <a:srgbClr val="FFFFFF"/>
                </a:solidFill>
                <a:latin typeface="Arial Black"/>
                <a:ea typeface="Arial Black"/>
                <a:cs typeface="Arial Black"/>
                <a:sym typeface="Arial Black"/>
              </a:rPr>
              <a:t>1</a:t>
            </a:r>
            <a:endParaRPr lang="en-US" sz="1800" b="0" i="0" u="none" strike="noStrike" cap="none" dirty="0">
              <a:solidFill>
                <a:schemeClr val="dk1"/>
              </a:solidFill>
              <a:latin typeface="Arial"/>
              <a:ea typeface="Arial"/>
              <a:cs typeface="Arial"/>
              <a:sym typeface="Arial"/>
            </a:endParaRPr>
          </a:p>
        </p:txBody>
      </p:sp>
      <p:sp>
        <p:nvSpPr>
          <p:cNvPr id="302" name="Google Shape;302;p2"/>
          <p:cNvSpPr/>
          <p:nvPr/>
        </p:nvSpPr>
        <p:spPr>
          <a:xfrm>
            <a:off x="7815672" y="3083131"/>
            <a:ext cx="365760" cy="367873"/>
          </a:xfrm>
          <a:prstGeom prst="ellipse">
            <a:avLst/>
          </a:prstGeom>
          <a:solidFill>
            <a:srgbClr val="FF540A"/>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1700"/>
              <a:buFont typeface="Arial Black"/>
              <a:buNone/>
            </a:pPr>
            <a:r>
              <a:rPr lang="en-US" sz="1700" b="1" i="0" u="none" strike="noStrike" cap="none">
                <a:solidFill>
                  <a:srgbClr val="FFFFFF"/>
                </a:solidFill>
                <a:latin typeface="Arial Black"/>
                <a:ea typeface="Arial Black"/>
                <a:cs typeface="Arial Black"/>
                <a:sym typeface="Arial Black"/>
              </a:rPr>
              <a:t>3</a:t>
            </a:r>
            <a:endParaRPr lang="en-US" sz="1800" b="0" i="0" u="none" strike="noStrike" cap="none" dirty="0">
              <a:solidFill>
                <a:schemeClr val="dk1"/>
              </a:solidFill>
              <a:latin typeface="Arial"/>
              <a:ea typeface="Arial"/>
              <a:cs typeface="Arial"/>
              <a:sym typeface="Arial"/>
            </a:endParaRPr>
          </a:p>
        </p:txBody>
      </p:sp>
      <p:sp>
        <p:nvSpPr>
          <p:cNvPr id="303" name="Google Shape;303;p2"/>
          <p:cNvSpPr/>
          <p:nvPr/>
        </p:nvSpPr>
        <p:spPr>
          <a:xfrm>
            <a:off x="4386106" y="3083131"/>
            <a:ext cx="365760" cy="367873"/>
          </a:xfrm>
          <a:prstGeom prst="ellipse">
            <a:avLst/>
          </a:prstGeom>
          <a:solidFill>
            <a:srgbClr val="FF540A"/>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1700"/>
              <a:buFont typeface="Arial Black"/>
              <a:buNone/>
            </a:pPr>
            <a:r>
              <a:rPr lang="en-US" sz="1700" b="1" i="0" u="none" strike="noStrike" cap="none">
                <a:solidFill>
                  <a:srgbClr val="FFFFFF"/>
                </a:solidFill>
                <a:latin typeface="Arial Black"/>
                <a:ea typeface="Arial Black"/>
                <a:cs typeface="Arial Black"/>
                <a:sym typeface="Arial Black"/>
              </a:rPr>
              <a:t>2</a:t>
            </a:r>
            <a:endParaRPr lang="en-US" sz="1800" b="0" i="0" u="none" strike="noStrike" cap="none" dirty="0">
              <a:solidFill>
                <a:schemeClr val="dk1"/>
              </a:solidFill>
              <a:latin typeface="Arial"/>
              <a:ea typeface="Arial"/>
              <a:cs typeface="Arial"/>
              <a:sym typeface="Arial"/>
            </a:endParaRPr>
          </a:p>
        </p:txBody>
      </p:sp>
      <p:sp>
        <p:nvSpPr>
          <p:cNvPr id="304" name="Google Shape;304;p2"/>
          <p:cNvSpPr txBox="1"/>
          <p:nvPr/>
        </p:nvSpPr>
        <p:spPr>
          <a:xfrm>
            <a:off x="4833257" y="3083131"/>
            <a:ext cx="2690591" cy="646331"/>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800" b="1" i="0" u="none" strike="noStrike" cap="none" dirty="0">
                <a:solidFill>
                  <a:schemeClr val="bg2"/>
                </a:solidFill>
                <a:latin typeface="Arial"/>
                <a:ea typeface="Arial"/>
                <a:cs typeface="Arial"/>
                <a:sym typeface="Arial"/>
              </a:rPr>
              <a:t>The context </a:t>
            </a:r>
            <a:br>
              <a:rPr lang="en-US" sz="1800" b="1" i="0" u="none" strike="noStrike" cap="none" dirty="0">
                <a:solidFill>
                  <a:schemeClr val="bg2"/>
                </a:solidFill>
                <a:latin typeface="Arial"/>
                <a:ea typeface="Arial"/>
                <a:cs typeface="Arial"/>
                <a:sym typeface="Arial"/>
              </a:rPr>
            </a:br>
            <a:r>
              <a:rPr lang="en-US" sz="1800" b="0" i="0" u="none" strike="noStrike" cap="none" dirty="0">
                <a:solidFill>
                  <a:schemeClr val="bg2"/>
                </a:solidFill>
                <a:latin typeface="Arial"/>
                <a:ea typeface="Arial"/>
                <a:cs typeface="Arial"/>
                <a:sym typeface="Arial"/>
              </a:rPr>
              <a:t>in which AI </a:t>
            </a:r>
            <a:r>
              <a:rPr lang="en-US" sz="1800" b="0" i="0" u="none" strike="noStrike" cap="none">
                <a:solidFill>
                  <a:schemeClr val="bg2"/>
                </a:solidFill>
                <a:latin typeface="Arial"/>
                <a:ea typeface="Arial"/>
                <a:cs typeface="Arial"/>
                <a:sym typeface="Arial"/>
              </a:rPr>
              <a:t>was deployed</a:t>
            </a:r>
            <a:endParaRPr lang="en-US" sz="1400" b="0" i="0" u="none" strike="noStrike" cap="none" dirty="0">
              <a:solidFill>
                <a:schemeClr val="bg2"/>
              </a:solidFill>
              <a:latin typeface="Arial"/>
              <a:ea typeface="Arial"/>
              <a:cs typeface="Arial"/>
              <a:sym typeface="Arial"/>
            </a:endParaRPr>
          </a:p>
        </p:txBody>
      </p:sp>
      <p:sp>
        <p:nvSpPr>
          <p:cNvPr id="305" name="Google Shape;305;p2"/>
          <p:cNvSpPr txBox="1"/>
          <p:nvPr/>
        </p:nvSpPr>
        <p:spPr>
          <a:xfrm>
            <a:off x="8296275" y="3083131"/>
            <a:ext cx="3648075" cy="1200329"/>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bg2"/>
                </a:solidFill>
                <a:latin typeface="Arial"/>
                <a:ea typeface="Arial"/>
                <a:cs typeface="Arial"/>
                <a:sym typeface="Arial"/>
              </a:rPr>
              <a:t>Key dynamics of the deployment, </a:t>
            </a:r>
            <a:r>
              <a:rPr lang="en-US" sz="1800" b="0" i="0" u="none" strike="noStrike" cap="none" dirty="0">
                <a:solidFill>
                  <a:schemeClr val="bg2"/>
                </a:solidFill>
                <a:latin typeface="Arial"/>
                <a:ea typeface="Arial"/>
                <a:cs typeface="Arial"/>
                <a:sym typeface="Arial"/>
              </a:rPr>
              <a:t>including the solution description, key technologies used </a:t>
            </a:r>
            <a:r>
              <a:rPr lang="en-US" sz="1800" b="0" i="0" u="none" strike="noStrike" cap="none">
                <a:solidFill>
                  <a:schemeClr val="bg2"/>
                </a:solidFill>
                <a:latin typeface="Arial"/>
                <a:ea typeface="Arial"/>
                <a:cs typeface="Arial"/>
                <a:sym typeface="Arial"/>
              </a:rPr>
              <a:t>and outcomes</a:t>
            </a:r>
            <a:endParaRPr lang="en-US" sz="1800" b="0" i="0" u="none" strike="noStrike" cap="none" dirty="0">
              <a:solidFill>
                <a:schemeClr val="bg2"/>
              </a:solidFill>
              <a:latin typeface="Arial"/>
              <a:ea typeface="Arial"/>
              <a:cs typeface="Arial"/>
              <a:sym typeface="Arial"/>
            </a:endParaRPr>
          </a:p>
        </p:txBody>
      </p:sp>
      <p:sp>
        <p:nvSpPr>
          <p:cNvPr id="306" name="Google Shape;306;p2"/>
          <p:cNvSpPr txBox="1"/>
          <p:nvPr/>
        </p:nvSpPr>
        <p:spPr>
          <a:xfrm>
            <a:off x="457201" y="6048471"/>
            <a:ext cx="5968375" cy="215444"/>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dirty="0">
                <a:solidFill>
                  <a:schemeClr val="dk1"/>
                </a:solidFill>
                <a:latin typeface="Arial"/>
                <a:ea typeface="Arial"/>
                <a:cs typeface="Arial"/>
                <a:sym typeface="Arial"/>
              </a:rPr>
              <a:t>* As reported by the </a:t>
            </a:r>
            <a:r>
              <a:rPr lang="en-US" sz="800" b="0" i="0" u="none" strike="noStrike" cap="none">
                <a:solidFill>
                  <a:schemeClr val="dk1"/>
                </a:solidFill>
                <a:latin typeface="Arial"/>
                <a:ea typeface="Arial"/>
                <a:cs typeface="Arial"/>
                <a:sym typeface="Arial"/>
              </a:rPr>
              <a:t>submitting organizations</a:t>
            </a:r>
            <a:endParaRPr lang="en-US" sz="1400" b="0" i="0" u="none" strike="noStrike" cap="none" dirty="0">
              <a:solidFill>
                <a:srgbClr val="000000"/>
              </a:solidFill>
              <a:latin typeface="Arial"/>
              <a:ea typeface="Arial"/>
              <a:cs typeface="Arial"/>
              <a:sym typeface="Arial"/>
            </a:endParaRPr>
          </a:p>
        </p:txBody>
      </p:sp>
      <p:sp>
        <p:nvSpPr>
          <p:cNvPr id="2" name="Google Shape;299;p2">
            <a:extLst>
              <a:ext uri="{FF2B5EF4-FFF2-40B4-BE49-F238E27FC236}">
                <a16:creationId xmlns:a16="http://schemas.microsoft.com/office/drawing/2014/main" id="{7BAB8473-3C60-4126-F901-9F1C464046AE}"/>
              </a:ext>
            </a:extLst>
          </p:cNvPr>
          <p:cNvSpPr txBox="1">
            <a:spLocks/>
          </p:cNvSpPr>
          <p:nvPr/>
        </p:nvSpPr>
        <p:spPr>
          <a:xfrm>
            <a:off x="327556" y="4662894"/>
            <a:ext cx="11274552" cy="1493299"/>
          </a:xfrm>
          <a:prstGeom prst="rect">
            <a:avLst/>
          </a:prstGeom>
          <a:noFill/>
          <a:ln>
            <a:noFill/>
          </a:ln>
        </p:spPr>
        <p:txBody>
          <a:bodyPr spcFirstLastPara="1" vert="horz" wrap="square" lIns="0" tIns="0" rIns="0" bIns="0" rtlCol="0" anchor="t" anchorCtr="0">
            <a:noAutofit/>
          </a:bodyPr>
          <a:lstStyle>
            <a:lvl1pPr marL="246063" indent="-246063"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1pPr>
            <a:lvl2pPr marL="742950" indent="-314325"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2pPr>
            <a:lvl3pPr marL="1174750" indent="-247650" algn="l" defTabSz="914400" rtl="0" eaLnBrk="1" latinLnBrk="0" hangingPunct="1">
              <a:lnSpc>
                <a:spcPct val="90000"/>
              </a:lnSpc>
              <a:spcBef>
                <a:spcPts val="1200"/>
              </a:spcBef>
              <a:spcAft>
                <a:spcPts val="0"/>
              </a:spcAft>
              <a:buSzPct val="100000"/>
              <a:buFont typeface="Arial" panose="020B0604020202020204" pitchFamily="34" charset="0"/>
              <a:buChar char="•"/>
              <a:defRPr sz="2400" kern="1200">
                <a:solidFill>
                  <a:schemeClr val="tx1"/>
                </a:solidFill>
                <a:latin typeface="+mn-lt"/>
                <a:ea typeface="+mn-ea"/>
                <a:cs typeface="+mn-cs"/>
              </a:defRPr>
            </a:lvl3pPr>
            <a:lvl4pPr marL="1674813" indent="-317500" algn="l" defTabSz="914400" rtl="0" eaLnBrk="1" latinLnBrk="0" hangingPunct="1">
              <a:lnSpc>
                <a:spcPct val="90000"/>
              </a:lnSpc>
              <a:spcBef>
                <a:spcPts val="1200"/>
              </a:spcBef>
              <a:spcAft>
                <a:spcPts val="0"/>
              </a:spcAft>
              <a:buSzPct val="100000"/>
              <a:buFont typeface="Arial" panose="020B0604020202020204" pitchFamily="34" charset="0"/>
              <a:buChar char="–"/>
              <a:tabLst/>
              <a:defRPr sz="2400" kern="1200">
                <a:solidFill>
                  <a:schemeClr val="tx1"/>
                </a:solidFill>
                <a:latin typeface="+mn-lt"/>
                <a:ea typeface="+mn-ea"/>
                <a:cs typeface="+mn-cs"/>
              </a:defRPr>
            </a:lvl4pPr>
            <a:lvl5pPr marL="2105025" indent="-247650" algn="l" defTabSz="914400" rtl="0" eaLnBrk="1" latinLnBrk="0" hangingPunct="1">
              <a:lnSpc>
                <a:spcPct val="90000"/>
              </a:lnSpc>
              <a:spcBef>
                <a:spcPts val="1200"/>
              </a:spcBef>
              <a:spcAft>
                <a:spcPts val="0"/>
              </a:spcAft>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spcBef>
                <a:spcPts val="0"/>
              </a:spcBef>
              <a:buClr>
                <a:schemeClr val="dk1"/>
              </a:buClr>
              <a:buSzPts val="1800"/>
              <a:buFont typeface="Arial" panose="020B0604020202020204" pitchFamily="34" charset="0"/>
              <a:buNone/>
            </a:pPr>
            <a:r>
              <a:rPr lang="en-US" sz="2200" dirty="0"/>
              <a:t>Case examples are divided into three sections:</a:t>
            </a:r>
          </a:p>
          <a:p>
            <a:pPr marL="457200" indent="-342900">
              <a:spcBef>
                <a:spcPts val="0"/>
              </a:spcBef>
              <a:buClr>
                <a:schemeClr val="dk1"/>
              </a:buClr>
            </a:pPr>
            <a:r>
              <a:rPr lang="en-US" sz="2200" dirty="0"/>
              <a:t>Enterprisewide Use Cases and Initiatives</a:t>
            </a:r>
          </a:p>
          <a:p>
            <a:pPr marL="457200" indent="-342900">
              <a:spcBef>
                <a:spcPts val="0"/>
              </a:spcBef>
              <a:buClr>
                <a:schemeClr val="dk1"/>
              </a:buClr>
            </a:pPr>
            <a:r>
              <a:rPr lang="en-US" sz="2200" dirty="0"/>
              <a:t>Administrative Use Cases</a:t>
            </a:r>
          </a:p>
          <a:p>
            <a:pPr marL="457200" indent="-342900">
              <a:spcBef>
                <a:spcPts val="0"/>
              </a:spcBef>
              <a:buClr>
                <a:schemeClr val="dk1"/>
              </a:buClr>
            </a:pPr>
            <a:r>
              <a:rPr lang="en-US" sz="2200" dirty="0"/>
              <a:t>Teaching and Learning Use Cases</a:t>
            </a:r>
          </a:p>
          <a:p>
            <a:pPr marL="457200" indent="-342900">
              <a:spcBef>
                <a:spcPts val="0"/>
              </a:spcBef>
              <a:buClr>
                <a:schemeClr val="dk1"/>
              </a:buClr>
            </a:pPr>
            <a:endParaRPr lang="en-US" sz="2200" dirty="0">
              <a:solidFill>
                <a:schemeClr val="accent5"/>
              </a:solidFill>
            </a:endParaRPr>
          </a:p>
          <a:p>
            <a:pPr marL="114300" indent="0">
              <a:spcBef>
                <a:spcPts val="0"/>
              </a:spcBef>
              <a:buClr>
                <a:schemeClr val="dk1"/>
              </a:buClr>
              <a:buSzPts val="1800"/>
              <a:buFont typeface="Arial" panose="020B0604020202020204" pitchFamily="34" charset="0"/>
              <a:buNone/>
            </a:pPr>
            <a:endParaRPr lang="en-US" sz="2200" dirty="0">
              <a:solidFill>
                <a:schemeClr val="accent5"/>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F1A444-BC97-7049-E930-4688DCC71D6B}"/>
              </a:ext>
            </a:extLst>
          </p:cNvPr>
          <p:cNvSpPr>
            <a:spLocks noGrp="1"/>
          </p:cNvSpPr>
          <p:nvPr>
            <p:ph type="title"/>
          </p:nvPr>
        </p:nvSpPr>
        <p:spPr/>
        <p:txBody>
          <a:bodyPr/>
          <a:lstStyle/>
          <a:p>
            <a:r>
              <a:rPr lang="en-US"/>
              <a:t>Enterprisewide Use Cases and Initiatives </a:t>
            </a:r>
            <a:endParaRPr lang="en-US" dirty="0"/>
          </a:p>
        </p:txBody>
      </p:sp>
    </p:spTree>
    <p:extLst>
      <p:ext uri="{BB962C8B-B14F-4D97-AF65-F5344CB8AC3E}">
        <p14:creationId xmlns:p14="http://schemas.microsoft.com/office/powerpoint/2010/main" val="85558744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513E9967-3AB1-3C91-0AAF-CA459670A8C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633124F-ABF4-B990-03AA-F6124D1BB513}"/>
              </a:ext>
            </a:extLst>
          </p:cNvPr>
          <p:cNvSpPr txBox="1"/>
          <p:nvPr/>
        </p:nvSpPr>
        <p:spPr>
          <a:xfrm>
            <a:off x="0" y="0"/>
            <a:ext cx="6988402"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7115566D-F1A5-F6BC-B459-B5A036F2A4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7115566D-F1A5-F6BC-B459-B5A036F2A4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6AB43B5-B07A-4F74-D710-6A63FB5ECE26}"/>
              </a:ext>
            </a:extLst>
          </p:cNvPr>
          <p:cNvSpPr>
            <a:spLocks noGrp="1"/>
          </p:cNvSpPr>
          <p:nvPr>
            <p:ph type="title"/>
          </p:nvPr>
        </p:nvSpPr>
        <p:spPr>
          <a:xfrm>
            <a:off x="456786" y="250109"/>
            <a:ext cx="6519672" cy="588637"/>
          </a:xfrm>
        </p:spPr>
        <p:txBody>
          <a:bodyPr/>
          <a:lstStyle/>
          <a:p>
            <a:r>
              <a:rPr lang="en-US" dirty="0">
                <a:solidFill>
                  <a:schemeClr val="bg1"/>
                </a:solidFill>
              </a:rPr>
              <a:t>Level Up </a:t>
            </a:r>
            <a:r>
              <a:rPr lang="en-US" dirty="0">
                <a:solidFill>
                  <a:schemeClr val="bg1"/>
                </a:solidFill>
                <a:latin typeface="Arial Black" panose="020B0A04020102020204" pitchFamily="34" charset="0"/>
              </a:rPr>
              <a:t>—</a:t>
            </a:r>
            <a:r>
              <a:rPr lang="en-US" dirty="0">
                <a:solidFill>
                  <a:schemeClr val="bg1"/>
                </a:solidFill>
              </a:rPr>
              <a:t> GenAI Upskilling Series</a:t>
            </a:r>
          </a:p>
        </p:txBody>
      </p:sp>
      <p:sp>
        <p:nvSpPr>
          <p:cNvPr id="7" name="TextBox 6">
            <a:extLst>
              <a:ext uri="{FF2B5EF4-FFF2-40B4-BE49-F238E27FC236}">
                <a16:creationId xmlns:a16="http://schemas.microsoft.com/office/drawing/2014/main" id="{A1D551E8-DD66-D787-5183-4955AB97C7D5}"/>
              </a:ext>
            </a:extLst>
          </p:cNvPr>
          <p:cNvSpPr txBox="1"/>
          <p:nvPr/>
        </p:nvSpPr>
        <p:spPr>
          <a:xfrm>
            <a:off x="7107172" y="232728"/>
            <a:ext cx="2562345" cy="738664"/>
          </a:xfrm>
          <a:prstGeom prst="rect">
            <a:avLst/>
          </a:prstGeom>
          <a:noFill/>
        </p:spPr>
        <p:txBody>
          <a:bodyPr wrap="square" lIns="91440" tIns="0" rIns="91440" bIns="0" rtlCol="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Johns Hopkins Applied Physics Laboratory</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Maryland, USA </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sp>
        <p:nvSpPr>
          <p:cNvPr id="8" name="Rectangle 7">
            <a:extLst>
              <a:ext uri="{FF2B5EF4-FFF2-40B4-BE49-F238E27FC236}">
                <a16:creationId xmlns:a16="http://schemas.microsoft.com/office/drawing/2014/main" id="{A57A2C0A-97A1-3879-8732-F6A81438CE9B}"/>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Artificial Intelligence (AI)</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Data and Analytics</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Cloud</a:t>
            </a:r>
          </a:p>
        </p:txBody>
      </p:sp>
      <p:grpSp>
        <p:nvGrpSpPr>
          <p:cNvPr id="43" name="Group 42">
            <a:extLst>
              <a:ext uri="{FF2B5EF4-FFF2-40B4-BE49-F238E27FC236}">
                <a16:creationId xmlns:a16="http://schemas.microsoft.com/office/drawing/2014/main" id="{A97C3C6A-1BB9-FF6D-FC55-3D19278FB84E}"/>
              </a:ext>
            </a:extLst>
          </p:cNvPr>
          <p:cNvGrpSpPr/>
          <p:nvPr/>
        </p:nvGrpSpPr>
        <p:grpSpPr>
          <a:xfrm>
            <a:off x="456786" y="1136923"/>
            <a:ext cx="6259323" cy="1308050"/>
            <a:chOff x="457200" y="1155901"/>
            <a:chExt cx="6013682" cy="1308050"/>
          </a:xfrm>
        </p:grpSpPr>
        <p:sp>
          <p:nvSpPr>
            <p:cNvPr id="40" name="TextBox 39">
              <a:extLst>
                <a:ext uri="{FF2B5EF4-FFF2-40B4-BE49-F238E27FC236}">
                  <a16:creationId xmlns:a16="http://schemas.microsoft.com/office/drawing/2014/main" id="{7CFC274D-387E-A746-42F3-990838FFD3B5}"/>
                </a:ext>
              </a:extLst>
            </p:cNvPr>
            <p:cNvSpPr txBox="1"/>
            <p:nvPr/>
          </p:nvSpPr>
          <p:spPr>
            <a:xfrm>
              <a:off x="457200" y="1155901"/>
              <a:ext cx="601368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Although the Johns Hopkins Applied Physical Laboratory (APL) has a long history </a:t>
              </a:r>
              <a:r>
                <a:rPr lang="en-US" sz="1200" dirty="0">
                  <a:solidFill>
                    <a:prstClr val="white"/>
                  </a:solidFill>
                  <a:latin typeface="Arial" panose="020B0604020202020204"/>
                </a:rPr>
                <a:t>of work in artificial intelligence</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 with the advent of </a:t>
              </a:r>
              <a:r>
                <a:rPr lang="en-US" sz="1200" dirty="0">
                  <a:solidFill>
                    <a:prstClr val="white"/>
                  </a:solidFill>
                  <a:latin typeface="Arial" panose="020B0604020202020204"/>
                </a:rPr>
                <a:t>new GenAI tools, </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many staff members were still building the skills and confidence needed to apply this technology daily in their work. This </a:t>
              </a:r>
              <a:r>
                <a:rPr lang="en-US" sz="1200" dirty="0">
                  <a:solidFill>
                    <a:prstClr val="white"/>
                  </a:solidFill>
                  <a:latin typeface="Arial" panose="020B0604020202020204"/>
                </a:rPr>
                <a:t>presented an opportunity to provide </a:t>
              </a:r>
              <a:r>
                <a:rPr lang="en-US" sz="1200" dirty="0" err="1">
                  <a:solidFill>
                    <a:prstClr val="white"/>
                  </a:solidFill>
                  <a:latin typeface="Arial" panose="020B0604020202020204"/>
                </a:rPr>
                <a:t>organizationwide</a:t>
              </a:r>
              <a:r>
                <a:rPr lang="en-US" sz="1200" dirty="0">
                  <a:solidFill>
                    <a:prstClr val="white"/>
                  </a:solidFill>
                  <a:latin typeface="Arial" panose="020B0604020202020204"/>
                </a:rPr>
                <a:t> training and ensure that staff could fully engage with this important emerging technology</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2" name="Straight Connector 41">
              <a:extLst>
                <a:ext uri="{FF2B5EF4-FFF2-40B4-BE49-F238E27FC236}">
                  <a16:creationId xmlns:a16="http://schemas.microsoft.com/office/drawing/2014/main" id="{F971CC62-15B1-4D1D-29D0-B027A1BE058C}"/>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A90AA10E-5A93-FF52-54C1-5871D68467E7}"/>
              </a:ext>
            </a:extLst>
          </p:cNvPr>
          <p:cNvGrpSpPr/>
          <p:nvPr/>
        </p:nvGrpSpPr>
        <p:grpSpPr>
          <a:xfrm>
            <a:off x="456787" y="2637129"/>
            <a:ext cx="6121262" cy="1492716"/>
            <a:chOff x="457200" y="1155901"/>
            <a:chExt cx="6121262" cy="1492716"/>
          </a:xfrm>
        </p:grpSpPr>
        <p:sp>
          <p:nvSpPr>
            <p:cNvPr id="45" name="TextBox 44">
              <a:extLst>
                <a:ext uri="{FF2B5EF4-FFF2-40B4-BE49-F238E27FC236}">
                  <a16:creationId xmlns:a16="http://schemas.microsoft.com/office/drawing/2014/main" id="{AE2A37FF-E72F-02C6-70C4-B36531A1C612}"/>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APL created “Level Up!”, a gamified GenAI upskilling program featuring 10 training videos. It covers topics from AI fundamentals to advanced electives like prompt engineering and software development. The program includes an Innovation Capstone project, interactive Slack outreach campaign, a Lab-wide Leader Board, and </a:t>
              </a:r>
              <a:r>
                <a:rPr lang="en-US" sz="1200" dirty="0">
                  <a:solidFill>
                    <a:prstClr val="white"/>
                  </a:solidFill>
                  <a:latin typeface="Arial" panose="020B0604020202020204"/>
                </a:rPr>
                <a:t>a</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 “GenAI Arena” for hands-on experimentation with AI tools. The initiative was developed and launched in under six months, leveraging AI tools for rapid content creation and delivery to all staff levels.</a:t>
              </a:r>
            </a:p>
          </p:txBody>
        </p:sp>
        <p:cxnSp>
          <p:nvCxnSpPr>
            <p:cNvPr id="46" name="Straight Connector 45">
              <a:extLst>
                <a:ext uri="{FF2B5EF4-FFF2-40B4-BE49-F238E27FC236}">
                  <a16:creationId xmlns:a16="http://schemas.microsoft.com/office/drawing/2014/main" id="{1998304C-8790-46F9-A7B1-B5A02731DA9C}"/>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9A52331A-C32C-6F15-3836-020C5BAB3F80}"/>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1C5FCCC7-5B58-216F-DF0C-54B7F297FC3F}"/>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0698128-0BA8-3516-CB87-234445B26A79}"/>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DEC18E6-2FE6-876A-D99F-F4BA5F27C131}"/>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3FAE9172-F3E6-15BF-0416-99731272D474}"/>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Software/Platform/App</a:t>
            </a:r>
          </a:p>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Generative AI</a:t>
            </a:r>
          </a:p>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Large Language Models (LLM)</a:t>
            </a:r>
            <a:endParaRPr kumimoji="0" lang="en-US" sz="1200" b="0" i="0" u="none" strike="noStrike" kern="0" cap="none" spc="0" normalizeH="0" baseline="0" noProof="0" dirty="0">
              <a:ln>
                <a:noFill/>
              </a:ln>
              <a:solidFill>
                <a:prstClr val="white"/>
              </a:solidFill>
              <a:effectLst/>
              <a:uLnTx/>
              <a:uFillTx/>
              <a:latin typeface="Arial"/>
              <a:ea typeface="+mn-ea"/>
              <a:cs typeface="Arial"/>
              <a:sym typeface="Arial"/>
            </a:endParaRPr>
          </a:p>
        </p:txBody>
      </p:sp>
      <p:sp>
        <p:nvSpPr>
          <p:cNvPr id="5" name="TextBox 4">
            <a:extLst>
              <a:ext uri="{FF2B5EF4-FFF2-40B4-BE49-F238E27FC236}">
                <a16:creationId xmlns:a16="http://schemas.microsoft.com/office/drawing/2014/main" id="{0BBD981F-CEAB-2F4C-1AFD-6552CAB05459}"/>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4</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1F67AD6C-2B51-0F90-0401-18FF9DFB569F}"/>
              </a:ext>
            </a:extLst>
          </p:cNvPr>
          <p:cNvGrpSpPr/>
          <p:nvPr/>
        </p:nvGrpSpPr>
        <p:grpSpPr>
          <a:xfrm>
            <a:off x="7181063" y="1138435"/>
            <a:ext cx="4631595" cy="3570208"/>
            <a:chOff x="457200" y="4291325"/>
            <a:chExt cx="4631595" cy="3570208"/>
          </a:xfrm>
        </p:grpSpPr>
        <p:sp>
          <p:nvSpPr>
            <p:cNvPr id="17" name="TextBox 16">
              <a:extLst>
                <a:ext uri="{FF2B5EF4-FFF2-40B4-BE49-F238E27FC236}">
                  <a16:creationId xmlns:a16="http://schemas.microsoft.com/office/drawing/2014/main" id="{E3419639-D9F9-EA38-ADA6-4DFED81962BE}"/>
                </a:ext>
              </a:extLst>
            </p:cNvPr>
            <p:cNvSpPr txBox="1"/>
            <p:nvPr/>
          </p:nvSpPr>
          <p:spPr>
            <a:xfrm>
              <a:off x="457201" y="4291325"/>
              <a:ext cx="3949852" cy="3570208"/>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lvl="0" indent="-182880" defTabSz="457200">
                <a:spcBef>
                  <a:spcPts val="2400"/>
                </a:spcBef>
                <a:buFont typeface="Wingdings" panose="05000000000000000000" pitchFamily="2" charset="2"/>
                <a:buChar char="Ø"/>
                <a:defRPr/>
              </a:pPr>
              <a:r>
                <a:rPr lang="en-US" sz="1200" b="1" dirty="0"/>
                <a:t>Program participation</a:t>
              </a:r>
              <a:r>
                <a:rPr lang="en-US" sz="1200" dirty="0"/>
                <a:t>: &gt;1,500 employees completed 6,500+ training sessions during the initial rollout.</a:t>
              </a: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rPr>
                <a:t> </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182880" lvl="0" indent="-182880" defTabSz="457200">
                <a:spcBef>
                  <a:spcPts val="2400"/>
                </a:spcBef>
                <a:buFont typeface="Wingdings" panose="05000000000000000000" pitchFamily="2" charset="2"/>
                <a:buChar char="Ø"/>
                <a:defRPr/>
              </a:pPr>
              <a:r>
                <a:rPr lang="en-US" sz="1200" b="1" dirty="0"/>
                <a:t>Ongoing engagement</a:t>
              </a:r>
              <a:r>
                <a:rPr lang="en-US" sz="1200" dirty="0"/>
                <a:t>: Since April 2024, an additional 1,681 staff participated, totaling over 13,070 training sessions.</a:t>
              </a:r>
              <a:endParaRPr lang="en-US" sz="1200" dirty="0">
                <a:solidFill>
                  <a:srgbClr val="FF0000"/>
                </a:solidFill>
                <a:highlight>
                  <a:srgbClr val="FFFF00"/>
                </a:highlight>
              </a:endParaRPr>
            </a:p>
            <a:p>
              <a:pPr marL="182880" lvl="0" indent="-182880" defTabSz="457200">
                <a:spcBef>
                  <a:spcPts val="2400"/>
                </a:spcBef>
                <a:buFont typeface="Wingdings" panose="05000000000000000000" pitchFamily="2" charset="2"/>
                <a:buChar char="Ø"/>
                <a:defRPr/>
              </a:pPr>
              <a:r>
                <a:rPr lang="en-US" sz="1200" b="1" dirty="0"/>
                <a:t>Increased GenAI adoption</a:t>
              </a:r>
              <a:r>
                <a:rPr lang="en-US" sz="1200" dirty="0"/>
                <a:t>: Traffic to GenAI tool websites and resources more than doubled, and &gt;60% of staff have now used a GenAI tool.</a:t>
              </a:r>
              <a:endParaRPr kumimoji="0" lang="en-US" sz="1200" b="1" i="0" u="none" strike="noStrike" kern="1200" cap="none" spc="0" normalizeH="0" baseline="0" noProof="0" dirty="0">
                <a:ln>
                  <a:noFill/>
                </a:ln>
                <a:solidFill>
                  <a:srgbClr val="FF0000"/>
                </a:solidFill>
                <a:effectLst/>
                <a:highlight>
                  <a:srgbClr val="FFFF00"/>
                </a:highlight>
                <a:uLnTx/>
                <a:uFillTx/>
                <a:latin typeface="Arial" panose="020B0604020202020204"/>
                <a:ea typeface="+mn-ea"/>
                <a:cs typeface="+mn-cs"/>
              </a:endParaRPr>
            </a:p>
            <a:p>
              <a:pPr marL="182880" lvl="0" indent="-182880" defTabSz="457200">
                <a:spcBef>
                  <a:spcPts val="2400"/>
                </a:spcBef>
                <a:buFont typeface="Wingdings" panose="05000000000000000000" pitchFamily="2" charset="2"/>
                <a:buChar char="Ø"/>
                <a:defRPr/>
              </a:pPr>
              <a:r>
                <a:rPr lang="en-US" sz="1200" b="1" dirty="0" err="1"/>
                <a:t>RandD</a:t>
              </a:r>
              <a:r>
                <a:rPr lang="en-US" sz="1200" b="1" dirty="0"/>
                <a:t> integration</a:t>
              </a:r>
              <a:r>
                <a:rPr lang="en-US" sz="1200" dirty="0"/>
                <a:t>: &gt;20% of last year’s internal research and development proposals incorporated GenAI support.</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D2B0617E-D34F-0CAD-5F69-506290662D79}"/>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172093A0-3805-5490-41DB-EB7F773D1430}"/>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F6F0F13-FE6E-B0CE-9D52-DAAC78942761}"/>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tIns="182880" bIns="91440" rtlCol="0" anchor="ctr"/>
          <a:lstStyle/>
          <a:p>
            <a:pPr lvl="0"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cs typeface="Arial"/>
                <a:sym typeface="Arial"/>
              </a:rPr>
              <a:t>Many Level Up participants found themselves using AI in unexpected ways, such as improving communication with neurodivergent employees.</a:t>
            </a: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p>
          <a:p>
            <a:pPr lvl="0" algn="ctr">
              <a:buClr>
                <a:srgbClr val="000000"/>
              </a:buClr>
              <a:defRPr/>
            </a:pPr>
            <a:b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br>
            <a:r>
              <a:rPr kumimoji="0" lang="en-US" sz="12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Johns Hopkins Applied Physics Laboratory</a:t>
            </a:r>
          </a:p>
        </p:txBody>
      </p:sp>
      <p:grpSp>
        <p:nvGrpSpPr>
          <p:cNvPr id="20" name="Group 19">
            <a:extLst>
              <a:ext uri="{FF2B5EF4-FFF2-40B4-BE49-F238E27FC236}">
                <a16:creationId xmlns:a16="http://schemas.microsoft.com/office/drawing/2014/main" id="{B49148C4-2741-468A-02EB-96B56F236100}"/>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4A792C5E-39C9-DFD0-246A-194E96FD05B7}"/>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EF93306-769B-D36D-CF02-CF46FA780318}"/>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E5E3DE62-379A-3DB1-67EF-C6DB3816A74E}"/>
              </a:ext>
            </a:extLst>
          </p:cNvPr>
          <p:cNvSpPr txBox="1"/>
          <p:nvPr/>
        </p:nvSpPr>
        <p:spPr>
          <a:xfrm>
            <a:off x="456787" y="6076805"/>
            <a:ext cx="6121262" cy="215444"/>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Education; Johns Hopkins Applied Physics Laboratory; Maryland, USA</a:t>
            </a:r>
          </a:p>
        </p:txBody>
      </p:sp>
      <p:sp>
        <p:nvSpPr>
          <p:cNvPr id="11" name="Freeform: Shape 10">
            <a:extLst>
              <a:ext uri="{FF2B5EF4-FFF2-40B4-BE49-F238E27FC236}">
                <a16:creationId xmlns:a16="http://schemas.microsoft.com/office/drawing/2014/main" id="{2582B7F5-8F97-5AD0-5DFB-5228060EEDC7}"/>
              </a:ext>
            </a:extLst>
          </p:cNvPr>
          <p:cNvSpPr/>
          <p:nvPr/>
        </p:nvSpPr>
        <p:spPr>
          <a:xfrm>
            <a:off x="11212584" y="1697477"/>
            <a:ext cx="509834" cy="378162"/>
          </a:xfrm>
          <a:custGeom>
            <a:avLst/>
            <a:gdLst>
              <a:gd name="connsiteX0" fmla="*/ 514445 w 600075"/>
              <a:gd name="connsiteY0" fmla="*/ 169069 h 419100"/>
              <a:gd name="connsiteX1" fmla="*/ 554641 w 600075"/>
              <a:gd name="connsiteY1" fmla="*/ 95250 h 419100"/>
              <a:gd name="connsiteX2" fmla="*/ 466534 w 600075"/>
              <a:gd name="connsiteY2" fmla="*/ 7144 h 419100"/>
              <a:gd name="connsiteX3" fmla="*/ 378428 w 600075"/>
              <a:gd name="connsiteY3" fmla="*/ 95250 h 419100"/>
              <a:gd name="connsiteX4" fmla="*/ 418624 w 600075"/>
              <a:gd name="connsiteY4" fmla="*/ 169069 h 419100"/>
              <a:gd name="connsiteX5" fmla="*/ 368808 w 600075"/>
              <a:gd name="connsiteY5" fmla="*/ 169069 h 419100"/>
              <a:gd name="connsiteX6" fmla="*/ 299942 w 600075"/>
              <a:gd name="connsiteY6" fmla="*/ 135731 h 419100"/>
              <a:gd name="connsiteX7" fmla="*/ 231076 w 600075"/>
              <a:gd name="connsiteY7" fmla="*/ 169069 h 419100"/>
              <a:gd name="connsiteX8" fmla="*/ 181261 w 600075"/>
              <a:gd name="connsiteY8" fmla="*/ 169069 h 419100"/>
              <a:gd name="connsiteX9" fmla="*/ 221456 w 600075"/>
              <a:gd name="connsiteY9" fmla="*/ 95250 h 419100"/>
              <a:gd name="connsiteX10" fmla="*/ 133350 w 600075"/>
              <a:gd name="connsiteY10" fmla="*/ 7144 h 419100"/>
              <a:gd name="connsiteX11" fmla="*/ 45244 w 600075"/>
              <a:gd name="connsiteY11" fmla="*/ 95250 h 419100"/>
              <a:gd name="connsiteX12" fmla="*/ 85439 w 600075"/>
              <a:gd name="connsiteY12" fmla="*/ 169069 h 419100"/>
              <a:gd name="connsiteX13" fmla="*/ 7144 w 600075"/>
              <a:gd name="connsiteY13" fmla="*/ 169069 h 419100"/>
              <a:gd name="connsiteX14" fmla="*/ 7144 w 600075"/>
              <a:gd name="connsiteY14" fmla="*/ 342900 h 419100"/>
              <a:gd name="connsiteX15" fmla="*/ 40481 w 600075"/>
              <a:gd name="connsiteY15" fmla="*/ 342900 h 419100"/>
              <a:gd name="connsiteX16" fmla="*/ 40481 w 600075"/>
              <a:gd name="connsiteY16" fmla="*/ 202406 h 419100"/>
              <a:gd name="connsiteX17" fmla="*/ 214693 w 600075"/>
              <a:gd name="connsiteY17" fmla="*/ 202406 h 419100"/>
              <a:gd name="connsiteX18" fmla="*/ 211931 w 600075"/>
              <a:gd name="connsiteY18" fmla="*/ 223837 h 419100"/>
              <a:gd name="connsiteX19" fmla="*/ 252127 w 600075"/>
              <a:gd name="connsiteY19" fmla="*/ 297656 h 419100"/>
              <a:gd name="connsiteX20" fmla="*/ 178594 w 600075"/>
              <a:gd name="connsiteY20" fmla="*/ 297656 h 419100"/>
              <a:gd name="connsiteX21" fmla="*/ 178594 w 600075"/>
              <a:gd name="connsiteY21" fmla="*/ 419100 h 419100"/>
              <a:gd name="connsiteX22" fmla="*/ 211931 w 600075"/>
              <a:gd name="connsiteY22" fmla="*/ 419100 h 419100"/>
              <a:gd name="connsiteX23" fmla="*/ 211931 w 600075"/>
              <a:gd name="connsiteY23" fmla="*/ 330994 h 419100"/>
              <a:gd name="connsiteX24" fmla="*/ 388144 w 600075"/>
              <a:gd name="connsiteY24" fmla="*/ 330994 h 419100"/>
              <a:gd name="connsiteX25" fmla="*/ 388144 w 600075"/>
              <a:gd name="connsiteY25" fmla="*/ 419100 h 419100"/>
              <a:gd name="connsiteX26" fmla="*/ 421481 w 600075"/>
              <a:gd name="connsiteY26" fmla="*/ 419100 h 419100"/>
              <a:gd name="connsiteX27" fmla="*/ 421481 w 600075"/>
              <a:gd name="connsiteY27" fmla="*/ 297656 h 419100"/>
              <a:gd name="connsiteX28" fmla="*/ 347948 w 600075"/>
              <a:gd name="connsiteY28" fmla="*/ 297656 h 419100"/>
              <a:gd name="connsiteX29" fmla="*/ 388144 w 600075"/>
              <a:gd name="connsiteY29" fmla="*/ 223837 h 419100"/>
              <a:gd name="connsiteX30" fmla="*/ 385381 w 600075"/>
              <a:gd name="connsiteY30" fmla="*/ 202406 h 419100"/>
              <a:gd name="connsiteX31" fmla="*/ 559594 w 600075"/>
              <a:gd name="connsiteY31" fmla="*/ 202406 h 419100"/>
              <a:gd name="connsiteX32" fmla="*/ 559594 w 600075"/>
              <a:gd name="connsiteY32" fmla="*/ 342900 h 419100"/>
              <a:gd name="connsiteX33" fmla="*/ 592931 w 600075"/>
              <a:gd name="connsiteY33" fmla="*/ 342900 h 419100"/>
              <a:gd name="connsiteX34" fmla="*/ 592931 w 600075"/>
              <a:gd name="connsiteY34" fmla="*/ 169069 h 419100"/>
              <a:gd name="connsiteX35" fmla="*/ 514445 w 600075"/>
              <a:gd name="connsiteY35" fmla="*/ 169069 h 419100"/>
              <a:gd name="connsiteX36" fmla="*/ 466534 w 600075"/>
              <a:gd name="connsiteY36" fmla="*/ 40481 h 419100"/>
              <a:gd name="connsiteX37" fmla="*/ 521303 w 600075"/>
              <a:gd name="connsiteY37" fmla="*/ 95250 h 419100"/>
              <a:gd name="connsiteX38" fmla="*/ 466534 w 600075"/>
              <a:gd name="connsiteY38" fmla="*/ 150019 h 419100"/>
              <a:gd name="connsiteX39" fmla="*/ 411766 w 600075"/>
              <a:gd name="connsiteY39" fmla="*/ 95250 h 419100"/>
              <a:gd name="connsiteX40" fmla="*/ 466534 w 600075"/>
              <a:gd name="connsiteY40" fmla="*/ 40481 h 419100"/>
              <a:gd name="connsiteX41" fmla="*/ 133159 w 600075"/>
              <a:gd name="connsiteY41" fmla="*/ 40481 h 419100"/>
              <a:gd name="connsiteX42" fmla="*/ 187928 w 600075"/>
              <a:gd name="connsiteY42" fmla="*/ 95250 h 419100"/>
              <a:gd name="connsiteX43" fmla="*/ 133159 w 600075"/>
              <a:gd name="connsiteY43" fmla="*/ 150019 h 419100"/>
              <a:gd name="connsiteX44" fmla="*/ 78391 w 600075"/>
              <a:gd name="connsiteY44" fmla="*/ 95250 h 419100"/>
              <a:gd name="connsiteX45" fmla="*/ 133159 w 600075"/>
              <a:gd name="connsiteY45" fmla="*/ 40481 h 419100"/>
              <a:gd name="connsiteX46" fmla="*/ 299847 w 600075"/>
              <a:gd name="connsiteY46" fmla="*/ 278606 h 419100"/>
              <a:gd name="connsiteX47" fmla="*/ 245078 w 600075"/>
              <a:gd name="connsiteY47" fmla="*/ 223837 h 419100"/>
              <a:gd name="connsiteX48" fmla="*/ 299847 w 600075"/>
              <a:gd name="connsiteY48" fmla="*/ 169069 h 419100"/>
              <a:gd name="connsiteX49" fmla="*/ 354616 w 600075"/>
              <a:gd name="connsiteY49" fmla="*/ 223837 h 419100"/>
              <a:gd name="connsiteX50" fmla="*/ 299847 w 600075"/>
              <a:gd name="connsiteY50" fmla="*/ 278606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00075" h="419100">
                <a:moveTo>
                  <a:pt x="514445" y="169069"/>
                </a:moveTo>
                <a:cubicBezTo>
                  <a:pt x="538543" y="153353"/>
                  <a:pt x="554641" y="126111"/>
                  <a:pt x="554641" y="95250"/>
                </a:cubicBezTo>
                <a:cubicBezTo>
                  <a:pt x="554641" y="46672"/>
                  <a:pt x="515112" y="7144"/>
                  <a:pt x="466534" y="7144"/>
                </a:cubicBezTo>
                <a:cubicBezTo>
                  <a:pt x="417957" y="7144"/>
                  <a:pt x="378428" y="46672"/>
                  <a:pt x="378428" y="95250"/>
                </a:cubicBezTo>
                <a:cubicBezTo>
                  <a:pt x="378428" y="126111"/>
                  <a:pt x="394430" y="153353"/>
                  <a:pt x="418624" y="169069"/>
                </a:cubicBezTo>
                <a:lnTo>
                  <a:pt x="368808" y="169069"/>
                </a:lnTo>
                <a:cubicBezTo>
                  <a:pt x="352615" y="148781"/>
                  <a:pt x="327755" y="135731"/>
                  <a:pt x="299942" y="135731"/>
                </a:cubicBezTo>
                <a:cubicBezTo>
                  <a:pt x="272129" y="135731"/>
                  <a:pt x="247174" y="148781"/>
                  <a:pt x="231076" y="169069"/>
                </a:cubicBezTo>
                <a:lnTo>
                  <a:pt x="181261" y="169069"/>
                </a:lnTo>
                <a:cubicBezTo>
                  <a:pt x="205359" y="153353"/>
                  <a:pt x="221456" y="126111"/>
                  <a:pt x="221456" y="95250"/>
                </a:cubicBezTo>
                <a:cubicBezTo>
                  <a:pt x="221456" y="46672"/>
                  <a:pt x="181927" y="7144"/>
                  <a:pt x="133350" y="7144"/>
                </a:cubicBezTo>
                <a:cubicBezTo>
                  <a:pt x="84772" y="7144"/>
                  <a:pt x="45244" y="46672"/>
                  <a:pt x="45244" y="95250"/>
                </a:cubicBezTo>
                <a:cubicBezTo>
                  <a:pt x="45244" y="126111"/>
                  <a:pt x="61246" y="153353"/>
                  <a:pt x="85439" y="169069"/>
                </a:cubicBezTo>
                <a:lnTo>
                  <a:pt x="7144" y="169069"/>
                </a:lnTo>
                <a:lnTo>
                  <a:pt x="7144" y="342900"/>
                </a:lnTo>
                <a:lnTo>
                  <a:pt x="40481" y="342900"/>
                </a:lnTo>
                <a:lnTo>
                  <a:pt x="40481" y="202406"/>
                </a:lnTo>
                <a:lnTo>
                  <a:pt x="214693" y="202406"/>
                </a:lnTo>
                <a:cubicBezTo>
                  <a:pt x="212979" y="209264"/>
                  <a:pt x="211931" y="216408"/>
                  <a:pt x="211931" y="223837"/>
                </a:cubicBezTo>
                <a:cubicBezTo>
                  <a:pt x="211931" y="254698"/>
                  <a:pt x="227933" y="281940"/>
                  <a:pt x="252127" y="297656"/>
                </a:cubicBezTo>
                <a:lnTo>
                  <a:pt x="178594" y="297656"/>
                </a:lnTo>
                <a:lnTo>
                  <a:pt x="178594" y="419100"/>
                </a:lnTo>
                <a:lnTo>
                  <a:pt x="211931" y="419100"/>
                </a:lnTo>
                <a:lnTo>
                  <a:pt x="211931" y="330994"/>
                </a:lnTo>
                <a:lnTo>
                  <a:pt x="388144" y="330994"/>
                </a:lnTo>
                <a:lnTo>
                  <a:pt x="388144" y="419100"/>
                </a:lnTo>
                <a:lnTo>
                  <a:pt x="421481" y="419100"/>
                </a:lnTo>
                <a:lnTo>
                  <a:pt x="421481" y="297656"/>
                </a:lnTo>
                <a:lnTo>
                  <a:pt x="347948" y="297656"/>
                </a:lnTo>
                <a:cubicBezTo>
                  <a:pt x="372046" y="281940"/>
                  <a:pt x="388144" y="254698"/>
                  <a:pt x="388144" y="223837"/>
                </a:cubicBezTo>
                <a:cubicBezTo>
                  <a:pt x="388144" y="216408"/>
                  <a:pt x="387096" y="209264"/>
                  <a:pt x="385381" y="202406"/>
                </a:cubicBezTo>
                <a:lnTo>
                  <a:pt x="559594" y="202406"/>
                </a:lnTo>
                <a:lnTo>
                  <a:pt x="559594" y="342900"/>
                </a:lnTo>
                <a:lnTo>
                  <a:pt x="592931" y="342900"/>
                </a:lnTo>
                <a:lnTo>
                  <a:pt x="592931" y="169069"/>
                </a:lnTo>
                <a:lnTo>
                  <a:pt x="514445" y="169069"/>
                </a:lnTo>
                <a:close/>
                <a:moveTo>
                  <a:pt x="466534" y="40481"/>
                </a:moveTo>
                <a:cubicBezTo>
                  <a:pt x="496729" y="40481"/>
                  <a:pt x="521303" y="65056"/>
                  <a:pt x="521303" y="95250"/>
                </a:cubicBezTo>
                <a:cubicBezTo>
                  <a:pt x="521303" y="125444"/>
                  <a:pt x="496729" y="150019"/>
                  <a:pt x="466534" y="150019"/>
                </a:cubicBezTo>
                <a:cubicBezTo>
                  <a:pt x="436340" y="150019"/>
                  <a:pt x="411766" y="125444"/>
                  <a:pt x="411766" y="95250"/>
                </a:cubicBezTo>
                <a:cubicBezTo>
                  <a:pt x="411766" y="65056"/>
                  <a:pt x="436340" y="40481"/>
                  <a:pt x="466534" y="40481"/>
                </a:cubicBezTo>
                <a:close/>
                <a:moveTo>
                  <a:pt x="133159" y="40481"/>
                </a:moveTo>
                <a:cubicBezTo>
                  <a:pt x="163354" y="40481"/>
                  <a:pt x="187928" y="65056"/>
                  <a:pt x="187928" y="95250"/>
                </a:cubicBezTo>
                <a:cubicBezTo>
                  <a:pt x="187928" y="125444"/>
                  <a:pt x="163354" y="150019"/>
                  <a:pt x="133159" y="150019"/>
                </a:cubicBezTo>
                <a:cubicBezTo>
                  <a:pt x="102965" y="150019"/>
                  <a:pt x="78391" y="125444"/>
                  <a:pt x="78391" y="95250"/>
                </a:cubicBezTo>
                <a:cubicBezTo>
                  <a:pt x="78391" y="65056"/>
                  <a:pt x="102965" y="40481"/>
                  <a:pt x="133159" y="40481"/>
                </a:cubicBezTo>
                <a:close/>
                <a:moveTo>
                  <a:pt x="299847" y="278606"/>
                </a:moveTo>
                <a:cubicBezTo>
                  <a:pt x="269653" y="278606"/>
                  <a:pt x="245078" y="254032"/>
                  <a:pt x="245078" y="223837"/>
                </a:cubicBezTo>
                <a:cubicBezTo>
                  <a:pt x="245078" y="193643"/>
                  <a:pt x="269653" y="169069"/>
                  <a:pt x="299847" y="169069"/>
                </a:cubicBezTo>
                <a:cubicBezTo>
                  <a:pt x="330041" y="169069"/>
                  <a:pt x="354616" y="193643"/>
                  <a:pt x="354616" y="223837"/>
                </a:cubicBezTo>
                <a:cubicBezTo>
                  <a:pt x="354616" y="254032"/>
                  <a:pt x="330041" y="278606"/>
                  <a:pt x="299847" y="278606"/>
                </a:cubicBezTo>
                <a:close/>
              </a:path>
            </a:pathLst>
          </a:custGeom>
          <a:solidFill>
            <a:srgbClr val="002856"/>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FF7040-D586-A51F-5477-83606D3D2AEC}"/>
              </a:ext>
            </a:extLst>
          </p:cNvPr>
          <p:cNvSpPr/>
          <p:nvPr/>
        </p:nvSpPr>
        <p:spPr>
          <a:xfrm>
            <a:off x="11222355" y="2362302"/>
            <a:ext cx="500062" cy="339535"/>
          </a:xfrm>
          <a:custGeom>
            <a:avLst/>
            <a:gdLst>
              <a:gd name="connsiteX0" fmla="*/ 540544 w 542925"/>
              <a:gd name="connsiteY0" fmla="*/ 154019 h 381000"/>
              <a:gd name="connsiteX1" fmla="*/ 329089 w 542925"/>
              <a:gd name="connsiteY1" fmla="*/ 154019 h 381000"/>
              <a:gd name="connsiteX2" fmla="*/ 411194 w 542925"/>
              <a:gd name="connsiteY2" fmla="*/ 236887 h 381000"/>
              <a:gd name="connsiteX3" fmla="*/ 384143 w 542925"/>
              <a:gd name="connsiteY3" fmla="*/ 263652 h 381000"/>
              <a:gd name="connsiteX4" fmla="*/ 256508 w 542925"/>
              <a:gd name="connsiteY4" fmla="*/ 134874 h 381000"/>
              <a:gd name="connsiteX5" fmla="*/ 384239 w 542925"/>
              <a:gd name="connsiteY5" fmla="*/ 7144 h 381000"/>
              <a:gd name="connsiteX6" fmla="*/ 411194 w 542925"/>
              <a:gd name="connsiteY6" fmla="*/ 34100 h 381000"/>
              <a:gd name="connsiteX7" fmla="*/ 329375 w 542925"/>
              <a:gd name="connsiteY7" fmla="*/ 115919 h 381000"/>
              <a:gd name="connsiteX8" fmla="*/ 540544 w 542925"/>
              <a:gd name="connsiteY8" fmla="*/ 115919 h 381000"/>
              <a:gd name="connsiteX9" fmla="*/ 540544 w 542925"/>
              <a:gd name="connsiteY9" fmla="*/ 154019 h 381000"/>
              <a:gd name="connsiteX10" fmla="*/ 136493 w 542925"/>
              <a:gd name="connsiteY10" fmla="*/ 147352 h 381000"/>
              <a:gd name="connsiteX11" fmla="*/ 218599 w 542925"/>
              <a:gd name="connsiteY11" fmla="*/ 230219 h 381000"/>
              <a:gd name="connsiteX12" fmla="*/ 7144 w 542925"/>
              <a:gd name="connsiteY12" fmla="*/ 230219 h 381000"/>
              <a:gd name="connsiteX13" fmla="*/ 7144 w 542925"/>
              <a:gd name="connsiteY13" fmla="*/ 268319 h 381000"/>
              <a:gd name="connsiteX14" fmla="*/ 218313 w 542925"/>
              <a:gd name="connsiteY14" fmla="*/ 268319 h 381000"/>
              <a:gd name="connsiteX15" fmla="*/ 136493 w 542925"/>
              <a:gd name="connsiteY15" fmla="*/ 350139 h 381000"/>
              <a:gd name="connsiteX16" fmla="*/ 163449 w 542925"/>
              <a:gd name="connsiteY16" fmla="*/ 377095 h 381000"/>
              <a:gd name="connsiteX17" fmla="*/ 291179 w 542925"/>
              <a:gd name="connsiteY17" fmla="*/ 249364 h 381000"/>
              <a:gd name="connsiteX18" fmla="*/ 163544 w 542925"/>
              <a:gd name="connsiteY18" fmla="*/ 120491 h 381000"/>
              <a:gd name="connsiteX19" fmla="*/ 136493 w 542925"/>
              <a:gd name="connsiteY19" fmla="*/ 147352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2925" h="381000">
                <a:moveTo>
                  <a:pt x="540544" y="154019"/>
                </a:moveTo>
                <a:lnTo>
                  <a:pt x="329089" y="154019"/>
                </a:lnTo>
                <a:lnTo>
                  <a:pt x="411194" y="236887"/>
                </a:lnTo>
                <a:lnTo>
                  <a:pt x="384143" y="263652"/>
                </a:lnTo>
                <a:lnTo>
                  <a:pt x="256508" y="134874"/>
                </a:lnTo>
                <a:lnTo>
                  <a:pt x="384239" y="7144"/>
                </a:lnTo>
                <a:lnTo>
                  <a:pt x="411194" y="34100"/>
                </a:lnTo>
                <a:lnTo>
                  <a:pt x="329375" y="115919"/>
                </a:lnTo>
                <a:lnTo>
                  <a:pt x="540544" y="115919"/>
                </a:lnTo>
                <a:lnTo>
                  <a:pt x="540544" y="154019"/>
                </a:lnTo>
                <a:close/>
                <a:moveTo>
                  <a:pt x="136493" y="147352"/>
                </a:moveTo>
                <a:lnTo>
                  <a:pt x="218599" y="230219"/>
                </a:lnTo>
                <a:lnTo>
                  <a:pt x="7144" y="230219"/>
                </a:lnTo>
                <a:lnTo>
                  <a:pt x="7144" y="268319"/>
                </a:lnTo>
                <a:lnTo>
                  <a:pt x="218313" y="268319"/>
                </a:lnTo>
                <a:lnTo>
                  <a:pt x="136493" y="350139"/>
                </a:lnTo>
                <a:lnTo>
                  <a:pt x="163449" y="377095"/>
                </a:lnTo>
                <a:lnTo>
                  <a:pt x="291179" y="249364"/>
                </a:lnTo>
                <a:lnTo>
                  <a:pt x="163544" y="120491"/>
                </a:lnTo>
                <a:lnTo>
                  <a:pt x="136493" y="147352"/>
                </a:lnTo>
                <a:close/>
              </a:path>
            </a:pathLst>
          </a:custGeom>
          <a:solidFill>
            <a:srgbClr val="002856"/>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B97DDFE-4EB0-1B97-5FB6-3CAF6C8626E1}"/>
              </a:ext>
            </a:extLst>
          </p:cNvPr>
          <p:cNvSpPr/>
          <p:nvPr/>
        </p:nvSpPr>
        <p:spPr>
          <a:xfrm>
            <a:off x="11289407" y="3192719"/>
            <a:ext cx="410979" cy="393129"/>
          </a:xfrm>
          <a:custGeom>
            <a:avLst/>
            <a:gdLst>
              <a:gd name="connsiteX0" fmla="*/ 410795 w 542925"/>
              <a:gd name="connsiteY0" fmla="*/ 291816 h 542925"/>
              <a:gd name="connsiteX1" fmla="*/ 410795 w 542925"/>
              <a:gd name="connsiteY1" fmla="*/ 253716 h 542925"/>
              <a:gd name="connsiteX2" fmla="*/ 378029 w 542925"/>
              <a:gd name="connsiteY2" fmla="*/ 253716 h 542925"/>
              <a:gd name="connsiteX3" fmla="*/ 360694 w 542925"/>
              <a:gd name="connsiteY3" fmla="*/ 211711 h 542925"/>
              <a:gd name="connsiteX4" fmla="*/ 390983 w 542925"/>
              <a:gd name="connsiteY4" fmla="*/ 181421 h 542925"/>
              <a:gd name="connsiteX5" fmla="*/ 364028 w 542925"/>
              <a:gd name="connsiteY5" fmla="*/ 154465 h 542925"/>
              <a:gd name="connsiteX6" fmla="*/ 333738 w 542925"/>
              <a:gd name="connsiteY6" fmla="*/ 184755 h 542925"/>
              <a:gd name="connsiteX7" fmla="*/ 291733 w 542925"/>
              <a:gd name="connsiteY7" fmla="*/ 167419 h 542925"/>
              <a:gd name="connsiteX8" fmla="*/ 291733 w 542925"/>
              <a:gd name="connsiteY8" fmla="*/ 129891 h 542925"/>
              <a:gd name="connsiteX9" fmla="*/ 253633 w 542925"/>
              <a:gd name="connsiteY9" fmla="*/ 129891 h 542925"/>
              <a:gd name="connsiteX10" fmla="*/ 253633 w 542925"/>
              <a:gd name="connsiteY10" fmla="*/ 167419 h 542925"/>
              <a:gd name="connsiteX11" fmla="*/ 211628 w 542925"/>
              <a:gd name="connsiteY11" fmla="*/ 184755 h 542925"/>
              <a:gd name="connsiteX12" fmla="*/ 181338 w 542925"/>
              <a:gd name="connsiteY12" fmla="*/ 154465 h 542925"/>
              <a:gd name="connsiteX13" fmla="*/ 154382 w 542925"/>
              <a:gd name="connsiteY13" fmla="*/ 181421 h 542925"/>
              <a:gd name="connsiteX14" fmla="*/ 184672 w 542925"/>
              <a:gd name="connsiteY14" fmla="*/ 211711 h 542925"/>
              <a:gd name="connsiteX15" fmla="*/ 167336 w 542925"/>
              <a:gd name="connsiteY15" fmla="*/ 253716 h 542925"/>
              <a:gd name="connsiteX16" fmla="*/ 125045 w 542925"/>
              <a:gd name="connsiteY16" fmla="*/ 253716 h 542925"/>
              <a:gd name="connsiteX17" fmla="*/ 125045 w 542925"/>
              <a:gd name="connsiteY17" fmla="*/ 291816 h 542925"/>
              <a:gd name="connsiteX18" fmla="*/ 167336 w 542925"/>
              <a:gd name="connsiteY18" fmla="*/ 291816 h 542925"/>
              <a:gd name="connsiteX19" fmla="*/ 184672 w 542925"/>
              <a:gd name="connsiteY19" fmla="*/ 333821 h 542925"/>
              <a:gd name="connsiteX20" fmla="*/ 154382 w 542925"/>
              <a:gd name="connsiteY20" fmla="*/ 364111 h 542925"/>
              <a:gd name="connsiteX21" fmla="*/ 181338 w 542925"/>
              <a:gd name="connsiteY21" fmla="*/ 391066 h 542925"/>
              <a:gd name="connsiteX22" fmla="*/ 211628 w 542925"/>
              <a:gd name="connsiteY22" fmla="*/ 360777 h 542925"/>
              <a:gd name="connsiteX23" fmla="*/ 253633 w 542925"/>
              <a:gd name="connsiteY23" fmla="*/ 378112 h 542925"/>
              <a:gd name="connsiteX24" fmla="*/ 253633 w 542925"/>
              <a:gd name="connsiteY24" fmla="*/ 415641 h 542925"/>
              <a:gd name="connsiteX25" fmla="*/ 291733 w 542925"/>
              <a:gd name="connsiteY25" fmla="*/ 415641 h 542925"/>
              <a:gd name="connsiteX26" fmla="*/ 291733 w 542925"/>
              <a:gd name="connsiteY26" fmla="*/ 378112 h 542925"/>
              <a:gd name="connsiteX27" fmla="*/ 333738 w 542925"/>
              <a:gd name="connsiteY27" fmla="*/ 360777 h 542925"/>
              <a:gd name="connsiteX28" fmla="*/ 364028 w 542925"/>
              <a:gd name="connsiteY28" fmla="*/ 391066 h 542925"/>
              <a:gd name="connsiteX29" fmla="*/ 390983 w 542925"/>
              <a:gd name="connsiteY29" fmla="*/ 364111 h 542925"/>
              <a:gd name="connsiteX30" fmla="*/ 360694 w 542925"/>
              <a:gd name="connsiteY30" fmla="*/ 333821 h 542925"/>
              <a:gd name="connsiteX31" fmla="*/ 378029 w 542925"/>
              <a:gd name="connsiteY31" fmla="*/ 291816 h 542925"/>
              <a:gd name="connsiteX32" fmla="*/ 410795 w 542925"/>
              <a:gd name="connsiteY32" fmla="*/ 291816 h 542925"/>
              <a:gd name="connsiteX33" fmla="*/ 272683 w 542925"/>
              <a:gd name="connsiteY33" fmla="*/ 341822 h 542925"/>
              <a:gd name="connsiteX34" fmla="*/ 203627 w 542925"/>
              <a:gd name="connsiteY34" fmla="*/ 272766 h 542925"/>
              <a:gd name="connsiteX35" fmla="*/ 272683 w 542925"/>
              <a:gd name="connsiteY35" fmla="*/ 203710 h 542925"/>
              <a:gd name="connsiteX36" fmla="*/ 341739 w 542925"/>
              <a:gd name="connsiteY36" fmla="*/ 272766 h 542925"/>
              <a:gd name="connsiteX37" fmla="*/ 272683 w 542925"/>
              <a:gd name="connsiteY37" fmla="*/ 341822 h 542925"/>
              <a:gd name="connsiteX38" fmla="*/ 310783 w 542925"/>
              <a:gd name="connsiteY38" fmla="*/ 272766 h 542925"/>
              <a:gd name="connsiteX39" fmla="*/ 272683 w 542925"/>
              <a:gd name="connsiteY39" fmla="*/ 310866 h 542925"/>
              <a:gd name="connsiteX40" fmla="*/ 234583 w 542925"/>
              <a:gd name="connsiteY40" fmla="*/ 272766 h 542925"/>
              <a:gd name="connsiteX41" fmla="*/ 272683 w 542925"/>
              <a:gd name="connsiteY41" fmla="*/ 234666 h 542925"/>
              <a:gd name="connsiteX42" fmla="*/ 310783 w 542925"/>
              <a:gd name="connsiteY42" fmla="*/ 272766 h 542925"/>
              <a:gd name="connsiteX43" fmla="*/ 501187 w 542925"/>
              <a:gd name="connsiteY43" fmla="*/ 407926 h 542925"/>
              <a:gd name="connsiteX44" fmla="*/ 338691 w 542925"/>
              <a:gd name="connsiteY44" fmla="*/ 529941 h 542925"/>
              <a:gd name="connsiteX45" fmla="*/ 272111 w 542925"/>
              <a:gd name="connsiteY45" fmla="*/ 538418 h 542925"/>
              <a:gd name="connsiteX46" fmla="*/ 89803 w 542925"/>
              <a:gd name="connsiteY46" fmla="*/ 465361 h 542925"/>
              <a:gd name="connsiteX47" fmla="*/ 89803 w 542925"/>
              <a:gd name="connsiteY47" fmla="*/ 509176 h 542925"/>
              <a:gd name="connsiteX48" fmla="*/ 51703 w 542925"/>
              <a:gd name="connsiteY48" fmla="*/ 509176 h 542925"/>
              <a:gd name="connsiteX49" fmla="*/ 51703 w 542925"/>
              <a:gd name="connsiteY49" fmla="*/ 400782 h 542925"/>
              <a:gd name="connsiteX50" fmla="*/ 160097 w 542925"/>
              <a:gd name="connsiteY50" fmla="*/ 400782 h 542925"/>
              <a:gd name="connsiteX51" fmla="*/ 160097 w 542925"/>
              <a:gd name="connsiteY51" fmla="*/ 438882 h 542925"/>
              <a:gd name="connsiteX52" fmla="*/ 113901 w 542925"/>
              <a:gd name="connsiteY52" fmla="*/ 438882 h 542925"/>
              <a:gd name="connsiteX53" fmla="*/ 329833 w 542925"/>
              <a:gd name="connsiteY53" fmla="*/ 495365 h 542925"/>
              <a:gd name="connsiteX54" fmla="*/ 470517 w 542925"/>
              <a:gd name="connsiteY54" fmla="*/ 389828 h 542925"/>
              <a:gd name="connsiteX55" fmla="*/ 495282 w 542925"/>
              <a:gd name="connsiteY55" fmla="*/ 215711 h 542925"/>
              <a:gd name="connsiteX56" fmla="*/ 529858 w 542925"/>
              <a:gd name="connsiteY56" fmla="*/ 206853 h 542925"/>
              <a:gd name="connsiteX57" fmla="*/ 501187 w 542925"/>
              <a:gd name="connsiteY57" fmla="*/ 407926 h 542925"/>
              <a:gd name="connsiteX58" fmla="*/ 50083 w 542925"/>
              <a:gd name="connsiteY58" fmla="*/ 329916 h 542925"/>
              <a:gd name="connsiteX59" fmla="*/ 15508 w 542925"/>
              <a:gd name="connsiteY59" fmla="*/ 338774 h 542925"/>
              <a:gd name="connsiteX60" fmla="*/ 206674 w 542925"/>
              <a:gd name="connsiteY60" fmla="*/ 15591 h 542925"/>
              <a:gd name="connsiteX61" fmla="*/ 455563 w 542925"/>
              <a:gd name="connsiteY61" fmla="*/ 80361 h 542925"/>
              <a:gd name="connsiteX62" fmla="*/ 455658 w 542925"/>
              <a:gd name="connsiteY62" fmla="*/ 36355 h 542925"/>
              <a:gd name="connsiteX63" fmla="*/ 493758 w 542925"/>
              <a:gd name="connsiteY63" fmla="*/ 36355 h 542925"/>
              <a:gd name="connsiteX64" fmla="*/ 493663 w 542925"/>
              <a:gd name="connsiteY64" fmla="*/ 144750 h 542925"/>
              <a:gd name="connsiteX65" fmla="*/ 385268 w 542925"/>
              <a:gd name="connsiteY65" fmla="*/ 144655 h 542925"/>
              <a:gd name="connsiteX66" fmla="*/ 385268 w 542925"/>
              <a:gd name="connsiteY66" fmla="*/ 106555 h 542925"/>
              <a:gd name="connsiteX67" fmla="*/ 431369 w 542925"/>
              <a:gd name="connsiteY67" fmla="*/ 106650 h 542925"/>
              <a:gd name="connsiteX68" fmla="*/ 215533 w 542925"/>
              <a:gd name="connsiteY68" fmla="*/ 50167 h 542925"/>
              <a:gd name="connsiteX69" fmla="*/ 50083 w 542925"/>
              <a:gd name="connsiteY69" fmla="*/ 329916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42925" h="542925">
                <a:moveTo>
                  <a:pt x="410795" y="291816"/>
                </a:moveTo>
                <a:lnTo>
                  <a:pt x="410795" y="253716"/>
                </a:lnTo>
                <a:lnTo>
                  <a:pt x="378029" y="253716"/>
                </a:lnTo>
                <a:cubicBezTo>
                  <a:pt x="375267" y="238285"/>
                  <a:pt x="369266" y="224093"/>
                  <a:pt x="360694" y="211711"/>
                </a:cubicBezTo>
                <a:lnTo>
                  <a:pt x="390983" y="181421"/>
                </a:lnTo>
                <a:lnTo>
                  <a:pt x="364028" y="154465"/>
                </a:lnTo>
                <a:lnTo>
                  <a:pt x="333738" y="184755"/>
                </a:lnTo>
                <a:cubicBezTo>
                  <a:pt x="321355" y="176182"/>
                  <a:pt x="307163" y="170182"/>
                  <a:pt x="291733" y="167419"/>
                </a:cubicBezTo>
                <a:lnTo>
                  <a:pt x="291733" y="129891"/>
                </a:lnTo>
                <a:lnTo>
                  <a:pt x="253633" y="129891"/>
                </a:lnTo>
                <a:lnTo>
                  <a:pt x="253633" y="167419"/>
                </a:lnTo>
                <a:cubicBezTo>
                  <a:pt x="238202" y="170182"/>
                  <a:pt x="224010" y="176182"/>
                  <a:pt x="211628" y="184755"/>
                </a:cubicBezTo>
                <a:lnTo>
                  <a:pt x="181338" y="154465"/>
                </a:lnTo>
                <a:lnTo>
                  <a:pt x="154382" y="181421"/>
                </a:lnTo>
                <a:lnTo>
                  <a:pt x="184672" y="211711"/>
                </a:lnTo>
                <a:cubicBezTo>
                  <a:pt x="176099" y="224093"/>
                  <a:pt x="170098" y="238285"/>
                  <a:pt x="167336" y="253716"/>
                </a:cubicBezTo>
                <a:lnTo>
                  <a:pt x="125045" y="253716"/>
                </a:lnTo>
                <a:lnTo>
                  <a:pt x="125045" y="291816"/>
                </a:lnTo>
                <a:lnTo>
                  <a:pt x="167336" y="291816"/>
                </a:lnTo>
                <a:cubicBezTo>
                  <a:pt x="170098" y="307246"/>
                  <a:pt x="176099" y="321439"/>
                  <a:pt x="184672" y="333821"/>
                </a:cubicBezTo>
                <a:lnTo>
                  <a:pt x="154382" y="364111"/>
                </a:lnTo>
                <a:lnTo>
                  <a:pt x="181338" y="391066"/>
                </a:lnTo>
                <a:lnTo>
                  <a:pt x="211628" y="360777"/>
                </a:lnTo>
                <a:cubicBezTo>
                  <a:pt x="224010" y="369349"/>
                  <a:pt x="238202" y="375350"/>
                  <a:pt x="253633" y="378112"/>
                </a:cubicBezTo>
                <a:lnTo>
                  <a:pt x="253633" y="415641"/>
                </a:lnTo>
                <a:lnTo>
                  <a:pt x="291733" y="415641"/>
                </a:lnTo>
                <a:lnTo>
                  <a:pt x="291733" y="378112"/>
                </a:lnTo>
                <a:cubicBezTo>
                  <a:pt x="307163" y="375350"/>
                  <a:pt x="321355" y="369349"/>
                  <a:pt x="333738" y="360777"/>
                </a:cubicBezTo>
                <a:lnTo>
                  <a:pt x="364028" y="391066"/>
                </a:lnTo>
                <a:lnTo>
                  <a:pt x="390983" y="364111"/>
                </a:lnTo>
                <a:lnTo>
                  <a:pt x="360694" y="333821"/>
                </a:lnTo>
                <a:cubicBezTo>
                  <a:pt x="369266" y="321439"/>
                  <a:pt x="375267" y="307246"/>
                  <a:pt x="378029" y="291816"/>
                </a:cubicBezTo>
                <a:lnTo>
                  <a:pt x="410795" y="291816"/>
                </a:lnTo>
                <a:close/>
                <a:moveTo>
                  <a:pt x="272683" y="341822"/>
                </a:moveTo>
                <a:cubicBezTo>
                  <a:pt x="234583" y="341822"/>
                  <a:pt x="203627" y="310866"/>
                  <a:pt x="203627" y="272766"/>
                </a:cubicBezTo>
                <a:cubicBezTo>
                  <a:pt x="203627" y="234666"/>
                  <a:pt x="234583" y="203710"/>
                  <a:pt x="272683" y="203710"/>
                </a:cubicBezTo>
                <a:cubicBezTo>
                  <a:pt x="310783" y="203710"/>
                  <a:pt x="341739" y="234666"/>
                  <a:pt x="341739" y="272766"/>
                </a:cubicBezTo>
                <a:cubicBezTo>
                  <a:pt x="341739" y="310866"/>
                  <a:pt x="310687" y="341822"/>
                  <a:pt x="272683" y="341822"/>
                </a:cubicBezTo>
                <a:close/>
                <a:moveTo>
                  <a:pt x="310783" y="272766"/>
                </a:moveTo>
                <a:cubicBezTo>
                  <a:pt x="310783" y="293816"/>
                  <a:pt x="293733" y="310866"/>
                  <a:pt x="272683" y="310866"/>
                </a:cubicBezTo>
                <a:cubicBezTo>
                  <a:pt x="251632" y="310866"/>
                  <a:pt x="234583" y="293816"/>
                  <a:pt x="234583" y="272766"/>
                </a:cubicBezTo>
                <a:cubicBezTo>
                  <a:pt x="234583" y="251716"/>
                  <a:pt x="251632" y="234666"/>
                  <a:pt x="272683" y="234666"/>
                </a:cubicBezTo>
                <a:cubicBezTo>
                  <a:pt x="293733" y="234666"/>
                  <a:pt x="310783" y="251716"/>
                  <a:pt x="310783" y="272766"/>
                </a:cubicBezTo>
                <a:close/>
                <a:moveTo>
                  <a:pt x="501187" y="407926"/>
                </a:moveTo>
                <a:cubicBezTo>
                  <a:pt x="465088" y="468981"/>
                  <a:pt x="407366" y="512320"/>
                  <a:pt x="338691" y="529941"/>
                </a:cubicBezTo>
                <a:cubicBezTo>
                  <a:pt x="316593" y="535656"/>
                  <a:pt x="294209" y="538418"/>
                  <a:pt x="272111" y="538418"/>
                </a:cubicBezTo>
                <a:cubicBezTo>
                  <a:pt x="204388" y="538418"/>
                  <a:pt x="139237" y="512510"/>
                  <a:pt x="89803" y="465361"/>
                </a:cubicBezTo>
                <a:lnTo>
                  <a:pt x="89803" y="509176"/>
                </a:lnTo>
                <a:lnTo>
                  <a:pt x="51703" y="509176"/>
                </a:lnTo>
                <a:lnTo>
                  <a:pt x="51703" y="400782"/>
                </a:lnTo>
                <a:lnTo>
                  <a:pt x="160097" y="400782"/>
                </a:lnTo>
                <a:lnTo>
                  <a:pt x="160097" y="438882"/>
                </a:lnTo>
                <a:lnTo>
                  <a:pt x="113901" y="438882"/>
                </a:lnTo>
                <a:cubicBezTo>
                  <a:pt x="170670" y="493365"/>
                  <a:pt x="251728" y="515463"/>
                  <a:pt x="329833" y="495365"/>
                </a:cubicBezTo>
                <a:cubicBezTo>
                  <a:pt x="389269" y="480125"/>
                  <a:pt x="439275" y="442597"/>
                  <a:pt x="470517" y="389828"/>
                </a:cubicBezTo>
                <a:cubicBezTo>
                  <a:pt x="501759" y="336964"/>
                  <a:pt x="510617" y="275147"/>
                  <a:pt x="495282" y="215711"/>
                </a:cubicBezTo>
                <a:lnTo>
                  <a:pt x="529858" y="206853"/>
                </a:lnTo>
                <a:cubicBezTo>
                  <a:pt x="547479" y="275433"/>
                  <a:pt x="537287" y="346966"/>
                  <a:pt x="501187" y="407926"/>
                </a:cubicBezTo>
                <a:close/>
                <a:moveTo>
                  <a:pt x="50083" y="329916"/>
                </a:moveTo>
                <a:lnTo>
                  <a:pt x="15508" y="338774"/>
                </a:lnTo>
                <a:cubicBezTo>
                  <a:pt x="-20878" y="196947"/>
                  <a:pt x="64847" y="51976"/>
                  <a:pt x="206674" y="15591"/>
                </a:cubicBezTo>
                <a:cubicBezTo>
                  <a:pt x="296971" y="-7555"/>
                  <a:pt x="390126" y="17782"/>
                  <a:pt x="455563" y="80361"/>
                </a:cubicBezTo>
                <a:lnTo>
                  <a:pt x="455658" y="36355"/>
                </a:lnTo>
                <a:lnTo>
                  <a:pt x="493758" y="36355"/>
                </a:lnTo>
                <a:lnTo>
                  <a:pt x="493663" y="144750"/>
                </a:lnTo>
                <a:lnTo>
                  <a:pt x="385268" y="144655"/>
                </a:lnTo>
                <a:lnTo>
                  <a:pt x="385268" y="106555"/>
                </a:lnTo>
                <a:lnTo>
                  <a:pt x="431369" y="106650"/>
                </a:lnTo>
                <a:cubicBezTo>
                  <a:pt x="374696" y="52167"/>
                  <a:pt x="293828" y="30069"/>
                  <a:pt x="215533" y="50167"/>
                </a:cubicBezTo>
                <a:cubicBezTo>
                  <a:pt x="92755" y="81694"/>
                  <a:pt x="18556" y="207139"/>
                  <a:pt x="50083" y="329916"/>
                </a:cubicBezTo>
                <a:close/>
              </a:path>
            </a:pathLst>
          </a:custGeom>
          <a:solidFill>
            <a:srgbClr val="002856"/>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D23BD91-FC55-1CD9-A370-F9AFF4E32178}"/>
              </a:ext>
            </a:extLst>
          </p:cNvPr>
          <p:cNvSpPr/>
          <p:nvPr/>
        </p:nvSpPr>
        <p:spPr>
          <a:xfrm>
            <a:off x="11222355" y="3919652"/>
            <a:ext cx="457201" cy="408214"/>
          </a:xfrm>
          <a:custGeom>
            <a:avLst/>
            <a:gdLst>
              <a:gd name="connsiteX0" fmla="*/ 540544 w 542925"/>
              <a:gd name="connsiteY0" fmla="*/ 273844 h 542925"/>
              <a:gd name="connsiteX1" fmla="*/ 415480 w 542925"/>
              <a:gd name="connsiteY1" fmla="*/ 132207 h 542925"/>
              <a:gd name="connsiteX2" fmla="*/ 273844 w 542925"/>
              <a:gd name="connsiteY2" fmla="*/ 7144 h 542925"/>
              <a:gd name="connsiteX3" fmla="*/ 132207 w 542925"/>
              <a:gd name="connsiteY3" fmla="*/ 132207 h 542925"/>
              <a:gd name="connsiteX4" fmla="*/ 7144 w 542925"/>
              <a:gd name="connsiteY4" fmla="*/ 273844 h 542925"/>
              <a:gd name="connsiteX5" fmla="*/ 132207 w 542925"/>
              <a:gd name="connsiteY5" fmla="*/ 415481 h 542925"/>
              <a:gd name="connsiteX6" fmla="*/ 273844 w 542925"/>
              <a:gd name="connsiteY6" fmla="*/ 540544 h 542925"/>
              <a:gd name="connsiteX7" fmla="*/ 415480 w 542925"/>
              <a:gd name="connsiteY7" fmla="*/ 415481 h 542925"/>
              <a:gd name="connsiteX8" fmla="*/ 540544 w 542925"/>
              <a:gd name="connsiteY8" fmla="*/ 273844 h 542925"/>
              <a:gd name="connsiteX9" fmla="*/ 273844 w 542925"/>
              <a:gd name="connsiteY9" fmla="*/ 45244 h 542925"/>
              <a:gd name="connsiteX10" fmla="*/ 377094 w 542925"/>
              <a:gd name="connsiteY10" fmla="*/ 132588 h 542925"/>
              <a:gd name="connsiteX11" fmla="*/ 273844 w 542925"/>
              <a:gd name="connsiteY11" fmla="*/ 202787 h 542925"/>
              <a:gd name="connsiteX12" fmla="*/ 170593 w 542925"/>
              <a:gd name="connsiteY12" fmla="*/ 132588 h 542925"/>
              <a:gd name="connsiteX13" fmla="*/ 273844 w 542925"/>
              <a:gd name="connsiteY13" fmla="*/ 45244 h 542925"/>
              <a:gd name="connsiteX14" fmla="*/ 376428 w 542925"/>
              <a:gd name="connsiteY14" fmla="*/ 171260 h 542925"/>
              <a:gd name="connsiteX15" fmla="*/ 294989 w 542925"/>
              <a:gd name="connsiteY15" fmla="*/ 252698 h 542925"/>
              <a:gd name="connsiteX16" fmla="*/ 376428 w 542925"/>
              <a:gd name="connsiteY16" fmla="*/ 171260 h 542925"/>
              <a:gd name="connsiteX17" fmla="*/ 252603 w 542925"/>
              <a:gd name="connsiteY17" fmla="*/ 252603 h 542925"/>
              <a:gd name="connsiteX18" fmla="*/ 171164 w 542925"/>
              <a:gd name="connsiteY18" fmla="*/ 171164 h 542925"/>
              <a:gd name="connsiteX19" fmla="*/ 252603 w 542925"/>
              <a:gd name="connsiteY19" fmla="*/ 252603 h 542925"/>
              <a:gd name="connsiteX20" fmla="*/ 45244 w 542925"/>
              <a:gd name="connsiteY20" fmla="*/ 273844 h 542925"/>
              <a:gd name="connsiteX21" fmla="*/ 132588 w 542925"/>
              <a:gd name="connsiteY21" fmla="*/ 170593 h 542925"/>
              <a:gd name="connsiteX22" fmla="*/ 202787 w 542925"/>
              <a:gd name="connsiteY22" fmla="*/ 273844 h 542925"/>
              <a:gd name="connsiteX23" fmla="*/ 132588 w 542925"/>
              <a:gd name="connsiteY23" fmla="*/ 377095 h 542925"/>
              <a:gd name="connsiteX24" fmla="*/ 45244 w 542925"/>
              <a:gd name="connsiteY24" fmla="*/ 273844 h 542925"/>
              <a:gd name="connsiteX25" fmla="*/ 252603 w 542925"/>
              <a:gd name="connsiteY25" fmla="*/ 295085 h 542925"/>
              <a:gd name="connsiteX26" fmla="*/ 171164 w 542925"/>
              <a:gd name="connsiteY26" fmla="*/ 376523 h 542925"/>
              <a:gd name="connsiteX27" fmla="*/ 252603 w 542925"/>
              <a:gd name="connsiteY27" fmla="*/ 295085 h 542925"/>
              <a:gd name="connsiteX28" fmla="*/ 273844 w 542925"/>
              <a:gd name="connsiteY28" fmla="*/ 502444 h 542925"/>
              <a:gd name="connsiteX29" fmla="*/ 170593 w 542925"/>
              <a:gd name="connsiteY29" fmla="*/ 415100 h 542925"/>
              <a:gd name="connsiteX30" fmla="*/ 273844 w 542925"/>
              <a:gd name="connsiteY30" fmla="*/ 344900 h 542925"/>
              <a:gd name="connsiteX31" fmla="*/ 377094 w 542925"/>
              <a:gd name="connsiteY31" fmla="*/ 415100 h 542925"/>
              <a:gd name="connsiteX32" fmla="*/ 273844 w 542925"/>
              <a:gd name="connsiteY32" fmla="*/ 502444 h 542925"/>
              <a:gd name="connsiteX33" fmla="*/ 295084 w 542925"/>
              <a:gd name="connsiteY33" fmla="*/ 295085 h 542925"/>
              <a:gd name="connsiteX34" fmla="*/ 376523 w 542925"/>
              <a:gd name="connsiteY34" fmla="*/ 376523 h 542925"/>
              <a:gd name="connsiteX35" fmla="*/ 295084 w 542925"/>
              <a:gd name="connsiteY35" fmla="*/ 295085 h 542925"/>
              <a:gd name="connsiteX36" fmla="*/ 415004 w 542925"/>
              <a:gd name="connsiteY36" fmla="*/ 377095 h 542925"/>
              <a:gd name="connsiteX37" fmla="*/ 344805 w 542925"/>
              <a:gd name="connsiteY37" fmla="*/ 273844 h 542925"/>
              <a:gd name="connsiteX38" fmla="*/ 415004 w 542925"/>
              <a:gd name="connsiteY38" fmla="*/ 170593 h 542925"/>
              <a:gd name="connsiteX39" fmla="*/ 502348 w 542925"/>
              <a:gd name="connsiteY39" fmla="*/ 273844 h 542925"/>
              <a:gd name="connsiteX40" fmla="*/ 415004 w 542925"/>
              <a:gd name="connsiteY40" fmla="*/ 377095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42925" h="542925">
                <a:moveTo>
                  <a:pt x="540544" y="273844"/>
                </a:moveTo>
                <a:cubicBezTo>
                  <a:pt x="540544" y="201073"/>
                  <a:pt x="485870" y="140970"/>
                  <a:pt x="415480" y="132207"/>
                </a:cubicBezTo>
                <a:cubicBezTo>
                  <a:pt x="406622" y="61817"/>
                  <a:pt x="346615" y="7144"/>
                  <a:pt x="273844" y="7144"/>
                </a:cubicBezTo>
                <a:cubicBezTo>
                  <a:pt x="201073" y="7144"/>
                  <a:pt x="140970" y="61817"/>
                  <a:pt x="132207" y="132207"/>
                </a:cubicBezTo>
                <a:cubicBezTo>
                  <a:pt x="61817" y="141065"/>
                  <a:pt x="7144" y="201073"/>
                  <a:pt x="7144" y="273844"/>
                </a:cubicBezTo>
                <a:cubicBezTo>
                  <a:pt x="7144" y="346615"/>
                  <a:pt x="61817" y="406718"/>
                  <a:pt x="132207" y="415481"/>
                </a:cubicBezTo>
                <a:cubicBezTo>
                  <a:pt x="141065" y="485870"/>
                  <a:pt x="201073" y="540544"/>
                  <a:pt x="273844" y="540544"/>
                </a:cubicBezTo>
                <a:cubicBezTo>
                  <a:pt x="346615" y="540544"/>
                  <a:pt x="406718" y="485870"/>
                  <a:pt x="415480" y="415481"/>
                </a:cubicBezTo>
                <a:cubicBezTo>
                  <a:pt x="485870" y="406718"/>
                  <a:pt x="540544" y="346615"/>
                  <a:pt x="540544" y="273844"/>
                </a:cubicBezTo>
                <a:close/>
                <a:moveTo>
                  <a:pt x="273844" y="45244"/>
                </a:moveTo>
                <a:cubicBezTo>
                  <a:pt x="325660" y="45244"/>
                  <a:pt x="368713" y="83153"/>
                  <a:pt x="377094" y="132588"/>
                </a:cubicBezTo>
                <a:cubicBezTo>
                  <a:pt x="332899" y="138970"/>
                  <a:pt x="295275" y="165640"/>
                  <a:pt x="273844" y="202787"/>
                </a:cubicBezTo>
                <a:cubicBezTo>
                  <a:pt x="252413" y="165544"/>
                  <a:pt x="214789" y="138970"/>
                  <a:pt x="170593" y="132588"/>
                </a:cubicBezTo>
                <a:cubicBezTo>
                  <a:pt x="178975" y="83153"/>
                  <a:pt x="222028" y="45244"/>
                  <a:pt x="273844" y="45244"/>
                </a:cubicBezTo>
                <a:close/>
                <a:moveTo>
                  <a:pt x="376428" y="171260"/>
                </a:moveTo>
                <a:cubicBezTo>
                  <a:pt x="368046" y="212027"/>
                  <a:pt x="335852" y="244221"/>
                  <a:pt x="294989" y="252698"/>
                </a:cubicBezTo>
                <a:cubicBezTo>
                  <a:pt x="303466" y="211836"/>
                  <a:pt x="335661" y="179642"/>
                  <a:pt x="376428" y="171260"/>
                </a:cubicBezTo>
                <a:close/>
                <a:moveTo>
                  <a:pt x="252603" y="252603"/>
                </a:moveTo>
                <a:cubicBezTo>
                  <a:pt x="211836" y="244221"/>
                  <a:pt x="179641" y="212027"/>
                  <a:pt x="171164" y="171164"/>
                </a:cubicBezTo>
                <a:cubicBezTo>
                  <a:pt x="212027" y="179642"/>
                  <a:pt x="244221" y="211836"/>
                  <a:pt x="252603" y="252603"/>
                </a:cubicBezTo>
                <a:close/>
                <a:moveTo>
                  <a:pt x="45244" y="273844"/>
                </a:moveTo>
                <a:cubicBezTo>
                  <a:pt x="45244" y="222028"/>
                  <a:pt x="83153" y="178975"/>
                  <a:pt x="132588" y="170593"/>
                </a:cubicBezTo>
                <a:cubicBezTo>
                  <a:pt x="138969" y="214789"/>
                  <a:pt x="165640" y="252413"/>
                  <a:pt x="202787" y="273844"/>
                </a:cubicBezTo>
                <a:cubicBezTo>
                  <a:pt x="165545" y="295275"/>
                  <a:pt x="138969" y="332899"/>
                  <a:pt x="132588" y="377095"/>
                </a:cubicBezTo>
                <a:cubicBezTo>
                  <a:pt x="83153" y="368713"/>
                  <a:pt x="45244" y="325660"/>
                  <a:pt x="45244" y="273844"/>
                </a:cubicBezTo>
                <a:close/>
                <a:moveTo>
                  <a:pt x="252603" y="295085"/>
                </a:moveTo>
                <a:cubicBezTo>
                  <a:pt x="244221" y="335851"/>
                  <a:pt x="212027" y="368046"/>
                  <a:pt x="171164" y="376523"/>
                </a:cubicBezTo>
                <a:cubicBezTo>
                  <a:pt x="179641" y="335661"/>
                  <a:pt x="211836" y="303467"/>
                  <a:pt x="252603" y="295085"/>
                </a:cubicBezTo>
                <a:close/>
                <a:moveTo>
                  <a:pt x="273844" y="502444"/>
                </a:moveTo>
                <a:cubicBezTo>
                  <a:pt x="222028" y="502444"/>
                  <a:pt x="178975" y="464534"/>
                  <a:pt x="170593" y="415100"/>
                </a:cubicBezTo>
                <a:cubicBezTo>
                  <a:pt x="214789" y="408718"/>
                  <a:pt x="252413" y="382048"/>
                  <a:pt x="273844" y="344900"/>
                </a:cubicBezTo>
                <a:cubicBezTo>
                  <a:pt x="295275" y="382143"/>
                  <a:pt x="332899" y="408718"/>
                  <a:pt x="377094" y="415100"/>
                </a:cubicBezTo>
                <a:cubicBezTo>
                  <a:pt x="368713" y="464534"/>
                  <a:pt x="325660" y="502444"/>
                  <a:pt x="273844" y="502444"/>
                </a:cubicBezTo>
                <a:close/>
                <a:moveTo>
                  <a:pt x="295084" y="295085"/>
                </a:moveTo>
                <a:cubicBezTo>
                  <a:pt x="335852" y="303467"/>
                  <a:pt x="368046" y="335661"/>
                  <a:pt x="376523" y="376523"/>
                </a:cubicBezTo>
                <a:cubicBezTo>
                  <a:pt x="335661" y="368046"/>
                  <a:pt x="303466" y="335851"/>
                  <a:pt x="295084" y="295085"/>
                </a:cubicBezTo>
                <a:close/>
                <a:moveTo>
                  <a:pt x="415004" y="377095"/>
                </a:moveTo>
                <a:cubicBezTo>
                  <a:pt x="408622" y="332899"/>
                  <a:pt x="381952" y="295275"/>
                  <a:pt x="344805" y="273844"/>
                </a:cubicBezTo>
                <a:cubicBezTo>
                  <a:pt x="382048" y="252413"/>
                  <a:pt x="408622" y="214789"/>
                  <a:pt x="415004" y="170593"/>
                </a:cubicBezTo>
                <a:cubicBezTo>
                  <a:pt x="464534" y="178880"/>
                  <a:pt x="502348" y="221933"/>
                  <a:pt x="502348" y="273844"/>
                </a:cubicBezTo>
                <a:cubicBezTo>
                  <a:pt x="502348" y="325755"/>
                  <a:pt x="464534" y="368713"/>
                  <a:pt x="415004" y="377095"/>
                </a:cubicBezTo>
                <a:close/>
              </a:path>
            </a:pathLst>
          </a:custGeom>
          <a:solidFill>
            <a:srgbClr val="002856"/>
          </a:solidFill>
          <a:ln w="9525" cap="flat">
            <a:noFill/>
            <a:prstDash val="solid"/>
            <a:miter/>
          </a:ln>
        </p:spPr>
        <p:txBody>
          <a:bodyPr rtlCol="0" anchor="ctr"/>
          <a:lstStyle/>
          <a:p>
            <a:endParaRPr lang="en-US"/>
          </a:p>
        </p:txBody>
      </p:sp>
      <p:pic>
        <p:nvPicPr>
          <p:cNvPr id="2" name="Picture 1">
            <a:extLst>
              <a:ext uri="{FF2B5EF4-FFF2-40B4-BE49-F238E27FC236}">
                <a16:creationId xmlns:a16="http://schemas.microsoft.com/office/drawing/2014/main" id="{408755D3-00E7-4B8F-6028-577C4B453B90}"/>
              </a:ext>
            </a:extLst>
          </p:cNvPr>
          <p:cNvPicPr>
            <a:picLocks noChangeAspect="1"/>
          </p:cNvPicPr>
          <p:nvPr/>
        </p:nvPicPr>
        <p:blipFill>
          <a:blip r:embed="rId10"/>
          <a:stretch>
            <a:fillRect/>
          </a:stretch>
        </p:blipFill>
        <p:spPr>
          <a:xfrm>
            <a:off x="9394885" y="87303"/>
            <a:ext cx="2797115" cy="1151754"/>
          </a:xfrm>
          <a:prstGeom prst="rect">
            <a:avLst/>
          </a:prstGeom>
        </p:spPr>
      </p:pic>
    </p:spTree>
    <p:extLst>
      <p:ext uri="{BB962C8B-B14F-4D97-AF65-F5344CB8AC3E}">
        <p14:creationId xmlns:p14="http://schemas.microsoft.com/office/powerpoint/2010/main" val="2426560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6DEE3436-CBE0-4EE9-2501-8DE197DF51B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5D6969D-943C-2B87-26D0-F2F6E5F03EE9}"/>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AF61143F-FD4A-80E0-26EB-C77CA6E970F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AF61143F-FD4A-80E0-26EB-C77CA6E970F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D64889F-0FE0-CA30-A2CA-B0A861FD94E7}"/>
              </a:ext>
            </a:extLst>
          </p:cNvPr>
          <p:cNvSpPr>
            <a:spLocks noGrp="1"/>
          </p:cNvSpPr>
          <p:nvPr>
            <p:ph type="title"/>
          </p:nvPr>
        </p:nvSpPr>
        <p:spPr>
          <a:xfrm>
            <a:off x="456787" y="353463"/>
            <a:ext cx="6519672" cy="588637"/>
          </a:xfrm>
        </p:spPr>
        <p:txBody>
          <a:bodyPr/>
          <a:lstStyle/>
          <a:p>
            <a:r>
              <a:rPr lang="en-US" dirty="0">
                <a:solidFill>
                  <a:schemeClr val="bg1"/>
                </a:solidFill>
              </a:rPr>
              <a:t>Agentic AI Platform</a:t>
            </a:r>
          </a:p>
        </p:txBody>
      </p:sp>
      <p:sp>
        <p:nvSpPr>
          <p:cNvPr id="7" name="TextBox 6">
            <a:extLst>
              <a:ext uri="{FF2B5EF4-FFF2-40B4-BE49-F238E27FC236}">
                <a16:creationId xmlns:a16="http://schemas.microsoft.com/office/drawing/2014/main" id="{CB34C60D-91CB-B86F-0D64-9212932E831F}"/>
              </a:ext>
            </a:extLst>
          </p:cNvPr>
          <p:cNvSpPr txBox="1"/>
          <p:nvPr/>
        </p:nvSpPr>
        <p:spPr>
          <a:xfrm>
            <a:off x="7107172" y="219456"/>
            <a:ext cx="2983746" cy="738664"/>
          </a:xfrm>
          <a:prstGeom prst="rect">
            <a:avLst/>
          </a:prstGeom>
          <a:noFill/>
        </p:spPr>
        <p:txBody>
          <a:bodyPr wrap="square" lIns="91440" tIns="0" rIns="91440" bIns="0" rtlCol="0" anchor="ctr" anchorCtr="0">
            <a:spAutoFit/>
          </a:bodyPr>
          <a:lstStyle/>
          <a:p>
            <a:pPr>
              <a:defRPr/>
            </a:pPr>
            <a:r>
              <a:rPr lang="en-US" sz="1600" b="1" kern="0" dirty="0">
                <a:solidFill>
                  <a:schemeClr val="accent5"/>
                </a:solidFill>
                <a:ea typeface="+mn-lt"/>
                <a:cs typeface="+mn-lt"/>
                <a:sym typeface="Arial"/>
              </a:rPr>
              <a:t>University of Michigan and Northwestern University</a:t>
            </a:r>
            <a:endParaRPr lang="en-US" dirty="0">
              <a:solidFill>
                <a:schemeClr val="accent5"/>
              </a:solidFill>
              <a:cs typeface="Arial" panose="020B0604020202020204"/>
            </a:endParaRPr>
          </a:p>
          <a:p>
            <a:pPr>
              <a:buClr>
                <a:srgbClr val="000000"/>
              </a:buClr>
              <a:defRPr/>
            </a:pPr>
            <a:r>
              <a:rPr lang="en-US" sz="1600" b="1" kern="0" dirty="0">
                <a:solidFill>
                  <a:srgbClr val="FF540A"/>
                </a:solidFill>
                <a:latin typeface="Arial" panose="020B0604020202020204"/>
                <a:cs typeface="Arial"/>
                <a:sym typeface="Arial"/>
              </a:rPr>
              <a:t>Ann Arbor/Evanston, USA</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A50DC1FA-AAB3-B141-F1AC-C38F67DA9369}"/>
              </a:ext>
            </a:extLst>
          </p:cNvPr>
          <p:cNvGrpSpPr/>
          <p:nvPr/>
        </p:nvGrpSpPr>
        <p:grpSpPr>
          <a:xfrm>
            <a:off x="456787" y="1136923"/>
            <a:ext cx="6013682" cy="1308050"/>
            <a:chOff x="457200" y="1155901"/>
            <a:chExt cx="6013682" cy="1308050"/>
          </a:xfrm>
        </p:grpSpPr>
        <p:sp>
          <p:nvSpPr>
            <p:cNvPr id="40" name="TextBox 39">
              <a:extLst>
                <a:ext uri="{FF2B5EF4-FFF2-40B4-BE49-F238E27FC236}">
                  <a16:creationId xmlns:a16="http://schemas.microsoft.com/office/drawing/2014/main" id="{643BEDDC-3267-3BE8-550C-9A0BF4AD5B48}"/>
                </a:ext>
              </a:extLst>
            </p:cNvPr>
            <p:cNvSpPr txBox="1"/>
            <p:nvPr/>
          </p:nvSpPr>
          <p:spPr>
            <a:xfrm>
              <a:off x="457200" y="1155901"/>
              <a:ext cx="601368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Existing evidence indicates that generative AI tools often reduce student engagement and critical thinking. Internal tests revealed that integrating AI into established teaching practices — making it an active part of learning rather than a passive assistant — could foster creativity, deeper engagement, and original thought, prompting a shift in AI design philosophy.</a:t>
              </a:r>
              <a:endParaRPr lang="en-US" dirty="0">
                <a:solidFill>
                  <a:prstClr val="white"/>
                </a:solidFill>
                <a:ea typeface="+mn-ea"/>
                <a:cs typeface="+mn-cs"/>
              </a:endParaRPr>
            </a:p>
          </p:txBody>
        </p:sp>
        <p:cxnSp>
          <p:nvCxnSpPr>
            <p:cNvPr id="42" name="Straight Connector 41">
              <a:extLst>
                <a:ext uri="{FF2B5EF4-FFF2-40B4-BE49-F238E27FC236}">
                  <a16:creationId xmlns:a16="http://schemas.microsoft.com/office/drawing/2014/main" id="{CA30511C-C4F0-85DD-A859-8567381C9B94}"/>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A8D8FF11-EC82-8E84-1CD8-970D840EB9FC}"/>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Artificial Intelligence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Agentic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Data and Analytics</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1F3E81D1-F31D-E538-76EB-3B7163588282}"/>
              </a:ext>
            </a:extLst>
          </p:cNvPr>
          <p:cNvGrpSpPr/>
          <p:nvPr/>
        </p:nvGrpSpPr>
        <p:grpSpPr>
          <a:xfrm>
            <a:off x="456787" y="2637129"/>
            <a:ext cx="6121262" cy="1123384"/>
            <a:chOff x="457200" y="1155901"/>
            <a:chExt cx="6121262" cy="1123384"/>
          </a:xfrm>
        </p:grpSpPr>
        <p:sp>
          <p:nvSpPr>
            <p:cNvPr id="45" name="TextBox 44">
              <a:extLst>
                <a:ext uri="{FF2B5EF4-FFF2-40B4-BE49-F238E27FC236}">
                  <a16:creationId xmlns:a16="http://schemas.microsoft.com/office/drawing/2014/main" id="{B255687C-426A-4782-5F1F-3539C7E226F2}"/>
                </a:ext>
              </a:extLst>
            </p:cNvPr>
            <p:cNvSpPr txBox="1"/>
            <p:nvPr/>
          </p:nvSpPr>
          <p:spPr>
            <a:xfrm>
              <a:off x="457200" y="1155901"/>
              <a:ext cx="612126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In partnership with Google, the schools created Faculty Twin — an agentic AI platform built on Gemini. Faculty Twin enables instructors to deploy multimodal teaching agents, receive real-time feedback, and pilot creative student use cases. A global university consortium is rolling out the platform in four stages over one academic year.</a:t>
              </a:r>
              <a:endParaRPr lang="en-US" dirty="0">
                <a:solidFill>
                  <a:prstClr val="white"/>
                </a:solidFill>
                <a:ea typeface="+mn-ea"/>
                <a:cs typeface="+mn-cs"/>
              </a:endParaRPr>
            </a:p>
          </p:txBody>
        </p:sp>
        <p:cxnSp>
          <p:nvCxnSpPr>
            <p:cNvPr id="46" name="Straight Connector 45">
              <a:extLst>
                <a:ext uri="{FF2B5EF4-FFF2-40B4-BE49-F238E27FC236}">
                  <a16:creationId xmlns:a16="http://schemas.microsoft.com/office/drawing/2014/main" id="{C289EB79-7B85-0CBD-8B48-3F1031FAC4A0}"/>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1EB14ACD-EB4F-9262-992F-2DE0796D0127}"/>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1C4F6F22-443B-4CC3-293B-FFAD7FEB5A37}"/>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87B8925F-4F90-C567-3964-AD33A7EE5873}"/>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96BEF019-A1C7-27B0-6D3D-86A564D15557}"/>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842777F9-5011-628F-D26C-265C1DD40111}"/>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Cloud</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Large Language Models (LLM)</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Digital Twin/Modeling and Simulation</a:t>
            </a:r>
            <a:endParaRPr lang="en-US" dirty="0">
              <a:solidFill>
                <a:prstClr val="white"/>
              </a:solidFill>
              <a:cs typeface="Arial"/>
            </a:endParaRPr>
          </a:p>
        </p:txBody>
      </p:sp>
      <p:sp>
        <p:nvSpPr>
          <p:cNvPr id="5" name="TextBox 4">
            <a:extLst>
              <a:ext uri="{FF2B5EF4-FFF2-40B4-BE49-F238E27FC236}">
                <a16:creationId xmlns:a16="http://schemas.microsoft.com/office/drawing/2014/main" id="{9356F21E-A707-7AA3-4EF0-4B742EEB6114}"/>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5</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C5ECB1E6-5B6F-71B1-EE7D-B4EDD336BF43}"/>
              </a:ext>
            </a:extLst>
          </p:cNvPr>
          <p:cNvGrpSpPr/>
          <p:nvPr/>
        </p:nvGrpSpPr>
        <p:grpSpPr>
          <a:xfrm>
            <a:off x="7181063" y="1138435"/>
            <a:ext cx="4631595" cy="2708434"/>
            <a:chOff x="457200" y="4291325"/>
            <a:chExt cx="4631595" cy="2708434"/>
          </a:xfrm>
        </p:grpSpPr>
        <p:sp>
          <p:nvSpPr>
            <p:cNvPr id="17" name="TextBox 16">
              <a:extLst>
                <a:ext uri="{FF2B5EF4-FFF2-40B4-BE49-F238E27FC236}">
                  <a16:creationId xmlns:a16="http://schemas.microsoft.com/office/drawing/2014/main" id="{03D7C820-1B5A-8852-646A-AC91C8A05786}"/>
                </a:ext>
              </a:extLst>
            </p:cNvPr>
            <p:cNvSpPr txBox="1"/>
            <p:nvPr/>
          </p:nvSpPr>
          <p:spPr>
            <a:xfrm>
              <a:off x="457201" y="4291325"/>
              <a:ext cx="3949852" cy="270843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Learning Improvement</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AI agents improved assessment and exam scores by 5%+ in early pilots; benefits were strongest among women in STEM and first-time instructors.</a:t>
              </a:r>
              <a:endParaRPr lang="en-US" sz="1200" b="1" dirty="0">
                <a:solidFill>
                  <a:prstClr val="black"/>
                </a:solidFill>
                <a:ea typeface="+mn-lt"/>
                <a:cs typeface="+mn-lt"/>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Engagement Boost</a:t>
              </a:r>
              <a:r>
                <a:rPr kumimoji="0" lang="en-US" sz="1200" b="1"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20%+ increase in student engagement (time spent on course activities).</a:t>
              </a:r>
              <a:endParaRPr lang="en-US" sz="1200" b="1" i="0" u="none" strike="noStrike" kern="1200" cap="none" spc="0" normalizeH="0" baseline="0" noProof="0" dirty="0">
                <a:ln>
                  <a:noFill/>
                </a:ln>
                <a:solidFill>
                  <a:prstClr val="black"/>
                </a:solidFill>
                <a:effectLst/>
                <a:uLnTx/>
                <a:uFillTx/>
                <a:latin typeface="Arial" panose="020B0604020202020204"/>
                <a:cs typeface="Arial" panose="020B0604020202020204"/>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Satisfaction and Equity:</a:t>
              </a:r>
              <a:r>
                <a:rPr lang="en-US" sz="1200" dirty="0">
                  <a:solidFill>
                    <a:prstClr val="black"/>
                  </a:solidFill>
                  <a:ea typeface="+mn-lt"/>
                  <a:cs typeface="+mn-lt"/>
                </a:rPr>
                <a:t> 20% increase in student satisfaction</a:t>
              </a:r>
              <a:endParaRPr lang="en-US" sz="1200" b="0" i="0" u="none" strike="noStrike" kern="1200" cap="none" spc="0" normalizeH="0" baseline="0" noProof="0" dirty="0">
                <a:ln>
                  <a:noFill/>
                </a:ln>
                <a:solidFill>
                  <a:prstClr val="black"/>
                </a:solidFill>
                <a:effectLst/>
                <a:uLnTx/>
                <a:uFillTx/>
                <a:latin typeface="Arial" panose="020B0604020202020204"/>
                <a:cs typeface="Arial"/>
              </a:endParaRPr>
            </a:p>
          </p:txBody>
        </p:sp>
        <p:cxnSp>
          <p:nvCxnSpPr>
            <p:cNvPr id="18" name="Straight Connector 17">
              <a:extLst>
                <a:ext uri="{FF2B5EF4-FFF2-40B4-BE49-F238E27FC236}">
                  <a16:creationId xmlns:a16="http://schemas.microsoft.com/office/drawing/2014/main" id="{13513EB5-25F8-6E60-7FDB-D6B258FFC58E}"/>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27F55557-CDE6-369F-8ACD-36E0396050D6}"/>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FFA71CD-A2F2-0EDE-5343-5641DEC1FFF5}"/>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solidFill>
                  <a:srgbClr val="000000"/>
                </a:solidFill>
                <a:latin typeface="Arial"/>
                <a:cs typeface="Arial"/>
                <a:sym typeface="Arial"/>
              </a:rPr>
              <a:t>"</a:t>
            </a:r>
            <a:r>
              <a:rPr lang="en-US" sz="1200" i="1" kern="0" dirty="0">
                <a:solidFill>
                  <a:srgbClr val="000000"/>
                </a:solidFill>
                <a:ea typeface="+mn-lt"/>
                <a:cs typeface="+mn-lt"/>
                <a:sym typeface="Arial"/>
              </a:rPr>
              <a:t>Our consortium is the largest effort to date in examining the effect of AI in higher education and uncovering best practices"</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kumimoji="0" lang="en-US" sz="12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the University of Michigan</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F5A4FC3D-EDF9-0BC0-D753-10AF59BD7E77}"/>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00D64498-EBC4-5714-47B2-4A554357D53C}"/>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37A4912F-7222-AF87-D467-CB1067BB0953}"/>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BD191B60-A06F-8017-7086-F4D2624E27E3}"/>
              </a:ext>
            </a:extLst>
          </p:cNvPr>
          <p:cNvSpPr txBox="1"/>
          <p:nvPr/>
        </p:nvSpPr>
        <p:spPr>
          <a:xfrm>
            <a:off x="456787" y="6005685"/>
            <a:ext cx="6121262" cy="33855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University of Michigan, Ann Arbor, USA; Northwestern University, Evanston, USA</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 name="Freeform 395">
            <a:extLst>
              <a:ext uri="{FF2B5EF4-FFF2-40B4-BE49-F238E27FC236}">
                <a16:creationId xmlns:a16="http://schemas.microsoft.com/office/drawing/2014/main" id="{34C27263-7AB6-FF5D-53C6-2424E36A45A5}"/>
              </a:ext>
            </a:extLst>
          </p:cNvPr>
          <p:cNvSpPr>
            <a:spLocks noChangeAspect="1"/>
          </p:cNvSpPr>
          <p:nvPr/>
        </p:nvSpPr>
        <p:spPr bwMode="black">
          <a:xfrm>
            <a:off x="11404191" y="1713506"/>
            <a:ext cx="367921" cy="311208"/>
          </a:xfrm>
          <a:custGeom>
            <a:avLst/>
            <a:gdLst>
              <a:gd name="T0" fmla="*/ 328 w 331"/>
              <a:gd name="T1" fmla="*/ 277 h 277"/>
              <a:gd name="T2" fmla="*/ 0 w 331"/>
              <a:gd name="T3" fmla="*/ 277 h 277"/>
              <a:gd name="T4" fmla="*/ 0 w 331"/>
              <a:gd name="T5" fmla="*/ 0 h 277"/>
              <a:gd name="T6" fmla="*/ 25 w 331"/>
              <a:gd name="T7" fmla="*/ 0 h 277"/>
              <a:gd name="T8" fmla="*/ 25 w 331"/>
              <a:gd name="T9" fmla="*/ 252 h 277"/>
              <a:gd name="T10" fmla="*/ 328 w 331"/>
              <a:gd name="T11" fmla="*/ 252 h 277"/>
              <a:gd name="T12" fmla="*/ 328 w 331"/>
              <a:gd name="T13" fmla="*/ 277 h 277"/>
              <a:gd name="T14" fmla="*/ 202 w 331"/>
              <a:gd name="T15" fmla="*/ 145 h 277"/>
              <a:gd name="T16" fmla="*/ 158 w 331"/>
              <a:gd name="T17" fmla="*/ 100 h 277"/>
              <a:gd name="T18" fmla="*/ 51 w 331"/>
              <a:gd name="T19" fmla="*/ 208 h 277"/>
              <a:gd name="T20" fmla="*/ 70 w 331"/>
              <a:gd name="T21" fmla="*/ 226 h 277"/>
              <a:gd name="T22" fmla="*/ 158 w 331"/>
              <a:gd name="T23" fmla="*/ 137 h 277"/>
              <a:gd name="T24" fmla="*/ 202 w 331"/>
              <a:gd name="T25" fmla="*/ 181 h 277"/>
              <a:gd name="T26" fmla="*/ 331 w 331"/>
              <a:gd name="T27" fmla="*/ 53 h 277"/>
              <a:gd name="T28" fmla="*/ 312 w 331"/>
              <a:gd name="T29" fmla="*/ 34 h 277"/>
              <a:gd name="T30" fmla="*/ 202 w 331"/>
              <a:gd name="T31" fmla="*/ 145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1" h="277">
                <a:moveTo>
                  <a:pt x="328" y="277"/>
                </a:moveTo>
                <a:lnTo>
                  <a:pt x="0" y="277"/>
                </a:lnTo>
                <a:lnTo>
                  <a:pt x="0" y="0"/>
                </a:lnTo>
                <a:lnTo>
                  <a:pt x="25" y="0"/>
                </a:lnTo>
                <a:lnTo>
                  <a:pt x="25" y="252"/>
                </a:lnTo>
                <a:lnTo>
                  <a:pt x="328" y="252"/>
                </a:lnTo>
                <a:lnTo>
                  <a:pt x="328" y="277"/>
                </a:lnTo>
                <a:close/>
                <a:moveTo>
                  <a:pt x="202" y="145"/>
                </a:moveTo>
                <a:lnTo>
                  <a:pt x="158" y="100"/>
                </a:lnTo>
                <a:lnTo>
                  <a:pt x="51" y="208"/>
                </a:lnTo>
                <a:lnTo>
                  <a:pt x="70" y="226"/>
                </a:lnTo>
                <a:lnTo>
                  <a:pt x="158" y="137"/>
                </a:lnTo>
                <a:lnTo>
                  <a:pt x="202" y="181"/>
                </a:lnTo>
                <a:lnTo>
                  <a:pt x="331" y="53"/>
                </a:lnTo>
                <a:lnTo>
                  <a:pt x="312" y="34"/>
                </a:lnTo>
                <a:lnTo>
                  <a:pt x="202" y="14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Freeform 525">
            <a:extLst>
              <a:ext uri="{FF2B5EF4-FFF2-40B4-BE49-F238E27FC236}">
                <a16:creationId xmlns:a16="http://schemas.microsoft.com/office/drawing/2014/main" id="{B219DBBA-55E0-E4D8-A47A-740A05A1A587}"/>
              </a:ext>
            </a:extLst>
          </p:cNvPr>
          <p:cNvSpPr>
            <a:spLocks noEditPoints="1"/>
          </p:cNvSpPr>
          <p:nvPr/>
        </p:nvSpPr>
        <p:spPr bwMode="black">
          <a:xfrm>
            <a:off x="4093635" y="4028280"/>
            <a:ext cx="465137" cy="469900"/>
          </a:xfrm>
          <a:custGeom>
            <a:avLst/>
            <a:gdLst>
              <a:gd name="T0" fmla="*/ 176 w 186"/>
              <a:gd name="T1" fmla="*/ 60 h 188"/>
              <a:gd name="T2" fmla="*/ 128 w 186"/>
              <a:gd name="T3" fmla="*/ 60 h 188"/>
              <a:gd name="T4" fmla="*/ 133 w 186"/>
              <a:gd name="T5" fmla="*/ 44 h 188"/>
              <a:gd name="T6" fmla="*/ 111 w 186"/>
              <a:gd name="T7" fmla="*/ 4 h 188"/>
              <a:gd name="T8" fmla="*/ 96 w 186"/>
              <a:gd name="T9" fmla="*/ 0 h 188"/>
              <a:gd name="T10" fmla="*/ 60 w 186"/>
              <a:gd name="T11" fmla="*/ 76 h 188"/>
              <a:gd name="T12" fmla="*/ 40 w 186"/>
              <a:gd name="T13" fmla="*/ 76 h 188"/>
              <a:gd name="T14" fmla="*/ 40 w 186"/>
              <a:gd name="T15" fmla="*/ 59 h 188"/>
              <a:gd name="T16" fmla="*/ 0 w 186"/>
              <a:gd name="T17" fmla="*/ 59 h 188"/>
              <a:gd name="T18" fmla="*/ 0 w 186"/>
              <a:gd name="T19" fmla="*/ 75 h 188"/>
              <a:gd name="T20" fmla="*/ 24 w 186"/>
              <a:gd name="T21" fmla="*/ 75 h 188"/>
              <a:gd name="T22" fmla="*/ 24 w 186"/>
              <a:gd name="T23" fmla="*/ 76 h 188"/>
              <a:gd name="T24" fmla="*/ 24 w 186"/>
              <a:gd name="T25" fmla="*/ 172 h 188"/>
              <a:gd name="T26" fmla="*/ 0 w 186"/>
              <a:gd name="T27" fmla="*/ 172 h 188"/>
              <a:gd name="T28" fmla="*/ 0 w 186"/>
              <a:gd name="T29" fmla="*/ 188 h 188"/>
              <a:gd name="T30" fmla="*/ 40 w 186"/>
              <a:gd name="T31" fmla="*/ 188 h 188"/>
              <a:gd name="T32" fmla="*/ 40 w 186"/>
              <a:gd name="T33" fmla="*/ 172 h 188"/>
              <a:gd name="T34" fmla="*/ 156 w 186"/>
              <a:gd name="T35" fmla="*/ 172 h 188"/>
              <a:gd name="T36" fmla="*/ 157 w 186"/>
              <a:gd name="T37" fmla="*/ 171 h 188"/>
              <a:gd name="T38" fmla="*/ 176 w 186"/>
              <a:gd name="T39" fmla="*/ 60 h 188"/>
              <a:gd name="T40" fmla="*/ 147 w 186"/>
              <a:gd name="T41" fmla="*/ 156 h 188"/>
              <a:gd name="T42" fmla="*/ 40 w 186"/>
              <a:gd name="T43" fmla="*/ 156 h 188"/>
              <a:gd name="T44" fmla="*/ 40 w 186"/>
              <a:gd name="T45" fmla="*/ 92 h 188"/>
              <a:gd name="T46" fmla="*/ 60 w 186"/>
              <a:gd name="T47" fmla="*/ 92 h 188"/>
              <a:gd name="T48" fmla="*/ 70 w 186"/>
              <a:gd name="T49" fmla="*/ 92 h 188"/>
              <a:gd name="T50" fmla="*/ 74 w 186"/>
              <a:gd name="T51" fmla="*/ 83 h 188"/>
              <a:gd name="T52" fmla="*/ 105 w 186"/>
              <a:gd name="T53" fmla="*/ 19 h 188"/>
              <a:gd name="T54" fmla="*/ 107 w 186"/>
              <a:gd name="T55" fmla="*/ 19 h 188"/>
              <a:gd name="T56" fmla="*/ 117 w 186"/>
              <a:gd name="T57" fmla="*/ 27 h 188"/>
              <a:gd name="T58" fmla="*/ 118 w 186"/>
              <a:gd name="T59" fmla="*/ 39 h 188"/>
              <a:gd name="T60" fmla="*/ 113 w 186"/>
              <a:gd name="T61" fmla="*/ 55 h 188"/>
              <a:gd name="T62" fmla="*/ 106 w 186"/>
              <a:gd name="T63" fmla="*/ 76 h 188"/>
              <a:gd name="T64" fmla="*/ 128 w 186"/>
              <a:gd name="T65" fmla="*/ 76 h 188"/>
              <a:gd name="T66" fmla="*/ 163 w 186"/>
              <a:gd name="T67" fmla="*/ 76 h 188"/>
              <a:gd name="T68" fmla="*/ 147 w 186"/>
              <a:gd name="T69" fmla="*/ 15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8">
                <a:moveTo>
                  <a:pt x="176" y="60"/>
                </a:moveTo>
                <a:cubicBezTo>
                  <a:pt x="128" y="60"/>
                  <a:pt x="128" y="60"/>
                  <a:pt x="128" y="60"/>
                </a:cubicBezTo>
                <a:cubicBezTo>
                  <a:pt x="133" y="44"/>
                  <a:pt x="133" y="44"/>
                  <a:pt x="133" y="44"/>
                </a:cubicBezTo>
                <a:cubicBezTo>
                  <a:pt x="139" y="27"/>
                  <a:pt x="129" y="8"/>
                  <a:pt x="111" y="4"/>
                </a:cubicBezTo>
                <a:cubicBezTo>
                  <a:pt x="96" y="0"/>
                  <a:pt x="96" y="0"/>
                  <a:pt x="96" y="0"/>
                </a:cubicBezTo>
                <a:cubicBezTo>
                  <a:pt x="60" y="76"/>
                  <a:pt x="60" y="76"/>
                  <a:pt x="60" y="76"/>
                </a:cubicBezTo>
                <a:cubicBezTo>
                  <a:pt x="40" y="76"/>
                  <a:pt x="40" y="76"/>
                  <a:pt x="40" y="76"/>
                </a:cubicBezTo>
                <a:cubicBezTo>
                  <a:pt x="40" y="59"/>
                  <a:pt x="40" y="59"/>
                  <a:pt x="40" y="59"/>
                </a:cubicBezTo>
                <a:cubicBezTo>
                  <a:pt x="0" y="59"/>
                  <a:pt x="0" y="59"/>
                  <a:pt x="0" y="59"/>
                </a:cubicBezTo>
                <a:cubicBezTo>
                  <a:pt x="0" y="75"/>
                  <a:pt x="0" y="75"/>
                  <a:pt x="0" y="75"/>
                </a:cubicBezTo>
                <a:cubicBezTo>
                  <a:pt x="24" y="75"/>
                  <a:pt x="24" y="75"/>
                  <a:pt x="24" y="75"/>
                </a:cubicBezTo>
                <a:cubicBezTo>
                  <a:pt x="24" y="76"/>
                  <a:pt x="24" y="76"/>
                  <a:pt x="24" y="76"/>
                </a:cubicBezTo>
                <a:cubicBezTo>
                  <a:pt x="24" y="172"/>
                  <a:pt x="24" y="172"/>
                  <a:pt x="24" y="172"/>
                </a:cubicBezTo>
                <a:cubicBezTo>
                  <a:pt x="0" y="172"/>
                  <a:pt x="0" y="172"/>
                  <a:pt x="0" y="172"/>
                </a:cubicBezTo>
                <a:cubicBezTo>
                  <a:pt x="0" y="188"/>
                  <a:pt x="0" y="188"/>
                  <a:pt x="0" y="188"/>
                </a:cubicBezTo>
                <a:cubicBezTo>
                  <a:pt x="40" y="188"/>
                  <a:pt x="40" y="188"/>
                  <a:pt x="40" y="188"/>
                </a:cubicBezTo>
                <a:cubicBezTo>
                  <a:pt x="40" y="172"/>
                  <a:pt x="40" y="172"/>
                  <a:pt x="40" y="172"/>
                </a:cubicBezTo>
                <a:cubicBezTo>
                  <a:pt x="156" y="172"/>
                  <a:pt x="156" y="172"/>
                  <a:pt x="156" y="172"/>
                </a:cubicBezTo>
                <a:cubicBezTo>
                  <a:pt x="157" y="171"/>
                  <a:pt x="157" y="171"/>
                  <a:pt x="157" y="171"/>
                </a:cubicBezTo>
                <a:cubicBezTo>
                  <a:pt x="179" y="139"/>
                  <a:pt x="186" y="98"/>
                  <a:pt x="176" y="60"/>
                </a:cubicBezTo>
                <a:moveTo>
                  <a:pt x="147" y="156"/>
                </a:moveTo>
                <a:cubicBezTo>
                  <a:pt x="40" y="156"/>
                  <a:pt x="40" y="156"/>
                  <a:pt x="40" y="156"/>
                </a:cubicBezTo>
                <a:cubicBezTo>
                  <a:pt x="40" y="92"/>
                  <a:pt x="40" y="92"/>
                  <a:pt x="40" y="92"/>
                </a:cubicBezTo>
                <a:cubicBezTo>
                  <a:pt x="60" y="92"/>
                  <a:pt x="60" y="92"/>
                  <a:pt x="60" y="92"/>
                </a:cubicBezTo>
                <a:cubicBezTo>
                  <a:pt x="70" y="92"/>
                  <a:pt x="70" y="92"/>
                  <a:pt x="70" y="92"/>
                </a:cubicBezTo>
                <a:cubicBezTo>
                  <a:pt x="74" y="83"/>
                  <a:pt x="74" y="83"/>
                  <a:pt x="74" y="83"/>
                </a:cubicBezTo>
                <a:cubicBezTo>
                  <a:pt x="105" y="19"/>
                  <a:pt x="105" y="19"/>
                  <a:pt x="105" y="19"/>
                </a:cubicBezTo>
                <a:cubicBezTo>
                  <a:pt x="107" y="19"/>
                  <a:pt x="107" y="19"/>
                  <a:pt x="107" y="19"/>
                </a:cubicBezTo>
                <a:cubicBezTo>
                  <a:pt x="111" y="20"/>
                  <a:pt x="115" y="23"/>
                  <a:pt x="117" y="27"/>
                </a:cubicBezTo>
                <a:cubicBezTo>
                  <a:pt x="119" y="31"/>
                  <a:pt x="119" y="35"/>
                  <a:pt x="118" y="39"/>
                </a:cubicBezTo>
                <a:cubicBezTo>
                  <a:pt x="113" y="55"/>
                  <a:pt x="113" y="55"/>
                  <a:pt x="113" y="55"/>
                </a:cubicBezTo>
                <a:cubicBezTo>
                  <a:pt x="106" y="76"/>
                  <a:pt x="106" y="76"/>
                  <a:pt x="106" y="76"/>
                </a:cubicBezTo>
                <a:cubicBezTo>
                  <a:pt x="128" y="76"/>
                  <a:pt x="128" y="76"/>
                  <a:pt x="128" y="76"/>
                </a:cubicBezTo>
                <a:cubicBezTo>
                  <a:pt x="163" y="76"/>
                  <a:pt x="163" y="76"/>
                  <a:pt x="163" y="76"/>
                </a:cubicBezTo>
                <a:cubicBezTo>
                  <a:pt x="167" y="104"/>
                  <a:pt x="162" y="132"/>
                  <a:pt x="147" y="156"/>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Freeform 525">
            <a:extLst>
              <a:ext uri="{FF2B5EF4-FFF2-40B4-BE49-F238E27FC236}">
                <a16:creationId xmlns:a16="http://schemas.microsoft.com/office/drawing/2014/main" id="{2CC29968-E5C1-DD85-60CE-A679898DDC7C}"/>
              </a:ext>
            </a:extLst>
          </p:cNvPr>
          <p:cNvSpPr>
            <a:spLocks noChangeAspect="1"/>
          </p:cNvSpPr>
          <p:nvPr/>
        </p:nvSpPr>
        <p:spPr bwMode="black">
          <a:xfrm>
            <a:off x="11401490" y="3064304"/>
            <a:ext cx="362681" cy="368913"/>
          </a:xfrm>
          <a:custGeom>
            <a:avLst/>
            <a:gdLst>
              <a:gd name="T0" fmla="*/ 176 w 186"/>
              <a:gd name="T1" fmla="*/ 60 h 188"/>
              <a:gd name="T2" fmla="*/ 128 w 186"/>
              <a:gd name="T3" fmla="*/ 60 h 188"/>
              <a:gd name="T4" fmla="*/ 133 w 186"/>
              <a:gd name="T5" fmla="*/ 44 h 188"/>
              <a:gd name="T6" fmla="*/ 111 w 186"/>
              <a:gd name="T7" fmla="*/ 4 h 188"/>
              <a:gd name="T8" fmla="*/ 96 w 186"/>
              <a:gd name="T9" fmla="*/ 0 h 188"/>
              <a:gd name="T10" fmla="*/ 60 w 186"/>
              <a:gd name="T11" fmla="*/ 76 h 188"/>
              <a:gd name="T12" fmla="*/ 40 w 186"/>
              <a:gd name="T13" fmla="*/ 76 h 188"/>
              <a:gd name="T14" fmla="*/ 40 w 186"/>
              <a:gd name="T15" fmla="*/ 59 h 188"/>
              <a:gd name="T16" fmla="*/ 0 w 186"/>
              <a:gd name="T17" fmla="*/ 59 h 188"/>
              <a:gd name="T18" fmla="*/ 0 w 186"/>
              <a:gd name="T19" fmla="*/ 75 h 188"/>
              <a:gd name="T20" fmla="*/ 24 w 186"/>
              <a:gd name="T21" fmla="*/ 75 h 188"/>
              <a:gd name="T22" fmla="*/ 24 w 186"/>
              <a:gd name="T23" fmla="*/ 76 h 188"/>
              <a:gd name="T24" fmla="*/ 24 w 186"/>
              <a:gd name="T25" fmla="*/ 172 h 188"/>
              <a:gd name="T26" fmla="*/ 0 w 186"/>
              <a:gd name="T27" fmla="*/ 172 h 188"/>
              <a:gd name="T28" fmla="*/ 0 w 186"/>
              <a:gd name="T29" fmla="*/ 188 h 188"/>
              <a:gd name="T30" fmla="*/ 40 w 186"/>
              <a:gd name="T31" fmla="*/ 188 h 188"/>
              <a:gd name="T32" fmla="*/ 40 w 186"/>
              <a:gd name="T33" fmla="*/ 172 h 188"/>
              <a:gd name="T34" fmla="*/ 156 w 186"/>
              <a:gd name="T35" fmla="*/ 172 h 188"/>
              <a:gd name="T36" fmla="*/ 157 w 186"/>
              <a:gd name="T37" fmla="*/ 171 h 188"/>
              <a:gd name="T38" fmla="*/ 176 w 186"/>
              <a:gd name="T39" fmla="*/ 60 h 188"/>
              <a:gd name="T40" fmla="*/ 147 w 186"/>
              <a:gd name="T41" fmla="*/ 156 h 188"/>
              <a:gd name="T42" fmla="*/ 40 w 186"/>
              <a:gd name="T43" fmla="*/ 156 h 188"/>
              <a:gd name="T44" fmla="*/ 40 w 186"/>
              <a:gd name="T45" fmla="*/ 92 h 188"/>
              <a:gd name="T46" fmla="*/ 60 w 186"/>
              <a:gd name="T47" fmla="*/ 92 h 188"/>
              <a:gd name="T48" fmla="*/ 70 w 186"/>
              <a:gd name="T49" fmla="*/ 92 h 188"/>
              <a:gd name="T50" fmla="*/ 74 w 186"/>
              <a:gd name="T51" fmla="*/ 83 h 188"/>
              <a:gd name="T52" fmla="*/ 105 w 186"/>
              <a:gd name="T53" fmla="*/ 19 h 188"/>
              <a:gd name="T54" fmla="*/ 107 w 186"/>
              <a:gd name="T55" fmla="*/ 19 h 188"/>
              <a:gd name="T56" fmla="*/ 117 w 186"/>
              <a:gd name="T57" fmla="*/ 27 h 188"/>
              <a:gd name="T58" fmla="*/ 118 w 186"/>
              <a:gd name="T59" fmla="*/ 39 h 188"/>
              <a:gd name="T60" fmla="*/ 113 w 186"/>
              <a:gd name="T61" fmla="*/ 55 h 188"/>
              <a:gd name="T62" fmla="*/ 106 w 186"/>
              <a:gd name="T63" fmla="*/ 76 h 188"/>
              <a:gd name="T64" fmla="*/ 128 w 186"/>
              <a:gd name="T65" fmla="*/ 76 h 188"/>
              <a:gd name="T66" fmla="*/ 163 w 186"/>
              <a:gd name="T67" fmla="*/ 76 h 188"/>
              <a:gd name="T68" fmla="*/ 147 w 186"/>
              <a:gd name="T69" fmla="*/ 15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8">
                <a:moveTo>
                  <a:pt x="176" y="60"/>
                </a:moveTo>
                <a:cubicBezTo>
                  <a:pt x="128" y="60"/>
                  <a:pt x="128" y="60"/>
                  <a:pt x="128" y="60"/>
                </a:cubicBezTo>
                <a:cubicBezTo>
                  <a:pt x="133" y="44"/>
                  <a:pt x="133" y="44"/>
                  <a:pt x="133" y="44"/>
                </a:cubicBezTo>
                <a:cubicBezTo>
                  <a:pt x="139" y="27"/>
                  <a:pt x="129" y="8"/>
                  <a:pt x="111" y="4"/>
                </a:cubicBezTo>
                <a:cubicBezTo>
                  <a:pt x="96" y="0"/>
                  <a:pt x="96" y="0"/>
                  <a:pt x="96" y="0"/>
                </a:cubicBezTo>
                <a:cubicBezTo>
                  <a:pt x="60" y="76"/>
                  <a:pt x="60" y="76"/>
                  <a:pt x="60" y="76"/>
                </a:cubicBezTo>
                <a:cubicBezTo>
                  <a:pt x="40" y="76"/>
                  <a:pt x="40" y="76"/>
                  <a:pt x="40" y="76"/>
                </a:cubicBezTo>
                <a:cubicBezTo>
                  <a:pt x="40" y="59"/>
                  <a:pt x="40" y="59"/>
                  <a:pt x="40" y="59"/>
                </a:cubicBezTo>
                <a:cubicBezTo>
                  <a:pt x="0" y="59"/>
                  <a:pt x="0" y="59"/>
                  <a:pt x="0" y="59"/>
                </a:cubicBezTo>
                <a:cubicBezTo>
                  <a:pt x="0" y="75"/>
                  <a:pt x="0" y="75"/>
                  <a:pt x="0" y="75"/>
                </a:cubicBezTo>
                <a:cubicBezTo>
                  <a:pt x="24" y="75"/>
                  <a:pt x="24" y="75"/>
                  <a:pt x="24" y="75"/>
                </a:cubicBezTo>
                <a:cubicBezTo>
                  <a:pt x="24" y="76"/>
                  <a:pt x="24" y="76"/>
                  <a:pt x="24" y="76"/>
                </a:cubicBezTo>
                <a:cubicBezTo>
                  <a:pt x="24" y="172"/>
                  <a:pt x="24" y="172"/>
                  <a:pt x="24" y="172"/>
                </a:cubicBezTo>
                <a:cubicBezTo>
                  <a:pt x="0" y="172"/>
                  <a:pt x="0" y="172"/>
                  <a:pt x="0" y="172"/>
                </a:cubicBezTo>
                <a:cubicBezTo>
                  <a:pt x="0" y="188"/>
                  <a:pt x="0" y="188"/>
                  <a:pt x="0" y="188"/>
                </a:cubicBezTo>
                <a:cubicBezTo>
                  <a:pt x="40" y="188"/>
                  <a:pt x="40" y="188"/>
                  <a:pt x="40" y="188"/>
                </a:cubicBezTo>
                <a:cubicBezTo>
                  <a:pt x="40" y="172"/>
                  <a:pt x="40" y="172"/>
                  <a:pt x="40" y="172"/>
                </a:cubicBezTo>
                <a:cubicBezTo>
                  <a:pt x="156" y="172"/>
                  <a:pt x="156" y="172"/>
                  <a:pt x="156" y="172"/>
                </a:cubicBezTo>
                <a:cubicBezTo>
                  <a:pt x="157" y="171"/>
                  <a:pt x="157" y="171"/>
                  <a:pt x="157" y="171"/>
                </a:cubicBezTo>
                <a:cubicBezTo>
                  <a:pt x="179" y="139"/>
                  <a:pt x="186" y="98"/>
                  <a:pt x="176" y="60"/>
                </a:cubicBezTo>
                <a:moveTo>
                  <a:pt x="147" y="156"/>
                </a:moveTo>
                <a:cubicBezTo>
                  <a:pt x="40" y="156"/>
                  <a:pt x="40" y="156"/>
                  <a:pt x="40" y="156"/>
                </a:cubicBezTo>
                <a:cubicBezTo>
                  <a:pt x="40" y="92"/>
                  <a:pt x="40" y="92"/>
                  <a:pt x="40" y="92"/>
                </a:cubicBezTo>
                <a:cubicBezTo>
                  <a:pt x="60" y="92"/>
                  <a:pt x="60" y="92"/>
                  <a:pt x="60" y="92"/>
                </a:cubicBezTo>
                <a:cubicBezTo>
                  <a:pt x="70" y="92"/>
                  <a:pt x="70" y="92"/>
                  <a:pt x="70" y="92"/>
                </a:cubicBezTo>
                <a:cubicBezTo>
                  <a:pt x="74" y="83"/>
                  <a:pt x="74" y="83"/>
                  <a:pt x="74" y="83"/>
                </a:cubicBezTo>
                <a:cubicBezTo>
                  <a:pt x="105" y="19"/>
                  <a:pt x="105" y="19"/>
                  <a:pt x="105" y="19"/>
                </a:cubicBezTo>
                <a:cubicBezTo>
                  <a:pt x="107" y="19"/>
                  <a:pt x="107" y="19"/>
                  <a:pt x="107" y="19"/>
                </a:cubicBezTo>
                <a:cubicBezTo>
                  <a:pt x="111" y="20"/>
                  <a:pt x="115" y="23"/>
                  <a:pt x="117" y="27"/>
                </a:cubicBezTo>
                <a:cubicBezTo>
                  <a:pt x="119" y="31"/>
                  <a:pt x="119" y="35"/>
                  <a:pt x="118" y="39"/>
                </a:cubicBezTo>
                <a:cubicBezTo>
                  <a:pt x="113" y="55"/>
                  <a:pt x="113" y="55"/>
                  <a:pt x="113" y="55"/>
                </a:cubicBezTo>
                <a:cubicBezTo>
                  <a:pt x="106" y="76"/>
                  <a:pt x="106" y="76"/>
                  <a:pt x="106" y="76"/>
                </a:cubicBezTo>
                <a:cubicBezTo>
                  <a:pt x="128" y="76"/>
                  <a:pt x="128" y="76"/>
                  <a:pt x="128" y="76"/>
                </a:cubicBezTo>
                <a:cubicBezTo>
                  <a:pt x="163" y="76"/>
                  <a:pt x="163" y="76"/>
                  <a:pt x="163" y="76"/>
                </a:cubicBezTo>
                <a:cubicBezTo>
                  <a:pt x="167" y="104"/>
                  <a:pt x="162" y="132"/>
                  <a:pt x="147" y="156"/>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pic>
        <p:nvPicPr>
          <p:cNvPr id="26" name="Picture 25" descr="A blue circle with arrows and a person in the middle&#10;&#10;AI-generated content may be incorrect.">
            <a:extLst>
              <a:ext uri="{FF2B5EF4-FFF2-40B4-BE49-F238E27FC236}">
                <a16:creationId xmlns:a16="http://schemas.microsoft.com/office/drawing/2014/main" id="{74EBF047-D04F-4E98-DA8D-34E1B181B506}"/>
              </a:ext>
            </a:extLst>
          </p:cNvPr>
          <p:cNvPicPr>
            <a:picLocks noChangeAspect="1"/>
          </p:cNvPicPr>
          <p:nvPr/>
        </p:nvPicPr>
        <p:blipFill>
          <a:blip r:embed="rId10"/>
          <a:stretch>
            <a:fillRect/>
          </a:stretch>
        </p:blipFill>
        <p:spPr>
          <a:xfrm>
            <a:off x="11388916" y="2380791"/>
            <a:ext cx="374482" cy="315358"/>
          </a:xfrm>
          <a:prstGeom prst="rect">
            <a:avLst/>
          </a:prstGeom>
        </p:spPr>
      </p:pic>
      <p:pic>
        <p:nvPicPr>
          <p:cNvPr id="13" name="Picture 12" descr="University of Michigan Logo and symbol, meaning, history ...">
            <a:extLst>
              <a:ext uri="{FF2B5EF4-FFF2-40B4-BE49-F238E27FC236}">
                <a16:creationId xmlns:a16="http://schemas.microsoft.com/office/drawing/2014/main" id="{D257C3CF-702D-A54E-8E64-E107702899B6}"/>
              </a:ext>
            </a:extLst>
          </p:cNvPr>
          <p:cNvPicPr>
            <a:picLocks noChangeAspect="1"/>
          </p:cNvPicPr>
          <p:nvPr/>
        </p:nvPicPr>
        <p:blipFill>
          <a:blip r:embed="rId11"/>
          <a:stretch>
            <a:fillRect/>
          </a:stretch>
        </p:blipFill>
        <p:spPr>
          <a:xfrm>
            <a:off x="10281920" y="513715"/>
            <a:ext cx="1747520" cy="902970"/>
          </a:xfrm>
          <a:prstGeom prst="rect">
            <a:avLst/>
          </a:prstGeom>
        </p:spPr>
      </p:pic>
      <p:pic>
        <p:nvPicPr>
          <p:cNvPr id="12" name="Picture 11" descr="Northwestern University Logo Png – Freebie Supply">
            <a:extLst>
              <a:ext uri="{FF2B5EF4-FFF2-40B4-BE49-F238E27FC236}">
                <a16:creationId xmlns:a16="http://schemas.microsoft.com/office/drawing/2014/main" id="{79F27FAE-42D9-E2F5-1441-8D4817818BE0}"/>
              </a:ext>
            </a:extLst>
          </p:cNvPr>
          <p:cNvPicPr>
            <a:picLocks noChangeAspect="1"/>
          </p:cNvPicPr>
          <p:nvPr/>
        </p:nvPicPr>
        <p:blipFill>
          <a:blip r:embed="rId12"/>
          <a:stretch>
            <a:fillRect/>
          </a:stretch>
        </p:blipFill>
        <p:spPr>
          <a:xfrm>
            <a:off x="10058400" y="-373380"/>
            <a:ext cx="2153919" cy="1590039"/>
          </a:xfrm>
          <a:prstGeom prst="rect">
            <a:avLst/>
          </a:prstGeom>
        </p:spPr>
      </p:pic>
    </p:spTree>
    <p:extLst>
      <p:ext uri="{BB962C8B-B14F-4D97-AF65-F5344CB8AC3E}">
        <p14:creationId xmlns:p14="http://schemas.microsoft.com/office/powerpoint/2010/main" val="27997040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20910" y="1"/>
            <a:ext cx="6984169" cy="6857999"/>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8D21CB09-BCBB-5D55-6F98-A6C974764DBF}"/>
              </a:ext>
            </a:extLst>
          </p:cNvPr>
          <p:cNvSpPr txBox="1"/>
          <p:nvPr/>
        </p:nvSpPr>
        <p:spPr>
          <a:xfrm>
            <a:off x="7043905" y="346019"/>
            <a:ext cx="4283415"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sym typeface="Arial"/>
              </a:rPr>
              <a:t>National University of Singapore (NUS)</a:t>
            </a:r>
            <a:endParaRPr lang="en-US" dirty="0">
              <a:ea typeface="+mn-ea"/>
            </a:endParaRP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Singapore</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424481"/>
            <a:ext cx="6519672" cy="588637"/>
          </a:xfrm>
        </p:spPr>
        <p:txBody>
          <a:bodyPr/>
          <a:lstStyle/>
          <a:p>
            <a:r>
              <a:rPr lang="en-US" dirty="0">
                <a:solidFill>
                  <a:schemeClr val="bg1"/>
                </a:solidFill>
                <a:ea typeface="+mj-lt"/>
                <a:cs typeface="+mj-lt"/>
              </a:rPr>
              <a:t>NUS AI-Know (</a:t>
            </a:r>
            <a:r>
              <a:rPr lang="en-US" sz="2400" dirty="0">
                <a:solidFill>
                  <a:schemeClr val="bg1"/>
                </a:solidFill>
                <a:ea typeface="+mj-lt"/>
                <a:cs typeface="+mj-lt"/>
              </a:rPr>
              <a:t>read as “I Know”</a:t>
            </a:r>
            <a:r>
              <a:rPr lang="en-US" dirty="0">
                <a:solidFill>
                  <a:schemeClr val="bg1"/>
                </a:solidFill>
                <a:ea typeface="+mj-lt"/>
                <a:cs typeface="+mj-lt"/>
              </a:rPr>
              <a:t>)</a:t>
            </a:r>
            <a:endParaRPr lang="en-US" dirty="0">
              <a:solidFill>
                <a:schemeClr val="bg1"/>
              </a:solidFil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49077" y="983395"/>
            <a:ext cx="6017374" cy="1400383"/>
            <a:chOff x="457200" y="1156261"/>
            <a:chExt cx="6017374" cy="1400383"/>
          </a:xfrm>
        </p:grpSpPr>
        <p:sp>
          <p:nvSpPr>
            <p:cNvPr id="40" name="TextBox 39">
              <a:extLst>
                <a:ext uri="{FF2B5EF4-FFF2-40B4-BE49-F238E27FC236}">
                  <a16:creationId xmlns:a16="http://schemas.microsoft.com/office/drawing/2014/main" id="{8BDBAD64-9C5A-F913-FEB8-3F512B749AE3}"/>
                </a:ext>
              </a:extLst>
            </p:cNvPr>
            <p:cNvSpPr txBox="1"/>
            <p:nvPr/>
          </p:nvSpPr>
          <p:spPr>
            <a:xfrm>
              <a:off x="460892" y="1156261"/>
              <a:ext cx="6013682" cy="1400383"/>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100" dirty="0">
                  <a:solidFill>
                    <a:prstClr val="white"/>
                  </a:solidFill>
                  <a:ea typeface="+mn-lt"/>
                  <a:cs typeface="+mn-lt"/>
                </a:rPr>
                <a:t>As AI rapidly transforms the digital landscape, NUS saw a need to future-proof its workforce and drive innovation through responsible AI adoption. Many departments faced repetitive, manual tasks that hindered efficiency and strategic focus. AI-Know was conceived to </a:t>
              </a:r>
              <a:r>
                <a:rPr lang="en-US" sz="1100" dirty="0">
                  <a:solidFill>
                    <a:schemeClr val="bg2"/>
                  </a:solidFill>
                  <a:ea typeface="+mn-lt"/>
                  <a:cs typeface="+mn-lt"/>
                </a:rPr>
                <a:t>centralize AI tools and empower staff to harness its capabilities to innovate and develop automated workflows. With </a:t>
              </a:r>
              <a:r>
                <a:rPr lang="en-US" sz="1100" dirty="0">
                  <a:solidFill>
                    <a:prstClr val="white"/>
                  </a:solidFill>
                  <a:ea typeface="+mn-lt"/>
                  <a:cs typeface="+mn-lt"/>
                </a:rPr>
                <a:t>a scalable, secure platform offering tailored AI solutions, </a:t>
              </a:r>
              <a:r>
                <a:rPr lang="en-US" sz="1100" dirty="0">
                  <a:solidFill>
                    <a:schemeClr val="bg1"/>
                  </a:solidFill>
                  <a:ea typeface="+mn-lt"/>
                  <a:cs typeface="+mn-lt"/>
                </a:rPr>
                <a:t>NUS enabled over 8,000 staff to have access GenAI tools, boosting productivity and transforming workplace culture</a:t>
              </a:r>
              <a:r>
                <a:rPr lang="en-US" sz="1100" dirty="0">
                  <a:solidFill>
                    <a:prstClr val="white"/>
                  </a:solidFill>
                  <a:ea typeface="+mn-lt"/>
                  <a:cs typeface="+mn-lt"/>
                </a:rPr>
                <a:t>.</a:t>
              </a:r>
              <a:endParaRPr lang="en-US" sz="1600" dirty="0">
                <a:solidFill>
                  <a:prstClr val="white"/>
                </a:solidFill>
                <a:ea typeface="+mn-ea"/>
                <a:cs typeface="+mn-cs"/>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66232" y="4646876"/>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67393" y="4939395"/>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5999441" y="976880"/>
            <a:ext cx="457200" cy="293913"/>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E8A1C92C-C919-3591-5206-36C5B1644F4E}"/>
              </a:ext>
            </a:extLst>
          </p:cNvPr>
          <p:cNvSpPr txBox="1"/>
          <p:nvPr/>
        </p:nvSpPr>
        <p:spPr>
          <a:xfrm>
            <a:off x="449077" y="2408850"/>
            <a:ext cx="6218522" cy="215443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050" dirty="0">
                <a:solidFill>
                  <a:schemeClr val="bg2"/>
                </a:solidFill>
                <a:ea typeface="+mn-lt"/>
                <a:cs typeface="+mn-lt"/>
              </a:rPr>
              <a:t>The University’s IT department (NUS IT) built a trusted generative AI platform that equips the University’s researchers and staff with secure, compliant and accessible AI tools. With these tools, the platform supports a range of tasks — from chat (AI-Chat) and image generation (AI-Draw) to building custom agents and automating workflows (AI-Create). </a:t>
            </a:r>
          </a:p>
          <a:p>
            <a:pPr defTabSz="457200">
              <a:spcBef>
                <a:spcPts val="600"/>
              </a:spcBef>
              <a:defRPr/>
            </a:pPr>
            <a:r>
              <a:rPr lang="en-US" sz="1050" dirty="0">
                <a:solidFill>
                  <a:schemeClr val="bg2"/>
                </a:solidFill>
                <a:ea typeface="+mn-lt"/>
                <a:cs typeface="+mn-lt"/>
              </a:rPr>
              <a:t>NUS IT continued to expand AI-Know’s capabilities and took agentic AI up a notch with AI-Flow. It is a “digital intern” that carries out multistep tasks across systems on the users’ behalf, based on their defined workflow.</a:t>
            </a:r>
          </a:p>
          <a:p>
            <a:pPr defTabSz="457200">
              <a:spcBef>
                <a:spcPts val="600"/>
              </a:spcBef>
              <a:defRPr/>
            </a:pPr>
            <a:r>
              <a:rPr lang="en-US" sz="1050" dirty="0">
                <a:solidFill>
                  <a:prstClr val="white"/>
                </a:solidFill>
                <a:ea typeface="+mn-lt"/>
                <a:cs typeface="+mn-lt"/>
              </a:rPr>
              <a:t>Through collaboration with over 130 departments, NUS IT has automated manual tasks and saved thousands of work hours. Supported by Digital Enablement training, AI-Know drives innovation, self-service, and agility, making AI scalable and impactful across NUS.</a:t>
            </a:r>
            <a:endParaRPr lang="en-US" sz="1400" dirty="0">
              <a:solidFill>
                <a:prstClr val="white"/>
              </a:solidFil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49077" y="2682137"/>
            <a:ext cx="6007564" cy="0"/>
          </a:xfrm>
          <a:prstGeom prst="line">
            <a:avLst/>
          </a:prstGeom>
          <a:noFill/>
          <a:ln w="12700" cap="flat" cmpd="sng">
            <a:solidFill>
              <a:srgbClr val="6F7878"/>
            </a:solidFill>
            <a:prstDash val="solid"/>
            <a:round/>
            <a:headEnd type="none" w="lg" len="med"/>
            <a:tailEnd type="none" w="lg" len="med"/>
          </a:ln>
        </p:spPr>
      </p:cxnSp>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72241" y="2309460"/>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24EA0E3-AADC-183E-7168-4310BCD48E64}"/>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6</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
        <p:nvSpPr>
          <p:cNvPr id="17" name="TextBox 16">
            <a:extLst>
              <a:ext uri="{FF2B5EF4-FFF2-40B4-BE49-F238E27FC236}">
                <a16:creationId xmlns:a16="http://schemas.microsoft.com/office/drawing/2014/main" id="{3FBB2531-0FF2-F3B8-90CB-048C7CED8520}"/>
              </a:ext>
            </a:extLst>
          </p:cNvPr>
          <p:cNvSpPr txBox="1"/>
          <p:nvPr/>
        </p:nvSpPr>
        <p:spPr>
          <a:xfrm>
            <a:off x="7096333" y="976647"/>
            <a:ext cx="3873091" cy="3816429"/>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1200"/>
              </a:spcBef>
              <a:buFont typeface="Wingdings" panose="05000000000000000000" pitchFamily="2" charset="2"/>
              <a:buChar char="Ø"/>
              <a:defRPr/>
            </a:pPr>
            <a:r>
              <a:rPr lang="en-US" sz="1100" b="1" dirty="0">
                <a:solidFill>
                  <a:prstClr val="black"/>
                </a:solidFill>
                <a:latin typeface="Arial" panose="020B0604020202020204"/>
              </a:rPr>
              <a:t>Agile AI Transformation at Scale: </a:t>
            </a:r>
            <a:r>
              <a:rPr lang="en-US" sz="1100" dirty="0">
                <a:solidFill>
                  <a:prstClr val="black"/>
                </a:solidFill>
                <a:ea typeface="+mn-lt"/>
                <a:cs typeface="+mn-lt"/>
              </a:rPr>
              <a:t>Through AI-Know, NUS enables staff to build personalized AI </a:t>
            </a:r>
            <a:r>
              <a:rPr lang="en-US" sz="1100" dirty="0">
                <a:ea typeface="+mn-lt"/>
                <a:cs typeface="+mn-lt"/>
              </a:rPr>
              <a:t>agents and automate repetitive tasks, saving thousands of work hours and unlocking strategic capacity across the university.</a:t>
            </a:r>
          </a:p>
          <a:p>
            <a:pPr marL="182880" indent="-182880" defTabSz="457200">
              <a:spcBef>
                <a:spcPts val="1200"/>
              </a:spcBef>
              <a:buFont typeface="Wingdings" panose="05000000000000000000" pitchFamily="2" charset="2"/>
              <a:buChar char="Ø"/>
              <a:defRPr/>
            </a:pPr>
            <a:r>
              <a:rPr lang="en-US" sz="1100" b="1" dirty="0">
                <a:ea typeface="+mn-lt"/>
                <a:cs typeface="+mn-lt"/>
              </a:rPr>
              <a:t>Measurable Impact on Productivity: </a:t>
            </a:r>
            <a:r>
              <a:rPr lang="en-US" sz="1100" dirty="0">
                <a:ea typeface="+mn-lt"/>
                <a:cs typeface="+mn-lt"/>
              </a:rPr>
              <a:t>With</a:t>
            </a:r>
            <a:r>
              <a:rPr lang="en-US" sz="1100" b="1" dirty="0">
                <a:ea typeface="+mn-lt"/>
                <a:cs typeface="+mn-lt"/>
              </a:rPr>
              <a:t> </a:t>
            </a:r>
            <a:r>
              <a:rPr lang="en-US" sz="1100" dirty="0">
                <a:ea typeface="+mn-lt"/>
                <a:cs typeface="+mn-lt"/>
              </a:rPr>
              <a:t>Digital Enablement training, accelerating university-wide transformation, AI-Know has empowered staff across more than 130 departments to built more than 3,000 AI agents. This has resulted in thousands of hours saved annually. For example, the University’s lab inspection has been reduced from 30 minutes to five, saving 10,000 person hours annually.</a:t>
            </a:r>
            <a:r>
              <a:rPr lang="en-US" sz="1100" dirty="0">
                <a:solidFill>
                  <a:srgbClr val="00B050"/>
                </a:solidFill>
                <a:ea typeface="+mn-lt"/>
                <a:cs typeface="+mn-lt"/>
              </a:rPr>
              <a:t> </a:t>
            </a:r>
          </a:p>
          <a:p>
            <a:pPr marL="182880" indent="-182880" defTabSz="457200">
              <a:spcBef>
                <a:spcPts val="1200"/>
              </a:spcBef>
              <a:buFont typeface="Wingdings" panose="05000000000000000000" pitchFamily="2" charset="2"/>
              <a:buChar char="Ø"/>
              <a:defRPr/>
            </a:pPr>
            <a:r>
              <a:rPr lang="en-US" sz="1100" b="1" dirty="0">
                <a:solidFill>
                  <a:prstClr val="black"/>
                </a:solidFill>
                <a:ea typeface="+mn-lt"/>
                <a:cs typeface="+mn-lt"/>
              </a:rPr>
              <a:t>Nurturing Culture Change and AI Empowerment: </a:t>
            </a:r>
            <a:r>
              <a:rPr lang="en-US" sz="1100" dirty="0">
                <a:solidFill>
                  <a:prstClr val="black"/>
                </a:solidFill>
                <a:ea typeface="+mn-lt"/>
                <a:cs typeface="+mn-lt"/>
              </a:rPr>
              <a:t>By enhancing AI literacy and enabling citizen development, AI-Know fosters a strong culture of innovation and self-service. Departments are empowered to independently design and deploy AI solutions, supporting sustained agility and continuous improvement.</a:t>
            </a:r>
            <a:endParaRPr kumimoji="0" lang="en-US" sz="11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7096333" y="1270793"/>
            <a:ext cx="4631595" cy="0"/>
          </a:xfrm>
          <a:prstGeom prst="line">
            <a:avLst/>
          </a:prstGeom>
          <a:noFill/>
          <a:ln w="12700" cap="flat" cmpd="sng">
            <a:solidFill>
              <a:srgbClr val="6F7878"/>
            </a:solidFill>
            <a:prstDash val="solid"/>
            <a:round/>
            <a:headEnd type="none" w="lg" len="med"/>
            <a:tailEnd type="none" w="lg" len="med"/>
          </a:ln>
        </p:spPr>
      </p:cxn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67239" y="4578572"/>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72296" y="4960503"/>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solidFill>
                  <a:srgbClr val="000000"/>
                </a:solidFill>
                <a:latin typeface="Arial"/>
                <a:cs typeface="Arial"/>
                <a:sym typeface="Arial"/>
              </a:rPr>
              <a:t>“</a:t>
            </a:r>
            <a:r>
              <a:rPr lang="en-US" sz="1200" kern="0" dirty="0">
                <a:solidFill>
                  <a:srgbClr val="000000"/>
                </a:solidFill>
                <a:ea typeface="+mn-lt"/>
                <a:cs typeface="+mn-lt"/>
                <a:sym typeface="Arial"/>
              </a:rPr>
              <a:t>Unlike siloed or ad hoc solutions, AI-Know stands apart by unifying AI access and citizen development under one scalable platform tailored for NUS.</a:t>
            </a:r>
            <a:r>
              <a:rPr lang="en-US" sz="1200" i="1" kern="0" dirty="0">
                <a:solidFill>
                  <a:srgbClr val="000000"/>
                </a:solidFill>
                <a:ea typeface="+mn-lt"/>
                <a:cs typeface="+mn-lt"/>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the National University of Singapore</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22148" y="4654655"/>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89773"/>
            <a:ext cx="6121262" cy="33855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2025 Eye on Innovation Awards for </a:t>
            </a:r>
            <a:r>
              <a:rPr lang="en-US" sz="800" dirty="0">
                <a:solidFill>
                  <a:prstClr val="white"/>
                </a:solidFill>
                <a:latin typeface="Arial" panose="020B0604020202020204"/>
              </a:rPr>
              <a:t>Higher 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National University of Singapore, Singapore and updated by AI-Know Team (December 2025)</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11" name="Picture 10" descr="National University of Singapore ...">
            <a:extLst>
              <a:ext uri="{FF2B5EF4-FFF2-40B4-BE49-F238E27FC236}">
                <a16:creationId xmlns:a16="http://schemas.microsoft.com/office/drawing/2014/main" id="{98385A8B-705A-ED3E-CF13-C3CA4E25AB63}"/>
              </a:ext>
            </a:extLst>
          </p:cNvPr>
          <p:cNvPicPr>
            <a:picLocks noChangeAspect="1"/>
          </p:cNvPicPr>
          <p:nvPr/>
        </p:nvPicPr>
        <p:blipFill>
          <a:blip r:embed="rId10"/>
          <a:stretch>
            <a:fillRect/>
          </a:stretch>
        </p:blipFill>
        <p:spPr>
          <a:xfrm>
            <a:off x="11081588" y="224426"/>
            <a:ext cx="739633" cy="972407"/>
          </a:xfrm>
          <a:prstGeom prst="rect">
            <a:avLst/>
          </a:prstGeom>
        </p:spPr>
      </p:pic>
      <p:sp>
        <p:nvSpPr>
          <p:cNvPr id="2" name="Freeform: Shape 1">
            <a:extLst>
              <a:ext uri="{FF2B5EF4-FFF2-40B4-BE49-F238E27FC236}">
                <a16:creationId xmlns:a16="http://schemas.microsoft.com/office/drawing/2014/main" id="{2A02B10A-FEF2-D042-8EC0-C83D8C8B514E}"/>
              </a:ext>
            </a:extLst>
          </p:cNvPr>
          <p:cNvSpPr/>
          <p:nvPr/>
        </p:nvSpPr>
        <p:spPr>
          <a:xfrm>
            <a:off x="11180382" y="2969500"/>
            <a:ext cx="619125" cy="352425"/>
          </a:xfrm>
          <a:custGeom>
            <a:avLst/>
            <a:gdLst>
              <a:gd name="connsiteX0" fmla="*/ 540544 w 619125"/>
              <a:gd name="connsiteY0" fmla="*/ 83344 h 352425"/>
              <a:gd name="connsiteX1" fmla="*/ 540544 w 619125"/>
              <a:gd name="connsiteY1" fmla="*/ 7144 h 352425"/>
              <a:gd name="connsiteX2" fmla="*/ 7144 w 619125"/>
              <a:gd name="connsiteY2" fmla="*/ 7144 h 352425"/>
              <a:gd name="connsiteX3" fmla="*/ 7144 w 619125"/>
              <a:gd name="connsiteY3" fmla="*/ 273844 h 352425"/>
              <a:gd name="connsiteX4" fmla="*/ 83344 w 619125"/>
              <a:gd name="connsiteY4" fmla="*/ 273844 h 352425"/>
              <a:gd name="connsiteX5" fmla="*/ 83344 w 619125"/>
              <a:gd name="connsiteY5" fmla="*/ 350044 h 352425"/>
              <a:gd name="connsiteX6" fmla="*/ 616744 w 619125"/>
              <a:gd name="connsiteY6" fmla="*/ 350044 h 352425"/>
              <a:gd name="connsiteX7" fmla="*/ 616744 w 619125"/>
              <a:gd name="connsiteY7" fmla="*/ 83344 h 352425"/>
              <a:gd name="connsiteX8" fmla="*/ 540544 w 619125"/>
              <a:gd name="connsiteY8" fmla="*/ 83344 h 352425"/>
              <a:gd name="connsiteX9" fmla="*/ 45244 w 619125"/>
              <a:gd name="connsiteY9" fmla="*/ 235744 h 352425"/>
              <a:gd name="connsiteX10" fmla="*/ 45244 w 619125"/>
              <a:gd name="connsiteY10" fmla="*/ 45244 h 352425"/>
              <a:gd name="connsiteX11" fmla="*/ 502444 w 619125"/>
              <a:gd name="connsiteY11" fmla="*/ 45244 h 352425"/>
              <a:gd name="connsiteX12" fmla="*/ 502444 w 619125"/>
              <a:gd name="connsiteY12" fmla="*/ 83344 h 352425"/>
              <a:gd name="connsiteX13" fmla="*/ 502444 w 619125"/>
              <a:gd name="connsiteY13" fmla="*/ 121444 h 352425"/>
              <a:gd name="connsiteX14" fmla="*/ 502444 w 619125"/>
              <a:gd name="connsiteY14" fmla="*/ 235744 h 352425"/>
              <a:gd name="connsiteX15" fmla="*/ 121444 w 619125"/>
              <a:gd name="connsiteY15" fmla="*/ 235744 h 352425"/>
              <a:gd name="connsiteX16" fmla="*/ 83344 w 619125"/>
              <a:gd name="connsiteY16" fmla="*/ 235744 h 352425"/>
              <a:gd name="connsiteX17" fmla="*/ 45244 w 619125"/>
              <a:gd name="connsiteY17" fmla="*/ 235744 h 352425"/>
              <a:gd name="connsiteX18" fmla="*/ 578644 w 619125"/>
              <a:gd name="connsiteY18" fmla="*/ 311944 h 352425"/>
              <a:gd name="connsiteX19" fmla="*/ 121444 w 619125"/>
              <a:gd name="connsiteY19" fmla="*/ 311944 h 352425"/>
              <a:gd name="connsiteX20" fmla="*/ 121444 w 619125"/>
              <a:gd name="connsiteY20" fmla="*/ 273844 h 352425"/>
              <a:gd name="connsiteX21" fmla="*/ 540544 w 619125"/>
              <a:gd name="connsiteY21" fmla="*/ 273844 h 352425"/>
              <a:gd name="connsiteX22" fmla="*/ 540544 w 619125"/>
              <a:gd name="connsiteY22" fmla="*/ 121444 h 352425"/>
              <a:gd name="connsiteX23" fmla="*/ 578644 w 619125"/>
              <a:gd name="connsiteY23" fmla="*/ 121444 h 352425"/>
              <a:gd name="connsiteX24" fmla="*/ 578644 w 619125"/>
              <a:gd name="connsiteY24" fmla="*/ 311944 h 352425"/>
              <a:gd name="connsiteX25" fmla="*/ 273844 w 619125"/>
              <a:gd name="connsiteY25" fmla="*/ 216694 h 352425"/>
              <a:gd name="connsiteX26" fmla="*/ 350044 w 619125"/>
              <a:gd name="connsiteY26" fmla="*/ 140494 h 352425"/>
              <a:gd name="connsiteX27" fmla="*/ 347567 w 619125"/>
              <a:gd name="connsiteY27" fmla="*/ 121444 h 352425"/>
              <a:gd name="connsiteX28" fmla="*/ 324136 w 619125"/>
              <a:gd name="connsiteY28" fmla="*/ 83344 h 352425"/>
              <a:gd name="connsiteX29" fmla="*/ 273844 w 619125"/>
              <a:gd name="connsiteY29" fmla="*/ 64294 h 352425"/>
              <a:gd name="connsiteX30" fmla="*/ 223552 w 619125"/>
              <a:gd name="connsiteY30" fmla="*/ 83344 h 352425"/>
              <a:gd name="connsiteX31" fmla="*/ 200120 w 619125"/>
              <a:gd name="connsiteY31" fmla="*/ 121444 h 352425"/>
              <a:gd name="connsiteX32" fmla="*/ 197644 w 619125"/>
              <a:gd name="connsiteY32" fmla="*/ 140494 h 352425"/>
              <a:gd name="connsiteX33" fmla="*/ 273844 w 619125"/>
              <a:gd name="connsiteY33" fmla="*/ 216694 h 352425"/>
              <a:gd name="connsiteX34" fmla="*/ 273844 w 619125"/>
              <a:gd name="connsiteY34" fmla="*/ 102394 h 352425"/>
              <a:gd name="connsiteX35" fmla="*/ 306610 w 619125"/>
              <a:gd name="connsiteY35" fmla="*/ 121444 h 352425"/>
              <a:gd name="connsiteX36" fmla="*/ 311944 w 619125"/>
              <a:gd name="connsiteY36" fmla="*/ 140494 h 352425"/>
              <a:gd name="connsiteX37" fmla="*/ 273844 w 619125"/>
              <a:gd name="connsiteY37" fmla="*/ 178594 h 352425"/>
              <a:gd name="connsiteX38" fmla="*/ 235744 w 619125"/>
              <a:gd name="connsiteY38" fmla="*/ 140494 h 352425"/>
              <a:gd name="connsiteX39" fmla="*/ 241078 w 619125"/>
              <a:gd name="connsiteY39" fmla="*/ 121444 h 352425"/>
              <a:gd name="connsiteX40" fmla="*/ 273844 w 619125"/>
              <a:gd name="connsiteY40" fmla="*/ 102394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19125" h="352425">
                <a:moveTo>
                  <a:pt x="540544" y="83344"/>
                </a:moveTo>
                <a:lnTo>
                  <a:pt x="540544" y="7144"/>
                </a:lnTo>
                <a:lnTo>
                  <a:pt x="7144" y="7144"/>
                </a:lnTo>
                <a:lnTo>
                  <a:pt x="7144" y="273844"/>
                </a:lnTo>
                <a:lnTo>
                  <a:pt x="83344" y="273844"/>
                </a:lnTo>
                <a:lnTo>
                  <a:pt x="83344" y="350044"/>
                </a:lnTo>
                <a:lnTo>
                  <a:pt x="616744" y="350044"/>
                </a:lnTo>
                <a:lnTo>
                  <a:pt x="616744" y="83344"/>
                </a:lnTo>
                <a:lnTo>
                  <a:pt x="540544" y="83344"/>
                </a:lnTo>
                <a:close/>
                <a:moveTo>
                  <a:pt x="45244" y="235744"/>
                </a:moveTo>
                <a:lnTo>
                  <a:pt x="45244" y="45244"/>
                </a:lnTo>
                <a:lnTo>
                  <a:pt x="502444" y="45244"/>
                </a:lnTo>
                <a:lnTo>
                  <a:pt x="502444" y="83344"/>
                </a:lnTo>
                <a:lnTo>
                  <a:pt x="502444" y="121444"/>
                </a:lnTo>
                <a:lnTo>
                  <a:pt x="502444" y="235744"/>
                </a:lnTo>
                <a:lnTo>
                  <a:pt x="121444" y="235744"/>
                </a:lnTo>
                <a:lnTo>
                  <a:pt x="83344" y="235744"/>
                </a:lnTo>
                <a:lnTo>
                  <a:pt x="45244" y="235744"/>
                </a:lnTo>
                <a:close/>
                <a:moveTo>
                  <a:pt x="578644" y="311944"/>
                </a:moveTo>
                <a:lnTo>
                  <a:pt x="121444" y="311944"/>
                </a:lnTo>
                <a:lnTo>
                  <a:pt x="121444" y="273844"/>
                </a:lnTo>
                <a:lnTo>
                  <a:pt x="540544" y="273844"/>
                </a:lnTo>
                <a:lnTo>
                  <a:pt x="540544" y="121444"/>
                </a:lnTo>
                <a:lnTo>
                  <a:pt x="578644" y="121444"/>
                </a:lnTo>
                <a:lnTo>
                  <a:pt x="578644" y="311944"/>
                </a:lnTo>
                <a:close/>
                <a:moveTo>
                  <a:pt x="273844" y="216694"/>
                </a:moveTo>
                <a:cubicBezTo>
                  <a:pt x="315944" y="216694"/>
                  <a:pt x="350044" y="182594"/>
                  <a:pt x="350044" y="140494"/>
                </a:cubicBezTo>
                <a:cubicBezTo>
                  <a:pt x="350044" y="133922"/>
                  <a:pt x="349091" y="127540"/>
                  <a:pt x="347567" y="121444"/>
                </a:cubicBezTo>
                <a:cubicBezTo>
                  <a:pt x="343662" y="106490"/>
                  <a:pt x="335375" y="93250"/>
                  <a:pt x="324136" y="83344"/>
                </a:cubicBezTo>
                <a:cubicBezTo>
                  <a:pt x="310706" y="71533"/>
                  <a:pt x="293180" y="64294"/>
                  <a:pt x="273844" y="64294"/>
                </a:cubicBezTo>
                <a:cubicBezTo>
                  <a:pt x="254508" y="64294"/>
                  <a:pt x="236982" y="71533"/>
                  <a:pt x="223552" y="83344"/>
                </a:cubicBezTo>
                <a:cubicBezTo>
                  <a:pt x="212312" y="93250"/>
                  <a:pt x="204026" y="106490"/>
                  <a:pt x="200120" y="121444"/>
                </a:cubicBezTo>
                <a:cubicBezTo>
                  <a:pt x="198501" y="127540"/>
                  <a:pt x="197644" y="133922"/>
                  <a:pt x="197644" y="140494"/>
                </a:cubicBezTo>
                <a:cubicBezTo>
                  <a:pt x="197644" y="182594"/>
                  <a:pt x="231839" y="216694"/>
                  <a:pt x="273844" y="216694"/>
                </a:cubicBezTo>
                <a:close/>
                <a:moveTo>
                  <a:pt x="273844" y="102394"/>
                </a:moveTo>
                <a:cubicBezTo>
                  <a:pt x="287846" y="102394"/>
                  <a:pt x="300038" y="110109"/>
                  <a:pt x="306610" y="121444"/>
                </a:cubicBezTo>
                <a:cubicBezTo>
                  <a:pt x="309848" y="127064"/>
                  <a:pt x="311944" y="133541"/>
                  <a:pt x="311944" y="140494"/>
                </a:cubicBezTo>
                <a:cubicBezTo>
                  <a:pt x="311944" y="161544"/>
                  <a:pt x="294894" y="178594"/>
                  <a:pt x="273844" y="178594"/>
                </a:cubicBezTo>
                <a:cubicBezTo>
                  <a:pt x="252794" y="178594"/>
                  <a:pt x="235744" y="161544"/>
                  <a:pt x="235744" y="140494"/>
                </a:cubicBezTo>
                <a:cubicBezTo>
                  <a:pt x="235744" y="133541"/>
                  <a:pt x="237744" y="127064"/>
                  <a:pt x="241078" y="121444"/>
                </a:cubicBezTo>
                <a:cubicBezTo>
                  <a:pt x="247650" y="110109"/>
                  <a:pt x="259842" y="102394"/>
                  <a:pt x="273844" y="102394"/>
                </a:cubicBezTo>
                <a:close/>
              </a:path>
            </a:pathLst>
          </a:custGeom>
          <a:solidFill>
            <a:srgbClr val="002856"/>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BC67D6D2-E871-9545-82EF-1CA8B8C2CE5B}"/>
              </a:ext>
            </a:extLst>
          </p:cNvPr>
          <p:cNvSpPr/>
          <p:nvPr/>
        </p:nvSpPr>
        <p:spPr>
          <a:xfrm>
            <a:off x="11198542" y="3942247"/>
            <a:ext cx="504825" cy="485775"/>
          </a:xfrm>
          <a:custGeom>
            <a:avLst/>
            <a:gdLst>
              <a:gd name="connsiteX0" fmla="*/ 407575 w 504825"/>
              <a:gd name="connsiteY0" fmla="*/ 83344 h 485775"/>
              <a:gd name="connsiteX1" fmla="*/ 407575 w 504825"/>
              <a:gd name="connsiteY1" fmla="*/ 7144 h 485775"/>
              <a:gd name="connsiteX2" fmla="*/ 102013 w 504825"/>
              <a:gd name="connsiteY2" fmla="*/ 7144 h 485775"/>
              <a:gd name="connsiteX3" fmla="*/ 102013 w 504825"/>
              <a:gd name="connsiteY3" fmla="*/ 83344 h 485775"/>
              <a:gd name="connsiteX4" fmla="*/ 7144 w 504825"/>
              <a:gd name="connsiteY4" fmla="*/ 83344 h 485775"/>
              <a:gd name="connsiteX5" fmla="*/ 7144 w 504825"/>
              <a:gd name="connsiteY5" fmla="*/ 130969 h 485775"/>
              <a:gd name="connsiteX6" fmla="*/ 109633 w 504825"/>
              <a:gd name="connsiteY6" fmla="*/ 244602 h 485775"/>
              <a:gd name="connsiteX7" fmla="*/ 235744 w 504825"/>
              <a:gd name="connsiteY7" fmla="*/ 348710 h 485775"/>
              <a:gd name="connsiteX8" fmla="*/ 235744 w 504825"/>
              <a:gd name="connsiteY8" fmla="*/ 445294 h 485775"/>
              <a:gd name="connsiteX9" fmla="*/ 140494 w 504825"/>
              <a:gd name="connsiteY9" fmla="*/ 445294 h 485775"/>
              <a:gd name="connsiteX10" fmla="*/ 140494 w 504825"/>
              <a:gd name="connsiteY10" fmla="*/ 483394 h 485775"/>
              <a:gd name="connsiteX11" fmla="*/ 369094 w 504825"/>
              <a:gd name="connsiteY11" fmla="*/ 483394 h 485775"/>
              <a:gd name="connsiteX12" fmla="*/ 369094 w 504825"/>
              <a:gd name="connsiteY12" fmla="*/ 445294 h 485775"/>
              <a:gd name="connsiteX13" fmla="*/ 273844 w 504825"/>
              <a:gd name="connsiteY13" fmla="*/ 445294 h 485775"/>
              <a:gd name="connsiteX14" fmla="*/ 273844 w 504825"/>
              <a:gd name="connsiteY14" fmla="*/ 348710 h 485775"/>
              <a:gd name="connsiteX15" fmla="*/ 399955 w 504825"/>
              <a:gd name="connsiteY15" fmla="*/ 244602 h 485775"/>
              <a:gd name="connsiteX16" fmla="*/ 502444 w 504825"/>
              <a:gd name="connsiteY16" fmla="*/ 130969 h 485775"/>
              <a:gd name="connsiteX17" fmla="*/ 502444 w 504825"/>
              <a:gd name="connsiteY17" fmla="*/ 83344 h 485775"/>
              <a:gd name="connsiteX18" fmla="*/ 407575 w 504825"/>
              <a:gd name="connsiteY18" fmla="*/ 83344 h 485775"/>
              <a:gd name="connsiteX19" fmla="*/ 45244 w 504825"/>
              <a:gd name="connsiteY19" fmla="*/ 130969 h 485775"/>
              <a:gd name="connsiteX20" fmla="*/ 45244 w 504825"/>
              <a:gd name="connsiteY20" fmla="*/ 121444 h 485775"/>
              <a:gd name="connsiteX21" fmla="*/ 102013 w 504825"/>
              <a:gd name="connsiteY21" fmla="*/ 121444 h 485775"/>
              <a:gd name="connsiteX22" fmla="*/ 102013 w 504825"/>
              <a:gd name="connsiteY22" fmla="*/ 197263 h 485775"/>
              <a:gd name="connsiteX23" fmla="*/ 102394 w 504825"/>
              <a:gd name="connsiteY23" fmla="*/ 204788 h 485775"/>
              <a:gd name="connsiteX24" fmla="*/ 45244 w 504825"/>
              <a:gd name="connsiteY24" fmla="*/ 130969 h 485775"/>
              <a:gd name="connsiteX25" fmla="*/ 254794 w 504825"/>
              <a:gd name="connsiteY25" fmla="*/ 311944 h 485775"/>
              <a:gd name="connsiteX26" fmla="*/ 140494 w 504825"/>
              <a:gd name="connsiteY26" fmla="*/ 204883 h 485775"/>
              <a:gd name="connsiteX27" fmla="*/ 140494 w 504825"/>
              <a:gd name="connsiteY27" fmla="*/ 83344 h 485775"/>
              <a:gd name="connsiteX28" fmla="*/ 140113 w 504825"/>
              <a:gd name="connsiteY28" fmla="*/ 83344 h 485775"/>
              <a:gd name="connsiteX29" fmla="*/ 140113 w 504825"/>
              <a:gd name="connsiteY29" fmla="*/ 45244 h 485775"/>
              <a:gd name="connsiteX30" fmla="*/ 369475 w 504825"/>
              <a:gd name="connsiteY30" fmla="*/ 45244 h 485775"/>
              <a:gd name="connsiteX31" fmla="*/ 369475 w 504825"/>
              <a:gd name="connsiteY31" fmla="*/ 83344 h 485775"/>
              <a:gd name="connsiteX32" fmla="*/ 369094 w 504825"/>
              <a:gd name="connsiteY32" fmla="*/ 83344 h 485775"/>
              <a:gd name="connsiteX33" fmla="*/ 369094 w 504825"/>
              <a:gd name="connsiteY33" fmla="*/ 204883 h 485775"/>
              <a:gd name="connsiteX34" fmla="*/ 254794 w 504825"/>
              <a:gd name="connsiteY34" fmla="*/ 311944 h 485775"/>
              <a:gd name="connsiteX35" fmla="*/ 464344 w 504825"/>
              <a:gd name="connsiteY35" fmla="*/ 130969 h 485775"/>
              <a:gd name="connsiteX36" fmla="*/ 407194 w 504825"/>
              <a:gd name="connsiteY36" fmla="*/ 204788 h 485775"/>
              <a:gd name="connsiteX37" fmla="*/ 407575 w 504825"/>
              <a:gd name="connsiteY37" fmla="*/ 197263 h 485775"/>
              <a:gd name="connsiteX38" fmla="*/ 407575 w 504825"/>
              <a:gd name="connsiteY38" fmla="*/ 121444 h 485775"/>
              <a:gd name="connsiteX39" fmla="*/ 464344 w 504825"/>
              <a:gd name="connsiteY39" fmla="*/ 121444 h 485775"/>
              <a:gd name="connsiteX40" fmla="*/ 464344 w 504825"/>
              <a:gd name="connsiteY40" fmla="*/ 130969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04825" h="485775">
                <a:moveTo>
                  <a:pt x="407575" y="83344"/>
                </a:moveTo>
                <a:lnTo>
                  <a:pt x="407575" y="7144"/>
                </a:lnTo>
                <a:lnTo>
                  <a:pt x="102013" y="7144"/>
                </a:lnTo>
                <a:lnTo>
                  <a:pt x="102013" y="83344"/>
                </a:lnTo>
                <a:lnTo>
                  <a:pt x="7144" y="83344"/>
                </a:lnTo>
                <a:lnTo>
                  <a:pt x="7144" y="130969"/>
                </a:lnTo>
                <a:cubicBezTo>
                  <a:pt x="7144" y="190024"/>
                  <a:pt x="52102" y="238697"/>
                  <a:pt x="109633" y="244602"/>
                </a:cubicBezTo>
                <a:cubicBezTo>
                  <a:pt x="127730" y="299942"/>
                  <a:pt x="176403" y="341281"/>
                  <a:pt x="235744" y="348710"/>
                </a:cubicBezTo>
                <a:lnTo>
                  <a:pt x="235744" y="445294"/>
                </a:lnTo>
                <a:lnTo>
                  <a:pt x="140494" y="445294"/>
                </a:lnTo>
                <a:lnTo>
                  <a:pt x="140494" y="483394"/>
                </a:lnTo>
                <a:lnTo>
                  <a:pt x="369094" y="483394"/>
                </a:lnTo>
                <a:lnTo>
                  <a:pt x="369094" y="445294"/>
                </a:lnTo>
                <a:lnTo>
                  <a:pt x="273844" y="445294"/>
                </a:lnTo>
                <a:lnTo>
                  <a:pt x="273844" y="348710"/>
                </a:lnTo>
                <a:cubicBezTo>
                  <a:pt x="333185" y="341281"/>
                  <a:pt x="381953" y="299942"/>
                  <a:pt x="399955" y="244602"/>
                </a:cubicBezTo>
                <a:cubicBezTo>
                  <a:pt x="457391" y="238697"/>
                  <a:pt x="502444" y="189929"/>
                  <a:pt x="502444" y="130969"/>
                </a:cubicBezTo>
                <a:lnTo>
                  <a:pt x="502444" y="83344"/>
                </a:lnTo>
                <a:lnTo>
                  <a:pt x="407575" y="83344"/>
                </a:lnTo>
                <a:close/>
                <a:moveTo>
                  <a:pt x="45244" y="130969"/>
                </a:moveTo>
                <a:lnTo>
                  <a:pt x="45244" y="121444"/>
                </a:lnTo>
                <a:lnTo>
                  <a:pt x="102013" y="121444"/>
                </a:lnTo>
                <a:lnTo>
                  <a:pt x="102013" y="197263"/>
                </a:lnTo>
                <a:cubicBezTo>
                  <a:pt x="102013" y="199835"/>
                  <a:pt x="102299" y="202216"/>
                  <a:pt x="102394" y="204788"/>
                </a:cubicBezTo>
                <a:cubicBezTo>
                  <a:pt x="69533" y="196310"/>
                  <a:pt x="45244" y="166402"/>
                  <a:pt x="45244" y="130969"/>
                </a:cubicBezTo>
                <a:close/>
                <a:moveTo>
                  <a:pt x="254794" y="311944"/>
                </a:moveTo>
                <a:cubicBezTo>
                  <a:pt x="194120" y="311944"/>
                  <a:pt x="144494" y="264605"/>
                  <a:pt x="140494" y="204883"/>
                </a:cubicBezTo>
                <a:lnTo>
                  <a:pt x="140494" y="83344"/>
                </a:lnTo>
                <a:lnTo>
                  <a:pt x="140113" y="83344"/>
                </a:lnTo>
                <a:lnTo>
                  <a:pt x="140113" y="45244"/>
                </a:lnTo>
                <a:lnTo>
                  <a:pt x="369475" y="45244"/>
                </a:lnTo>
                <a:lnTo>
                  <a:pt x="369475" y="83344"/>
                </a:lnTo>
                <a:lnTo>
                  <a:pt x="369094" y="83344"/>
                </a:lnTo>
                <a:lnTo>
                  <a:pt x="369094" y="204883"/>
                </a:lnTo>
                <a:cubicBezTo>
                  <a:pt x="365188" y="264605"/>
                  <a:pt x="315468" y="311944"/>
                  <a:pt x="254794" y="311944"/>
                </a:cubicBezTo>
                <a:close/>
                <a:moveTo>
                  <a:pt x="464344" y="130969"/>
                </a:moveTo>
                <a:cubicBezTo>
                  <a:pt x="464344" y="166402"/>
                  <a:pt x="440055" y="196310"/>
                  <a:pt x="407194" y="204788"/>
                </a:cubicBezTo>
                <a:cubicBezTo>
                  <a:pt x="407289" y="202311"/>
                  <a:pt x="407575" y="199835"/>
                  <a:pt x="407575" y="197263"/>
                </a:cubicBezTo>
                <a:lnTo>
                  <a:pt x="407575" y="121444"/>
                </a:lnTo>
                <a:lnTo>
                  <a:pt x="464344" y="121444"/>
                </a:lnTo>
                <a:lnTo>
                  <a:pt x="464344" y="130969"/>
                </a:lnTo>
                <a:close/>
              </a:path>
            </a:pathLst>
          </a:custGeom>
          <a:solidFill>
            <a:srgbClr val="002856"/>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Graphic 73">
            <a:extLst>
              <a:ext uri="{FF2B5EF4-FFF2-40B4-BE49-F238E27FC236}">
                <a16:creationId xmlns:a16="http://schemas.microsoft.com/office/drawing/2014/main" id="{688363E9-8BA9-3541-A472-1EC425A35E76}"/>
              </a:ext>
            </a:extLst>
          </p:cNvPr>
          <p:cNvSpPr/>
          <p:nvPr/>
        </p:nvSpPr>
        <p:spPr>
          <a:xfrm>
            <a:off x="11260455" y="1688661"/>
            <a:ext cx="381000" cy="534390"/>
          </a:xfrm>
          <a:custGeom>
            <a:avLst/>
            <a:gdLst>
              <a:gd name="connsiteX0" fmla="*/ 304800 w 381000"/>
              <a:gd name="connsiteY0" fmla="*/ 39091 h 534390"/>
              <a:gd name="connsiteX1" fmla="*/ 304800 w 381000"/>
              <a:gd name="connsiteY1" fmla="*/ 77191 h 534390"/>
              <a:gd name="connsiteX2" fmla="*/ 342900 w 381000"/>
              <a:gd name="connsiteY2" fmla="*/ 77191 h 534390"/>
              <a:gd name="connsiteX3" fmla="*/ 342900 w 381000"/>
              <a:gd name="connsiteY3" fmla="*/ 496291 h 534390"/>
              <a:gd name="connsiteX4" fmla="*/ 38100 w 381000"/>
              <a:gd name="connsiteY4" fmla="*/ 496291 h 534390"/>
              <a:gd name="connsiteX5" fmla="*/ 38100 w 381000"/>
              <a:gd name="connsiteY5" fmla="*/ 77191 h 534390"/>
              <a:gd name="connsiteX6" fmla="*/ 75371 w 381000"/>
              <a:gd name="connsiteY6" fmla="*/ 77191 h 534390"/>
              <a:gd name="connsiteX7" fmla="*/ 75371 w 381000"/>
              <a:gd name="connsiteY7" fmla="*/ 114300 h 534390"/>
              <a:gd name="connsiteX8" fmla="*/ 303971 w 381000"/>
              <a:gd name="connsiteY8" fmla="*/ 114300 h 534390"/>
              <a:gd name="connsiteX9" fmla="*/ 303971 w 381000"/>
              <a:gd name="connsiteY9" fmla="*/ 0 h 534390"/>
              <a:gd name="connsiteX10" fmla="*/ 75371 w 381000"/>
              <a:gd name="connsiteY10" fmla="*/ 0 h 534390"/>
              <a:gd name="connsiteX11" fmla="*/ 75371 w 381000"/>
              <a:gd name="connsiteY11" fmla="*/ 39091 h 534390"/>
              <a:gd name="connsiteX12" fmla="*/ 0 w 381000"/>
              <a:gd name="connsiteY12" fmla="*/ 39091 h 534390"/>
              <a:gd name="connsiteX13" fmla="*/ 0 w 381000"/>
              <a:gd name="connsiteY13" fmla="*/ 534391 h 534390"/>
              <a:gd name="connsiteX14" fmla="*/ 381000 w 381000"/>
              <a:gd name="connsiteY14" fmla="*/ 534391 h 534390"/>
              <a:gd name="connsiteX15" fmla="*/ 381000 w 381000"/>
              <a:gd name="connsiteY15" fmla="*/ 39091 h 534390"/>
              <a:gd name="connsiteX16" fmla="*/ 304800 w 381000"/>
              <a:gd name="connsiteY16" fmla="*/ 39091 h 534390"/>
              <a:gd name="connsiteX17" fmla="*/ 113471 w 381000"/>
              <a:gd name="connsiteY17" fmla="*/ 38100 h 534390"/>
              <a:gd name="connsiteX18" fmla="*/ 265871 w 381000"/>
              <a:gd name="connsiteY18" fmla="*/ 38100 h 534390"/>
              <a:gd name="connsiteX19" fmla="*/ 265871 w 381000"/>
              <a:gd name="connsiteY19" fmla="*/ 76200 h 534390"/>
              <a:gd name="connsiteX20" fmla="*/ 113471 w 381000"/>
              <a:gd name="connsiteY20" fmla="*/ 76200 h 534390"/>
              <a:gd name="connsiteX21" fmla="*/ 113471 w 381000"/>
              <a:gd name="connsiteY21" fmla="*/ 38100 h 534390"/>
              <a:gd name="connsiteX22" fmla="*/ 166221 w 381000"/>
              <a:gd name="connsiteY22" fmla="*/ 324593 h 534390"/>
              <a:gd name="connsiteX23" fmla="*/ 274768 w 381000"/>
              <a:gd name="connsiteY23" fmla="*/ 195234 h 534390"/>
              <a:gd name="connsiteX24" fmla="*/ 303943 w 381000"/>
              <a:gd name="connsiteY24" fmla="*/ 219723 h 534390"/>
              <a:gd name="connsiteX25" fmla="*/ 170907 w 381000"/>
              <a:gd name="connsiteY25" fmla="*/ 378266 h 534390"/>
              <a:gd name="connsiteX26" fmla="*/ 77048 w 381000"/>
              <a:gd name="connsiteY26" fmla="*/ 299495 h 534390"/>
              <a:gd name="connsiteX27" fmla="*/ 101537 w 381000"/>
              <a:gd name="connsiteY27" fmla="*/ 270320 h 534390"/>
              <a:gd name="connsiteX28" fmla="*/ 166221 w 381000"/>
              <a:gd name="connsiteY28" fmla="*/ 324593 h 534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81000" h="534390">
                <a:moveTo>
                  <a:pt x="304800" y="39091"/>
                </a:moveTo>
                <a:lnTo>
                  <a:pt x="304800" y="77191"/>
                </a:lnTo>
                <a:lnTo>
                  <a:pt x="342900" y="77191"/>
                </a:lnTo>
                <a:lnTo>
                  <a:pt x="342900" y="496291"/>
                </a:lnTo>
                <a:lnTo>
                  <a:pt x="38100" y="496291"/>
                </a:lnTo>
                <a:lnTo>
                  <a:pt x="38100" y="77191"/>
                </a:lnTo>
                <a:lnTo>
                  <a:pt x="75371" y="77191"/>
                </a:lnTo>
                <a:lnTo>
                  <a:pt x="75371" y="114300"/>
                </a:lnTo>
                <a:lnTo>
                  <a:pt x="303971" y="114300"/>
                </a:lnTo>
                <a:lnTo>
                  <a:pt x="303971" y="0"/>
                </a:lnTo>
                <a:lnTo>
                  <a:pt x="75371" y="0"/>
                </a:lnTo>
                <a:lnTo>
                  <a:pt x="75371" y="39091"/>
                </a:lnTo>
                <a:lnTo>
                  <a:pt x="0" y="39091"/>
                </a:lnTo>
                <a:lnTo>
                  <a:pt x="0" y="534391"/>
                </a:lnTo>
                <a:lnTo>
                  <a:pt x="381000" y="534391"/>
                </a:lnTo>
                <a:lnTo>
                  <a:pt x="381000" y="39091"/>
                </a:lnTo>
                <a:lnTo>
                  <a:pt x="304800" y="39091"/>
                </a:lnTo>
                <a:close/>
                <a:moveTo>
                  <a:pt x="113471" y="38100"/>
                </a:moveTo>
                <a:lnTo>
                  <a:pt x="265871" y="38100"/>
                </a:lnTo>
                <a:lnTo>
                  <a:pt x="265871" y="76200"/>
                </a:lnTo>
                <a:lnTo>
                  <a:pt x="113471" y="76200"/>
                </a:lnTo>
                <a:lnTo>
                  <a:pt x="113471" y="38100"/>
                </a:lnTo>
                <a:close/>
                <a:moveTo>
                  <a:pt x="166221" y="324593"/>
                </a:moveTo>
                <a:lnTo>
                  <a:pt x="274768" y="195234"/>
                </a:lnTo>
                <a:lnTo>
                  <a:pt x="303943" y="219723"/>
                </a:lnTo>
                <a:lnTo>
                  <a:pt x="170907" y="378266"/>
                </a:lnTo>
                <a:lnTo>
                  <a:pt x="77048" y="299495"/>
                </a:lnTo>
                <a:lnTo>
                  <a:pt x="101537" y="270320"/>
                </a:lnTo>
                <a:lnTo>
                  <a:pt x="166221" y="324593"/>
                </a:lnTo>
                <a:close/>
              </a:path>
            </a:pathLst>
          </a:custGeom>
          <a:solidFill>
            <a:srgbClr val="002856"/>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 name="Rectangle 3">
            <a:extLst>
              <a:ext uri="{FF2B5EF4-FFF2-40B4-BE49-F238E27FC236}">
                <a16:creationId xmlns:a16="http://schemas.microsoft.com/office/drawing/2014/main" id="{8A29787D-48F2-1319-228B-14F3066EA8BE}"/>
              </a:ext>
            </a:extLst>
          </p:cNvPr>
          <p:cNvSpPr/>
          <p:nvPr/>
        </p:nvSpPr>
        <p:spPr>
          <a:xfrm>
            <a:off x="466232" y="5022957"/>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Artificial Intelligence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Cloud</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Automation</a:t>
            </a:r>
            <a:endParaRPr lang="en-US" dirty="0">
              <a:solidFill>
                <a:prstClr val="white"/>
              </a:solidFill>
              <a:cs typeface="Arial"/>
            </a:endParaRPr>
          </a:p>
        </p:txBody>
      </p:sp>
      <p:sp>
        <p:nvSpPr>
          <p:cNvPr id="15" name="Rectangle 14">
            <a:extLst>
              <a:ext uri="{FF2B5EF4-FFF2-40B4-BE49-F238E27FC236}">
                <a16:creationId xmlns:a16="http://schemas.microsoft.com/office/drawing/2014/main" id="{4C70A0D0-70E6-C5A7-280F-5A236095879A}"/>
              </a:ext>
            </a:extLst>
          </p:cNvPr>
          <p:cNvSpPr/>
          <p:nvPr/>
        </p:nvSpPr>
        <p:spPr>
          <a:xfrm>
            <a:off x="3145008" y="5022957"/>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Generative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API</a:t>
            </a: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cs typeface="Arial"/>
              </a:rPr>
              <a:t>Agentic AI</a:t>
            </a:r>
          </a:p>
        </p:txBody>
      </p:sp>
    </p:spTree>
    <p:extLst>
      <p:ext uri="{BB962C8B-B14F-4D97-AF65-F5344CB8AC3E}">
        <p14:creationId xmlns:p14="http://schemas.microsoft.com/office/powerpoint/2010/main" val="2480340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1FB40121-5940-3632-C74C-4EB8BE66A2C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AB8A2B3-5FA9-0493-EDD2-F56C9E709E5D}"/>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F85F1832-6E16-9CA0-993F-17D63C0FC69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F85F1832-6E16-9CA0-993F-17D63C0FC69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A643B0-1B76-C216-E6CD-3E57B744288B}"/>
              </a:ext>
            </a:extLst>
          </p:cNvPr>
          <p:cNvSpPr>
            <a:spLocks noGrp="1"/>
          </p:cNvSpPr>
          <p:nvPr>
            <p:ph type="title"/>
          </p:nvPr>
        </p:nvSpPr>
        <p:spPr>
          <a:xfrm>
            <a:off x="456787" y="424481"/>
            <a:ext cx="6519672" cy="588637"/>
          </a:xfrm>
        </p:spPr>
        <p:txBody>
          <a:bodyPr/>
          <a:lstStyle/>
          <a:p>
            <a:r>
              <a:rPr lang="en-US" dirty="0">
                <a:solidFill>
                  <a:schemeClr val="bg1"/>
                </a:solidFill>
              </a:rPr>
              <a:t>Monarch Mind </a:t>
            </a:r>
          </a:p>
        </p:txBody>
      </p:sp>
      <p:sp>
        <p:nvSpPr>
          <p:cNvPr id="7" name="TextBox 6">
            <a:extLst>
              <a:ext uri="{FF2B5EF4-FFF2-40B4-BE49-F238E27FC236}">
                <a16:creationId xmlns:a16="http://schemas.microsoft.com/office/drawing/2014/main" id="{A1E1DE1B-96E6-153F-6298-2FE4671B289C}"/>
              </a:ext>
            </a:extLst>
          </p:cNvPr>
          <p:cNvSpPr txBox="1"/>
          <p:nvPr/>
        </p:nvSpPr>
        <p:spPr>
          <a:xfrm>
            <a:off x="7107172" y="355838"/>
            <a:ext cx="2983746" cy="492443"/>
          </a:xfrm>
          <a:prstGeom prst="rect">
            <a:avLst/>
          </a:prstGeom>
          <a:noFill/>
        </p:spPr>
        <p:txBody>
          <a:bodyPr wrap="square" lIns="91440" tIns="0" rIns="91440" bIns="0" rtlCol="0" anchor="ctr" anchorCtr="0">
            <a:spAutoFit/>
          </a:bodyPr>
          <a:lstStyle/>
          <a:p>
            <a:pPr>
              <a:buClr>
                <a:srgbClr val="000000"/>
              </a:buClr>
              <a:defRPr/>
            </a:pPr>
            <a:r>
              <a:rPr lang="en-US" sz="1600" b="1" kern="0" dirty="0">
                <a:solidFill>
                  <a:srgbClr val="FF540A"/>
                </a:solidFill>
                <a:latin typeface="Arial" panose="020B0604020202020204"/>
                <a:cs typeface="Arial"/>
                <a:sym typeface="Arial"/>
              </a:rPr>
              <a:t>Old Dominion University</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a:buClr>
                <a:srgbClr val="000000"/>
              </a:buClr>
              <a:defRPr/>
            </a:pPr>
            <a:r>
              <a:rPr lang="en-US" sz="1600" b="1" kern="0" dirty="0">
                <a:solidFill>
                  <a:srgbClr val="FF540A"/>
                </a:solidFill>
                <a:latin typeface="Arial" panose="020B0604020202020204"/>
                <a:cs typeface="Arial"/>
                <a:sym typeface="Arial"/>
              </a:rPr>
              <a:t>Norfolk</a:t>
            </a:r>
            <a:r>
              <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rPr>
              <a:t>,</a:t>
            </a:r>
            <a:r>
              <a:rPr lang="en-US" sz="1600" b="1" kern="0" dirty="0">
                <a:solidFill>
                  <a:srgbClr val="FF540A"/>
                </a:solidFill>
                <a:latin typeface="Arial" panose="020B0604020202020204"/>
                <a:cs typeface="Arial"/>
                <a:sym typeface="Arial"/>
              </a:rPr>
              <a:t> VA, USA</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4B1D2F58-9D08-075A-AB65-5E48B87C1B47}"/>
              </a:ext>
            </a:extLst>
          </p:cNvPr>
          <p:cNvGrpSpPr/>
          <p:nvPr/>
        </p:nvGrpSpPr>
        <p:grpSpPr>
          <a:xfrm>
            <a:off x="456787" y="1136923"/>
            <a:ext cx="6013682" cy="1308050"/>
            <a:chOff x="457200" y="1155901"/>
            <a:chExt cx="6013682" cy="1308050"/>
          </a:xfrm>
        </p:grpSpPr>
        <p:sp>
          <p:nvSpPr>
            <p:cNvPr id="40" name="TextBox 39">
              <a:extLst>
                <a:ext uri="{FF2B5EF4-FFF2-40B4-BE49-F238E27FC236}">
                  <a16:creationId xmlns:a16="http://schemas.microsoft.com/office/drawing/2014/main" id="{5F200FC5-EE89-832B-33FF-D89C5F07FFCA}"/>
                </a:ext>
              </a:extLst>
            </p:cNvPr>
            <p:cNvSpPr txBox="1"/>
            <p:nvPr/>
          </p:nvSpPr>
          <p:spPr>
            <a:xfrm>
              <a:off x="457200" y="1155901"/>
              <a:ext cx="601368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ODU faced fragmented and risky AI adoption across teaching, research, and operations, raising security, compliance, and governance concerns. Monarch Mind, a secure, university-hosted AI platform, was launched to unify access to advanced AI capabilities for course design, research, and workflow automation — aligning innovation with trust, compliance, and institutional strategy.</a:t>
              </a:r>
              <a:endParaRPr lang="en-US" dirty="0">
                <a:solidFill>
                  <a:prstClr val="white"/>
                </a:solidFill>
                <a:ea typeface="+mn-lt"/>
                <a:cs typeface="+mn-lt"/>
              </a:endParaRPr>
            </a:p>
          </p:txBody>
        </p:sp>
        <p:cxnSp>
          <p:nvCxnSpPr>
            <p:cNvPr id="42" name="Straight Connector 41">
              <a:extLst>
                <a:ext uri="{FF2B5EF4-FFF2-40B4-BE49-F238E27FC236}">
                  <a16:creationId xmlns:a16="http://schemas.microsoft.com/office/drawing/2014/main" id="{BADD665D-91B2-2CE2-C10F-7917ABE832F7}"/>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CBC92CB1-10F1-AD7F-33A3-0BF19CE611D3}"/>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Artificial Intelligence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Cloud</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Software/Platform/App</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7E72B37A-A8F4-7566-C2B8-B0710A3456F8}"/>
              </a:ext>
            </a:extLst>
          </p:cNvPr>
          <p:cNvGrpSpPr/>
          <p:nvPr/>
        </p:nvGrpSpPr>
        <p:grpSpPr>
          <a:xfrm>
            <a:off x="456787" y="2637129"/>
            <a:ext cx="6121262" cy="1308050"/>
            <a:chOff x="457200" y="1155901"/>
            <a:chExt cx="6121262" cy="1308050"/>
          </a:xfrm>
        </p:grpSpPr>
        <p:sp>
          <p:nvSpPr>
            <p:cNvPr id="45" name="TextBox 44">
              <a:extLst>
                <a:ext uri="{FF2B5EF4-FFF2-40B4-BE49-F238E27FC236}">
                  <a16:creationId xmlns:a16="http://schemas.microsoft.com/office/drawing/2014/main" id="{018C8967-D72B-3F35-E6A1-6D9EEA1BFF7F}"/>
                </a:ext>
              </a:extLst>
            </p:cNvPr>
            <p:cNvSpPr txBox="1"/>
            <p:nvPr/>
          </p:nvSpPr>
          <p:spPr>
            <a:xfrm>
              <a:off x="457200" y="1155901"/>
              <a:ext cx="612126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ODU launched Monarch Mind, a secure, university-hosted generative AI platform that integrates leading and continuously updated foundational models. Developed with input from UISO, technologists, instructional designers, and faculty, Monarch Mind supports instruction, research, and operations, while maintaining compliance, scalability, and adaptability as new AI capabilities emerge.</a:t>
              </a:r>
              <a:endParaRPr lang="en-US" dirty="0">
                <a:solidFill>
                  <a:prstClr val="white"/>
                </a:solidFill>
                <a:ea typeface="+mn-lt"/>
                <a:cs typeface="+mn-lt"/>
              </a:endParaRPr>
            </a:p>
          </p:txBody>
        </p:sp>
        <p:cxnSp>
          <p:nvCxnSpPr>
            <p:cNvPr id="46" name="Straight Connector 45">
              <a:extLst>
                <a:ext uri="{FF2B5EF4-FFF2-40B4-BE49-F238E27FC236}">
                  <a16:creationId xmlns:a16="http://schemas.microsoft.com/office/drawing/2014/main" id="{66495955-44BD-1B9B-54AB-5CB7CE0ABB35}"/>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93CF4C60-40FB-16C8-D234-CD8E6D44CB0D}"/>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98A92BEE-6189-5AB1-2968-1356C18A1454}"/>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4DAA3CC-E088-0A81-F6DA-5CF75C384BCA}"/>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1BD85F9-23A2-F0A7-D0C7-43F60FEE252D}"/>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87218FA3-3362-44B4-D459-7B743C793853}"/>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Generative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Large Language Models (LLM)</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Cybersecurity</a:t>
            </a:r>
            <a:endParaRPr lang="en-US" dirty="0">
              <a:solidFill>
                <a:prstClr val="white"/>
              </a:solidFill>
              <a:cs typeface="Arial"/>
            </a:endParaRPr>
          </a:p>
        </p:txBody>
      </p:sp>
      <p:sp>
        <p:nvSpPr>
          <p:cNvPr id="5" name="TextBox 4">
            <a:extLst>
              <a:ext uri="{FF2B5EF4-FFF2-40B4-BE49-F238E27FC236}">
                <a16:creationId xmlns:a16="http://schemas.microsoft.com/office/drawing/2014/main" id="{41A315FC-412F-FB9F-1D01-C98C45BCA2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7</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B0EC8075-384A-4DAC-841F-470C5AFD262A}"/>
              </a:ext>
            </a:extLst>
          </p:cNvPr>
          <p:cNvGrpSpPr/>
          <p:nvPr/>
        </p:nvGrpSpPr>
        <p:grpSpPr>
          <a:xfrm>
            <a:off x="7181063" y="1138435"/>
            <a:ext cx="4631595" cy="2523768"/>
            <a:chOff x="457200" y="4291325"/>
            <a:chExt cx="4631595" cy="2523768"/>
          </a:xfrm>
        </p:grpSpPr>
        <p:sp>
          <p:nvSpPr>
            <p:cNvPr id="17" name="TextBox 16">
              <a:extLst>
                <a:ext uri="{FF2B5EF4-FFF2-40B4-BE49-F238E27FC236}">
                  <a16:creationId xmlns:a16="http://schemas.microsoft.com/office/drawing/2014/main" id="{4DBA2857-7412-9048-672D-B198E56A21DE}"/>
                </a:ext>
              </a:extLst>
            </p:cNvPr>
            <p:cNvSpPr txBox="1"/>
            <p:nvPr/>
          </p:nvSpPr>
          <p:spPr>
            <a:xfrm>
              <a:off x="457201" y="4291325"/>
              <a:ext cx="3949852" cy="2523768"/>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User Adoption</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600+ active users supported; thousands of AI interactions generated in first months.</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Satisfaction</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92% user satisfaction rate; course development timelines reduced by up to 30%.</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Training and Growth:</a:t>
              </a:r>
              <a:r>
                <a:rPr lang="en-US" sz="1200" dirty="0">
                  <a:solidFill>
                    <a:prstClr val="black"/>
                  </a:solidFill>
                  <a:ea typeface="+mn-lt"/>
                  <a:cs typeface="+mn-lt"/>
                </a:rPr>
                <a:t> Weekly adoption rising; training sessions at capacity; measurable gains in efficiency and productivity.</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C3CD6E53-333A-E8ED-C69E-07F3D07D1532}"/>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4698956B-4F4C-8486-8420-A41BD998B9E0}"/>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1795805-9E3A-0875-A556-A3017ABC2606}"/>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Monarch Mind is fostering a cultural shift — normalizing responsible AI use across campus.</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  </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Senior Executive at </a:t>
            </a:r>
            <a:r>
              <a:rPr lang="en-US" sz="1200" kern="0" dirty="0">
                <a:solidFill>
                  <a:srgbClr val="000000"/>
                </a:solidFill>
                <a:latin typeface="Arial"/>
                <a:cs typeface="Arial"/>
                <a:sym typeface="Arial"/>
              </a:rPr>
              <a:t>Old Dominion University</a:t>
            </a:r>
            <a:endParaRPr kumimoji="0" lang="en-US" sz="12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F4215417-B88D-E758-26D2-C8D1494EBEFA}"/>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C472B3CD-5901-DE38-C0F8-F3D78BDC903B}"/>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77EB8639-5653-CB58-0E16-E43028B00BE1}"/>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33831460-C9F2-CCED-925B-700ECFE9871E}"/>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Old Dominion University, Norfolk, VA, USA</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12" name="Picture 11" descr="Old Dominion University logo | U.S. Geological Survey">
            <a:extLst>
              <a:ext uri="{FF2B5EF4-FFF2-40B4-BE49-F238E27FC236}">
                <a16:creationId xmlns:a16="http://schemas.microsoft.com/office/drawing/2014/main" id="{0B469D95-3694-7C02-9382-B535AD885E3A}"/>
              </a:ext>
            </a:extLst>
          </p:cNvPr>
          <p:cNvPicPr>
            <a:picLocks noChangeAspect="1"/>
          </p:cNvPicPr>
          <p:nvPr/>
        </p:nvPicPr>
        <p:blipFill>
          <a:blip r:embed="rId10"/>
          <a:stretch>
            <a:fillRect/>
          </a:stretch>
        </p:blipFill>
        <p:spPr>
          <a:xfrm>
            <a:off x="9997440" y="171442"/>
            <a:ext cx="1910079" cy="845835"/>
          </a:xfrm>
          <a:prstGeom prst="rect">
            <a:avLst/>
          </a:prstGeom>
        </p:spPr>
      </p:pic>
      <p:pic>
        <p:nvPicPr>
          <p:cNvPr id="2" name="Picture 1" descr="A blue and black logo&#10;&#10;AI-generated content may be incorrect.">
            <a:extLst>
              <a:ext uri="{FF2B5EF4-FFF2-40B4-BE49-F238E27FC236}">
                <a16:creationId xmlns:a16="http://schemas.microsoft.com/office/drawing/2014/main" id="{A94371A6-2AD8-9E7F-3841-41FA191DA0E8}"/>
              </a:ext>
            </a:extLst>
          </p:cNvPr>
          <p:cNvPicPr>
            <a:picLocks noChangeAspect="1"/>
          </p:cNvPicPr>
          <p:nvPr/>
        </p:nvPicPr>
        <p:blipFill>
          <a:blip r:embed="rId11"/>
          <a:stretch>
            <a:fillRect/>
          </a:stretch>
        </p:blipFill>
        <p:spPr>
          <a:xfrm>
            <a:off x="11431493" y="1695680"/>
            <a:ext cx="333261" cy="371269"/>
          </a:xfrm>
          <a:prstGeom prst="rect">
            <a:avLst/>
          </a:prstGeom>
        </p:spPr>
      </p:pic>
      <p:pic>
        <p:nvPicPr>
          <p:cNvPr id="11" name="Picture 10" descr="A blue thumb up symbol&#10;&#10;AI-generated content may be incorrect.">
            <a:extLst>
              <a:ext uri="{FF2B5EF4-FFF2-40B4-BE49-F238E27FC236}">
                <a16:creationId xmlns:a16="http://schemas.microsoft.com/office/drawing/2014/main" id="{B56540AE-E2E6-B7D7-4F26-A5ECA064B555}"/>
              </a:ext>
            </a:extLst>
          </p:cNvPr>
          <p:cNvPicPr>
            <a:picLocks noChangeAspect="1"/>
          </p:cNvPicPr>
          <p:nvPr/>
        </p:nvPicPr>
        <p:blipFill>
          <a:blip r:embed="rId12"/>
          <a:stretch>
            <a:fillRect/>
          </a:stretch>
        </p:blipFill>
        <p:spPr>
          <a:xfrm>
            <a:off x="11422312" y="2402940"/>
            <a:ext cx="352999" cy="370580"/>
          </a:xfrm>
          <a:prstGeom prst="rect">
            <a:avLst/>
          </a:prstGeom>
        </p:spPr>
      </p:pic>
      <p:pic>
        <p:nvPicPr>
          <p:cNvPr id="13" name="Picture 12" descr="A blue arrow pointing up&#10;&#10;AI-generated content may be incorrect.">
            <a:extLst>
              <a:ext uri="{FF2B5EF4-FFF2-40B4-BE49-F238E27FC236}">
                <a16:creationId xmlns:a16="http://schemas.microsoft.com/office/drawing/2014/main" id="{9FF6C800-F534-9818-A224-4DED1581E3F7}"/>
              </a:ext>
            </a:extLst>
          </p:cNvPr>
          <p:cNvPicPr>
            <a:picLocks noChangeAspect="1"/>
          </p:cNvPicPr>
          <p:nvPr/>
        </p:nvPicPr>
        <p:blipFill>
          <a:blip r:embed="rId13"/>
          <a:stretch>
            <a:fillRect/>
          </a:stretch>
        </p:blipFill>
        <p:spPr>
          <a:xfrm>
            <a:off x="11417721" y="3202695"/>
            <a:ext cx="364842" cy="314899"/>
          </a:xfrm>
          <a:prstGeom prst="rect">
            <a:avLst/>
          </a:prstGeom>
        </p:spPr>
      </p:pic>
    </p:spTree>
    <p:extLst>
      <p:ext uri="{BB962C8B-B14F-4D97-AF65-F5344CB8AC3E}">
        <p14:creationId xmlns:p14="http://schemas.microsoft.com/office/powerpoint/2010/main" val="35196949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0D065B2A-36C9-FAA6-BD4A-E4C9E1FAE44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1293F8D-D9DA-4063-2C62-BF6C836EC5E4}"/>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49A5EFB1-0BB9-46E5-F546-61CED7EE3E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49A5EFB1-0BB9-46E5-F546-61CED7EE3EC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6429A60-8712-DA11-7A70-310F0108A240}"/>
              </a:ext>
            </a:extLst>
          </p:cNvPr>
          <p:cNvSpPr>
            <a:spLocks noGrp="1"/>
          </p:cNvSpPr>
          <p:nvPr>
            <p:ph type="title"/>
          </p:nvPr>
        </p:nvSpPr>
        <p:spPr>
          <a:xfrm>
            <a:off x="456787" y="424481"/>
            <a:ext cx="6519672" cy="588637"/>
          </a:xfrm>
        </p:spPr>
        <p:txBody>
          <a:bodyPr/>
          <a:lstStyle/>
          <a:p>
            <a:r>
              <a:rPr lang="en-US" dirty="0" err="1">
                <a:solidFill>
                  <a:schemeClr val="bg1"/>
                </a:solidFill>
              </a:rPr>
              <a:t>MentorAI</a:t>
            </a:r>
            <a:endParaRPr lang="en-US" dirty="0">
              <a:solidFill>
                <a:schemeClr val="bg1"/>
              </a:solidFill>
            </a:endParaRPr>
          </a:p>
        </p:txBody>
      </p:sp>
      <p:sp>
        <p:nvSpPr>
          <p:cNvPr id="7" name="TextBox 6">
            <a:extLst>
              <a:ext uri="{FF2B5EF4-FFF2-40B4-BE49-F238E27FC236}">
                <a16:creationId xmlns:a16="http://schemas.microsoft.com/office/drawing/2014/main" id="{55686D41-39A4-2EA2-4E03-AF6F09BEC451}"/>
              </a:ext>
            </a:extLst>
          </p:cNvPr>
          <p:cNvSpPr txBox="1"/>
          <p:nvPr/>
        </p:nvSpPr>
        <p:spPr>
          <a:xfrm>
            <a:off x="7107172" y="355838"/>
            <a:ext cx="2983746" cy="492443"/>
          </a:xfrm>
          <a:prstGeom prst="rect">
            <a:avLst/>
          </a:prstGeom>
          <a:noFill/>
        </p:spPr>
        <p:txBody>
          <a:bodyPr wrap="square" lIns="91440" tIns="0" rIns="91440" bIns="0" rtlCol="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Syracuse University</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New York, USA </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sp>
        <p:nvSpPr>
          <p:cNvPr id="8" name="Rectangle 7">
            <a:extLst>
              <a:ext uri="{FF2B5EF4-FFF2-40B4-BE49-F238E27FC236}">
                <a16:creationId xmlns:a16="http://schemas.microsoft.com/office/drawing/2014/main" id="{4D0F55EA-84D7-D72E-9518-F5395205EEA9}"/>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Artificial Intelligence (AI)</a:t>
            </a:r>
          </a:p>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Agentic AI</a:t>
            </a:r>
          </a:p>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Data and Analytics</a:t>
            </a:r>
            <a:endParaRPr kumimoji="0" lang="en-US" sz="1200" b="0" i="0" u="none" strike="noStrike" kern="0" cap="none" spc="0" normalizeH="0" baseline="0" noProof="0" dirty="0">
              <a:ln>
                <a:noFill/>
              </a:ln>
              <a:solidFill>
                <a:prstClr val="white"/>
              </a:solidFill>
              <a:effectLst/>
              <a:uLnTx/>
              <a:uFillTx/>
              <a:latin typeface="Arial"/>
              <a:ea typeface="+mn-ea"/>
              <a:cs typeface="Arial"/>
              <a:sym typeface="Arial"/>
            </a:endParaRPr>
          </a:p>
        </p:txBody>
      </p:sp>
      <p:grpSp>
        <p:nvGrpSpPr>
          <p:cNvPr id="43" name="Group 42">
            <a:extLst>
              <a:ext uri="{FF2B5EF4-FFF2-40B4-BE49-F238E27FC236}">
                <a16:creationId xmlns:a16="http://schemas.microsoft.com/office/drawing/2014/main" id="{6B714120-7BB9-3152-C2B8-8B9AEC92748D}"/>
              </a:ext>
            </a:extLst>
          </p:cNvPr>
          <p:cNvGrpSpPr/>
          <p:nvPr/>
        </p:nvGrpSpPr>
        <p:grpSpPr>
          <a:xfrm>
            <a:off x="456787" y="1136923"/>
            <a:ext cx="6013682" cy="1123384"/>
            <a:chOff x="457200" y="1155901"/>
            <a:chExt cx="6013682" cy="1123384"/>
          </a:xfrm>
        </p:grpSpPr>
        <p:sp>
          <p:nvSpPr>
            <p:cNvPr id="40" name="TextBox 39">
              <a:extLst>
                <a:ext uri="{FF2B5EF4-FFF2-40B4-BE49-F238E27FC236}">
                  <a16:creationId xmlns:a16="http://schemas.microsoft.com/office/drawing/2014/main" id="{9504E17C-F8AB-2C01-1AD1-222FE60BF3AD}"/>
                </a:ext>
              </a:extLst>
            </p:cNvPr>
            <p:cNvSpPr txBox="1"/>
            <p:nvPr/>
          </p:nvSpPr>
          <p:spPr>
            <a:xfrm>
              <a:off x="457200" y="1155901"/>
              <a:ext cx="601368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Syracuse University faced the challenge of implementing an AI platform that could effectively support personalized learning and administrative services at scale for over 20,000 students and 6,000 classes. It needed to scale while ensuring equitable access and maintaining data security.</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2" name="Straight Connector 41">
              <a:extLst>
                <a:ext uri="{FF2B5EF4-FFF2-40B4-BE49-F238E27FC236}">
                  <a16:creationId xmlns:a16="http://schemas.microsoft.com/office/drawing/2014/main" id="{0463DF33-5A3E-61A3-09BF-25D69C6F2B09}"/>
                </a:ext>
              </a:extLst>
            </p:cNvPr>
            <p:cNvCxnSpPr>
              <a:cxnSpLocks/>
            </p:cNvCxnSpPr>
            <p:nvPr/>
          </p:nvCxnSpPr>
          <p:spPr>
            <a:xfrm>
              <a:off x="460379" y="1451326"/>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F696D9B7-593A-0938-D832-67A7FAF14ABB}"/>
              </a:ext>
            </a:extLst>
          </p:cNvPr>
          <p:cNvGrpSpPr/>
          <p:nvPr/>
        </p:nvGrpSpPr>
        <p:grpSpPr>
          <a:xfrm>
            <a:off x="456787" y="2637129"/>
            <a:ext cx="6121262" cy="1308050"/>
            <a:chOff x="457200" y="1155901"/>
            <a:chExt cx="6121262" cy="1308050"/>
          </a:xfrm>
        </p:grpSpPr>
        <p:sp>
          <p:nvSpPr>
            <p:cNvPr id="45" name="TextBox 44">
              <a:extLst>
                <a:ext uri="{FF2B5EF4-FFF2-40B4-BE49-F238E27FC236}">
                  <a16:creationId xmlns:a16="http://schemas.microsoft.com/office/drawing/2014/main" id="{5CEC8328-F9E2-78B2-102A-C3A37E26EA47}"/>
                </a:ext>
              </a:extLst>
            </p:cNvPr>
            <p:cNvSpPr txBox="1"/>
            <p:nvPr/>
          </p:nvSpPr>
          <p:spPr>
            <a:xfrm>
              <a:off x="457200" y="1155901"/>
              <a:ext cx="612126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marL="0" marR="0" lvl="0" indent="0" algn="l" defTabSz="457200" rtl="0" eaLnBrk="1" fontAlgn="auto" latinLnBrk="0" hangingPunct="1">
                <a:lnSpc>
                  <a:spcPct val="100000"/>
                </a:lnSpc>
                <a:spcBef>
                  <a:spcPts val="600"/>
                </a:spcBef>
                <a:spcAft>
                  <a:spcPts val="0"/>
                </a:spcAft>
                <a:buClrTx/>
                <a:buSzTx/>
                <a:buFontTx/>
                <a:buNone/>
                <a:tabLst/>
                <a:defRPr/>
              </a:pPr>
              <a:r>
                <a:rPr lang="en-US" sz="1200" dirty="0">
                  <a:solidFill>
                    <a:prstClr val="white"/>
                  </a:solidFill>
                  <a:latin typeface="Arial" panose="020B0604020202020204"/>
                </a:rPr>
                <a:t>M</a:t>
              </a:r>
              <a:r>
                <a:rPr kumimoji="0" lang="en-US" sz="1200" b="0" i="0" u="none" strike="noStrike" kern="1200" cap="none" spc="0" normalizeH="0" baseline="0" noProof="0" dirty="0" err="1">
                  <a:ln>
                    <a:noFill/>
                  </a:ln>
                  <a:solidFill>
                    <a:prstClr val="white"/>
                  </a:solidFill>
                  <a:effectLst/>
                  <a:uLnTx/>
                  <a:uFillTx/>
                  <a:latin typeface="Arial" panose="020B0604020202020204"/>
                  <a:ea typeface="+mn-ea"/>
                  <a:cs typeface="+mn-cs"/>
                </a:rPr>
                <a:t>entorAI</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 is an AI platform that enables educators to create customized AI mentors using multimodal data for applications such as simulations, study support, and practice quizzes. The platform uses agentic AI, dynamic selection of LLMs, and advanced supervision. Initial pilots demonstrated </a:t>
              </a:r>
              <a:r>
                <a:rPr lang="en-US" sz="1200" dirty="0">
                  <a:solidFill>
                    <a:prstClr val="white"/>
                  </a:solidFill>
                  <a:latin typeface="Arial" panose="020B0604020202020204"/>
                </a:rPr>
                <a:t>M</a:t>
              </a:r>
              <a:r>
                <a:rPr kumimoji="0" lang="en-US" sz="1200" b="0" i="0" u="none" strike="noStrike" kern="1200" cap="none" spc="0" normalizeH="0" baseline="0" noProof="0" dirty="0" err="1">
                  <a:ln>
                    <a:noFill/>
                  </a:ln>
                  <a:solidFill>
                    <a:prstClr val="white"/>
                  </a:solidFill>
                  <a:effectLst/>
                  <a:uLnTx/>
                  <a:uFillTx/>
                  <a:latin typeface="Arial" panose="020B0604020202020204"/>
                  <a:ea typeface="+mn-ea"/>
                  <a:cs typeface="+mn-cs"/>
                </a:rPr>
                <a:t>entorAI’s</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 capacity to deliver personalized learning and support at scale, with ongoing enhancements based on classroom feedback.</a:t>
              </a:r>
            </a:p>
          </p:txBody>
        </p:sp>
        <p:cxnSp>
          <p:nvCxnSpPr>
            <p:cNvPr id="46" name="Straight Connector 45">
              <a:extLst>
                <a:ext uri="{FF2B5EF4-FFF2-40B4-BE49-F238E27FC236}">
                  <a16:creationId xmlns:a16="http://schemas.microsoft.com/office/drawing/2014/main" id="{0C122FFF-6C27-1E49-DF37-65BBB9C778A7}"/>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E1448BC9-77C0-0681-DC2A-D612D2023C03}"/>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B5B9A4B7-EC5B-C6DF-4C78-27DE085107EF}"/>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BD4FFC0-152B-8F6E-52E6-2B13C29783F8}"/>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F7A3519-E2DF-CEE1-D70F-8845D5A91184}"/>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CE022DCE-7200-20AF-2BE4-A8DD400DABBA}"/>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Cloud</a:t>
            </a:r>
          </a:p>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Software/Platform/App</a:t>
            </a:r>
          </a:p>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Large Language Models (LLM)</a:t>
            </a:r>
            <a:endParaRPr kumimoji="0" lang="en-US" sz="1200" b="0" i="0" u="none" strike="noStrike" kern="0" cap="none" spc="0" normalizeH="0" baseline="0" noProof="0" dirty="0">
              <a:ln>
                <a:noFill/>
              </a:ln>
              <a:solidFill>
                <a:prstClr val="white"/>
              </a:solidFill>
              <a:effectLst/>
              <a:uLnTx/>
              <a:uFillTx/>
              <a:latin typeface="Arial"/>
              <a:ea typeface="+mn-ea"/>
              <a:cs typeface="Arial"/>
              <a:sym typeface="Arial"/>
            </a:endParaRPr>
          </a:p>
        </p:txBody>
      </p:sp>
      <p:sp>
        <p:nvSpPr>
          <p:cNvPr id="5" name="TextBox 4">
            <a:extLst>
              <a:ext uri="{FF2B5EF4-FFF2-40B4-BE49-F238E27FC236}">
                <a16:creationId xmlns:a16="http://schemas.microsoft.com/office/drawing/2014/main" id="{D0EDBE6F-6770-2F0E-D79A-C7C88BB9B8DB}"/>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8</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2B0BC527-3E5E-73F9-B971-8C649E838E9D}"/>
              </a:ext>
            </a:extLst>
          </p:cNvPr>
          <p:cNvGrpSpPr/>
          <p:nvPr/>
        </p:nvGrpSpPr>
        <p:grpSpPr>
          <a:xfrm>
            <a:off x="7181063" y="1138435"/>
            <a:ext cx="4631595" cy="3077766"/>
            <a:chOff x="457200" y="4291325"/>
            <a:chExt cx="4631595" cy="3077766"/>
          </a:xfrm>
        </p:grpSpPr>
        <p:sp>
          <p:nvSpPr>
            <p:cNvPr id="17" name="TextBox 16">
              <a:extLst>
                <a:ext uri="{FF2B5EF4-FFF2-40B4-BE49-F238E27FC236}">
                  <a16:creationId xmlns:a16="http://schemas.microsoft.com/office/drawing/2014/main" id="{B396D255-5177-BA19-C67E-39875725EAB6}"/>
                </a:ext>
              </a:extLst>
            </p:cNvPr>
            <p:cNvSpPr txBox="1"/>
            <p:nvPr/>
          </p:nvSpPr>
          <p:spPr>
            <a:xfrm>
              <a:off x="457201" y="4291325"/>
              <a:ext cx="3949852" cy="307776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lvl="0" indent="-182880" defTabSz="457200">
                <a:spcBef>
                  <a:spcPts val="2400"/>
                </a:spcBef>
                <a:buFont typeface="Wingdings" panose="05000000000000000000" pitchFamily="2" charset="2"/>
                <a:buChar char="Ø"/>
                <a:defRPr/>
              </a:pP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rPr>
                <a:t>Time Savings: </a:t>
              </a:r>
              <a:r>
                <a:rPr kumimoji="0" lang="en-US" sz="1200" i="0" u="none" strike="noStrike" kern="1200" cap="none" spc="0" normalizeH="0" baseline="0" noProof="0" dirty="0">
                  <a:ln>
                    <a:noFill/>
                  </a:ln>
                  <a:solidFill>
                    <a:prstClr val="black"/>
                  </a:solidFill>
                  <a:effectLst/>
                  <a:uLnTx/>
                  <a:uFillTx/>
                  <a:latin typeface="Arial" panose="020B0604020202020204"/>
                  <a:ea typeface="+mn-ea"/>
                  <a:cs typeface="+mn-cs"/>
                </a:rPr>
                <a:t>Estimated</a:t>
              </a: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rPr>
                <a:t> </a:t>
              </a:r>
              <a:r>
                <a:rPr lang="en-US" sz="1200" dirty="0"/>
                <a:t>5 to 7 hours per week saved. </a:t>
              </a:r>
            </a:p>
            <a:p>
              <a:pPr marL="182880" lvl="0" indent="-182880" defTabSz="457200">
                <a:spcBef>
                  <a:spcPts val="2400"/>
                </a:spcBef>
                <a:buFont typeface="Wingdings" panose="05000000000000000000" pitchFamily="2" charset="2"/>
                <a:buChar char="Ø"/>
                <a:defRPr/>
              </a:pP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rPr>
                <a:t>Increased student support: </a:t>
              </a:r>
              <a:r>
                <a:rPr lang="en-US" sz="1200" dirty="0"/>
                <a:t>Faculty members with classes of any size are now able to offer 24/7 personalized support and engagement with interactive simulations.</a:t>
              </a:r>
            </a:p>
            <a:p>
              <a:pPr marL="182880" lvl="0" indent="-182880" defTabSz="457200">
                <a:spcBef>
                  <a:spcPts val="2400"/>
                </a:spcBef>
                <a:buFont typeface="Wingdings" panose="05000000000000000000" pitchFamily="2" charset="2"/>
                <a:buChar char="Ø"/>
                <a:defRPr/>
              </a:pPr>
              <a:r>
                <a:rPr lang="en-US" sz="1200" b="1" dirty="0"/>
                <a:t>Adoption Growth</a:t>
              </a:r>
              <a:r>
                <a:rPr lang="en-US" sz="1200" dirty="0"/>
                <a:t>: An April showcase drove 30 professors into the Summer Institute, with more on a waitlist. The platform now supports 81 professors and 91 staff, showing strong momentum and institutional alignment during its early deployment.</a:t>
              </a:r>
              <a:endParaRPr lang="en-US" sz="1200" dirty="0">
                <a:solidFill>
                  <a:srgbClr val="FF0000"/>
                </a:solidFill>
                <a:highlight>
                  <a:srgbClr val="FFFF00"/>
                </a:highlight>
              </a:endParaRPr>
            </a:p>
          </p:txBody>
        </p:sp>
        <p:cxnSp>
          <p:nvCxnSpPr>
            <p:cNvPr id="18" name="Straight Connector 17">
              <a:extLst>
                <a:ext uri="{FF2B5EF4-FFF2-40B4-BE49-F238E27FC236}">
                  <a16:creationId xmlns:a16="http://schemas.microsoft.com/office/drawing/2014/main" id="{C363D726-D3E5-0BD5-F230-17605F0C5F4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92B63D39-8B11-4F4B-CC13-49BA0DA83504}"/>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0EA32CB-F314-5022-419B-4620FFBADEE1}"/>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tIns="182880" bIns="91440" rtlCol="0" anchor="ctr"/>
          <a:lstStyle/>
          <a:p>
            <a:pPr lvl="0" algn="ctr" defTabSz="914400">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“Impactful pilots to strategic faculty upskilling validate </a:t>
            </a:r>
            <a:r>
              <a:rPr kumimoji="0" lang="en-US" sz="1200" b="0" i="1" u="none" strike="noStrike" kern="0" cap="none" spc="0" normalizeH="0" baseline="0" noProof="0" dirty="0" err="1">
                <a:ln>
                  <a:noFill/>
                </a:ln>
                <a:solidFill>
                  <a:srgbClr val="000000"/>
                </a:solidFill>
                <a:effectLst/>
                <a:uLnTx/>
                <a:uFillTx/>
                <a:latin typeface="Arial"/>
                <a:ea typeface="+mn-ea"/>
                <a:cs typeface="Arial"/>
                <a:sym typeface="Arial"/>
              </a:rPr>
              <a:t>mentorAI’s</a:t>
            </a: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 design to positively impact tens of thousands, advancing both teaching and operational excellence.”</a:t>
            </a:r>
            <a:b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Syracuse University</a:t>
            </a: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C23174AA-0B18-0817-8E12-7ADC2188FF3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333FA4D5-906B-DC81-240E-F678C4EB2AAF}"/>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0C517E16-2BAB-7A95-6F7F-411DCEF47C0D}"/>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pic>
        <p:nvPicPr>
          <p:cNvPr id="2" name="Picture 4">
            <a:extLst>
              <a:ext uri="{FF2B5EF4-FFF2-40B4-BE49-F238E27FC236}">
                <a16:creationId xmlns:a16="http://schemas.microsoft.com/office/drawing/2014/main" id="{C694C505-3F78-1044-2AAD-57090F46BAB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886241" y="193832"/>
            <a:ext cx="672227" cy="90949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C932B3E-221E-9F41-5C0B-784F512DE0FE}"/>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Education; </a:t>
            </a:r>
            <a:r>
              <a:rPr lang="en-US" sz="800" dirty="0">
                <a:solidFill>
                  <a:prstClr val="white"/>
                </a:solidFill>
                <a:latin typeface="Arial" panose="020B0604020202020204"/>
              </a:rPr>
              <a:t>Syracuse; New York, USA </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pSp>
        <p:nvGrpSpPr>
          <p:cNvPr id="12" name="Group 11">
            <a:extLst>
              <a:ext uri="{FF2B5EF4-FFF2-40B4-BE49-F238E27FC236}">
                <a16:creationId xmlns:a16="http://schemas.microsoft.com/office/drawing/2014/main" id="{8E740C47-C003-4543-AFB7-8B2E708D9715}"/>
              </a:ext>
            </a:extLst>
          </p:cNvPr>
          <p:cNvGrpSpPr/>
          <p:nvPr/>
        </p:nvGrpSpPr>
        <p:grpSpPr bwMode="black">
          <a:xfrm>
            <a:off x="11373668" y="1667983"/>
            <a:ext cx="449641" cy="326077"/>
            <a:chOff x="4565650" y="14154150"/>
            <a:chExt cx="600075" cy="400051"/>
          </a:xfrm>
          <a:solidFill>
            <a:schemeClr val="accent1"/>
          </a:solidFill>
        </p:grpSpPr>
        <p:sp>
          <p:nvSpPr>
            <p:cNvPr id="13" name="Freeform 433">
              <a:extLst>
                <a:ext uri="{FF2B5EF4-FFF2-40B4-BE49-F238E27FC236}">
                  <a16:creationId xmlns:a16="http://schemas.microsoft.com/office/drawing/2014/main" id="{67F6A701-F85E-38AF-E3D1-99BB2BCB68FA}"/>
                </a:ext>
              </a:extLst>
            </p:cNvPr>
            <p:cNvSpPr>
              <a:spLocks/>
            </p:cNvSpPr>
            <p:nvPr/>
          </p:nvSpPr>
          <p:spPr bwMode="black">
            <a:xfrm>
              <a:off x="4779963" y="14233525"/>
              <a:ext cx="169862" cy="171450"/>
            </a:xfrm>
            <a:custGeom>
              <a:avLst/>
              <a:gdLst>
                <a:gd name="T0" fmla="*/ 88 w 107"/>
                <a:gd name="T1" fmla="*/ 37 h 108"/>
                <a:gd name="T2" fmla="*/ 66 w 107"/>
                <a:gd name="T3" fmla="*/ 59 h 108"/>
                <a:gd name="T4" fmla="*/ 66 w 107"/>
                <a:gd name="T5" fmla="*/ 0 h 108"/>
                <a:gd name="T6" fmla="*/ 41 w 107"/>
                <a:gd name="T7" fmla="*/ 0 h 108"/>
                <a:gd name="T8" fmla="*/ 41 w 107"/>
                <a:gd name="T9" fmla="*/ 59 h 108"/>
                <a:gd name="T10" fmla="*/ 19 w 107"/>
                <a:gd name="T11" fmla="*/ 37 h 108"/>
                <a:gd name="T12" fmla="*/ 0 w 107"/>
                <a:gd name="T13" fmla="*/ 54 h 108"/>
                <a:gd name="T14" fmla="*/ 54 w 107"/>
                <a:gd name="T15" fmla="*/ 108 h 108"/>
                <a:gd name="T16" fmla="*/ 107 w 107"/>
                <a:gd name="T17" fmla="*/ 54 h 108"/>
                <a:gd name="T18" fmla="*/ 88 w 107"/>
                <a:gd name="T19" fmla="*/ 37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8">
                  <a:moveTo>
                    <a:pt x="88" y="37"/>
                  </a:moveTo>
                  <a:lnTo>
                    <a:pt x="66" y="59"/>
                  </a:lnTo>
                  <a:lnTo>
                    <a:pt x="66" y="0"/>
                  </a:lnTo>
                  <a:lnTo>
                    <a:pt x="41" y="0"/>
                  </a:lnTo>
                  <a:lnTo>
                    <a:pt x="41" y="59"/>
                  </a:lnTo>
                  <a:lnTo>
                    <a:pt x="19" y="37"/>
                  </a:lnTo>
                  <a:lnTo>
                    <a:pt x="0" y="54"/>
                  </a:lnTo>
                  <a:lnTo>
                    <a:pt x="54" y="108"/>
                  </a:lnTo>
                  <a:lnTo>
                    <a:pt x="107" y="54"/>
                  </a:lnTo>
                  <a:lnTo>
                    <a:pt x="8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434">
              <a:extLst>
                <a:ext uri="{FF2B5EF4-FFF2-40B4-BE49-F238E27FC236}">
                  <a16:creationId xmlns:a16="http://schemas.microsoft.com/office/drawing/2014/main" id="{A966A3C3-0A74-6315-7655-99104C14389B}"/>
                </a:ext>
              </a:extLst>
            </p:cNvPr>
            <p:cNvSpPr>
              <a:spLocks noChangeArrowheads="1"/>
            </p:cNvSpPr>
            <p:nvPr/>
          </p:nvSpPr>
          <p:spPr bwMode="black">
            <a:xfrm>
              <a:off x="4565650" y="14514513"/>
              <a:ext cx="600075" cy="39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435">
              <a:extLst>
                <a:ext uri="{FF2B5EF4-FFF2-40B4-BE49-F238E27FC236}">
                  <a16:creationId xmlns:a16="http://schemas.microsoft.com/office/drawing/2014/main" id="{3F5BA98E-DED9-9CAE-4D7F-32B84A6AEFB7}"/>
                </a:ext>
              </a:extLst>
            </p:cNvPr>
            <p:cNvSpPr>
              <a:spLocks noEditPoints="1"/>
            </p:cNvSpPr>
            <p:nvPr/>
          </p:nvSpPr>
          <p:spPr bwMode="black">
            <a:xfrm>
              <a:off x="4645025" y="14154150"/>
              <a:ext cx="439737" cy="320675"/>
            </a:xfrm>
            <a:custGeom>
              <a:avLst/>
              <a:gdLst>
                <a:gd name="T0" fmla="*/ 252 w 277"/>
                <a:gd name="T1" fmla="*/ 176 h 202"/>
                <a:gd name="T2" fmla="*/ 25 w 277"/>
                <a:gd name="T3" fmla="*/ 176 h 202"/>
                <a:gd name="T4" fmla="*/ 25 w 277"/>
                <a:gd name="T5" fmla="*/ 25 h 202"/>
                <a:gd name="T6" fmla="*/ 252 w 277"/>
                <a:gd name="T7" fmla="*/ 25 h 202"/>
                <a:gd name="T8" fmla="*/ 252 w 277"/>
                <a:gd name="T9" fmla="*/ 176 h 202"/>
                <a:gd name="T10" fmla="*/ 277 w 277"/>
                <a:gd name="T11" fmla="*/ 0 h 202"/>
                <a:gd name="T12" fmla="*/ 0 w 277"/>
                <a:gd name="T13" fmla="*/ 0 h 202"/>
                <a:gd name="T14" fmla="*/ 0 w 277"/>
                <a:gd name="T15" fmla="*/ 202 h 202"/>
                <a:gd name="T16" fmla="*/ 277 w 277"/>
                <a:gd name="T17" fmla="*/ 202 h 202"/>
                <a:gd name="T18" fmla="*/ 277 w 277"/>
                <a:gd name="T19"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7" h="202">
                  <a:moveTo>
                    <a:pt x="252" y="176"/>
                  </a:moveTo>
                  <a:lnTo>
                    <a:pt x="25" y="176"/>
                  </a:lnTo>
                  <a:lnTo>
                    <a:pt x="25" y="25"/>
                  </a:lnTo>
                  <a:lnTo>
                    <a:pt x="252" y="25"/>
                  </a:lnTo>
                  <a:lnTo>
                    <a:pt x="252" y="176"/>
                  </a:lnTo>
                  <a:close/>
                  <a:moveTo>
                    <a:pt x="277" y="0"/>
                  </a:moveTo>
                  <a:lnTo>
                    <a:pt x="0" y="0"/>
                  </a:lnTo>
                  <a:lnTo>
                    <a:pt x="0" y="202"/>
                  </a:lnTo>
                  <a:lnTo>
                    <a:pt x="277" y="202"/>
                  </a:lnTo>
                  <a:lnTo>
                    <a:pt x="27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3" name="Freeform 525">
            <a:extLst>
              <a:ext uri="{FF2B5EF4-FFF2-40B4-BE49-F238E27FC236}">
                <a16:creationId xmlns:a16="http://schemas.microsoft.com/office/drawing/2014/main" id="{23C300C2-6986-83D8-81E4-AB0124666709}"/>
              </a:ext>
            </a:extLst>
          </p:cNvPr>
          <p:cNvSpPr>
            <a:spLocks noEditPoints="1"/>
          </p:cNvSpPr>
          <p:nvPr/>
        </p:nvSpPr>
        <p:spPr bwMode="black">
          <a:xfrm>
            <a:off x="11404454" y="2520722"/>
            <a:ext cx="376768" cy="314374"/>
          </a:xfrm>
          <a:custGeom>
            <a:avLst/>
            <a:gdLst>
              <a:gd name="T0" fmla="*/ 176 w 186"/>
              <a:gd name="T1" fmla="*/ 60 h 188"/>
              <a:gd name="T2" fmla="*/ 128 w 186"/>
              <a:gd name="T3" fmla="*/ 60 h 188"/>
              <a:gd name="T4" fmla="*/ 133 w 186"/>
              <a:gd name="T5" fmla="*/ 44 h 188"/>
              <a:gd name="T6" fmla="*/ 111 w 186"/>
              <a:gd name="T7" fmla="*/ 4 h 188"/>
              <a:gd name="T8" fmla="*/ 96 w 186"/>
              <a:gd name="T9" fmla="*/ 0 h 188"/>
              <a:gd name="T10" fmla="*/ 60 w 186"/>
              <a:gd name="T11" fmla="*/ 76 h 188"/>
              <a:gd name="T12" fmla="*/ 40 w 186"/>
              <a:gd name="T13" fmla="*/ 76 h 188"/>
              <a:gd name="T14" fmla="*/ 40 w 186"/>
              <a:gd name="T15" fmla="*/ 59 h 188"/>
              <a:gd name="T16" fmla="*/ 0 w 186"/>
              <a:gd name="T17" fmla="*/ 59 h 188"/>
              <a:gd name="T18" fmla="*/ 0 w 186"/>
              <a:gd name="T19" fmla="*/ 75 h 188"/>
              <a:gd name="T20" fmla="*/ 24 w 186"/>
              <a:gd name="T21" fmla="*/ 75 h 188"/>
              <a:gd name="T22" fmla="*/ 24 w 186"/>
              <a:gd name="T23" fmla="*/ 76 h 188"/>
              <a:gd name="T24" fmla="*/ 24 w 186"/>
              <a:gd name="T25" fmla="*/ 172 h 188"/>
              <a:gd name="T26" fmla="*/ 0 w 186"/>
              <a:gd name="T27" fmla="*/ 172 h 188"/>
              <a:gd name="T28" fmla="*/ 0 w 186"/>
              <a:gd name="T29" fmla="*/ 188 h 188"/>
              <a:gd name="T30" fmla="*/ 40 w 186"/>
              <a:gd name="T31" fmla="*/ 188 h 188"/>
              <a:gd name="T32" fmla="*/ 40 w 186"/>
              <a:gd name="T33" fmla="*/ 172 h 188"/>
              <a:gd name="T34" fmla="*/ 156 w 186"/>
              <a:gd name="T35" fmla="*/ 172 h 188"/>
              <a:gd name="T36" fmla="*/ 157 w 186"/>
              <a:gd name="T37" fmla="*/ 171 h 188"/>
              <a:gd name="T38" fmla="*/ 176 w 186"/>
              <a:gd name="T39" fmla="*/ 60 h 188"/>
              <a:gd name="T40" fmla="*/ 147 w 186"/>
              <a:gd name="T41" fmla="*/ 156 h 188"/>
              <a:gd name="T42" fmla="*/ 40 w 186"/>
              <a:gd name="T43" fmla="*/ 156 h 188"/>
              <a:gd name="T44" fmla="*/ 40 w 186"/>
              <a:gd name="T45" fmla="*/ 92 h 188"/>
              <a:gd name="T46" fmla="*/ 60 w 186"/>
              <a:gd name="T47" fmla="*/ 92 h 188"/>
              <a:gd name="T48" fmla="*/ 70 w 186"/>
              <a:gd name="T49" fmla="*/ 92 h 188"/>
              <a:gd name="T50" fmla="*/ 74 w 186"/>
              <a:gd name="T51" fmla="*/ 83 h 188"/>
              <a:gd name="T52" fmla="*/ 105 w 186"/>
              <a:gd name="T53" fmla="*/ 19 h 188"/>
              <a:gd name="T54" fmla="*/ 107 w 186"/>
              <a:gd name="T55" fmla="*/ 19 h 188"/>
              <a:gd name="T56" fmla="*/ 117 w 186"/>
              <a:gd name="T57" fmla="*/ 27 h 188"/>
              <a:gd name="T58" fmla="*/ 118 w 186"/>
              <a:gd name="T59" fmla="*/ 39 h 188"/>
              <a:gd name="T60" fmla="*/ 113 w 186"/>
              <a:gd name="T61" fmla="*/ 55 h 188"/>
              <a:gd name="T62" fmla="*/ 106 w 186"/>
              <a:gd name="T63" fmla="*/ 76 h 188"/>
              <a:gd name="T64" fmla="*/ 128 w 186"/>
              <a:gd name="T65" fmla="*/ 76 h 188"/>
              <a:gd name="T66" fmla="*/ 163 w 186"/>
              <a:gd name="T67" fmla="*/ 76 h 188"/>
              <a:gd name="T68" fmla="*/ 147 w 186"/>
              <a:gd name="T69" fmla="*/ 15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8">
                <a:moveTo>
                  <a:pt x="176" y="60"/>
                </a:moveTo>
                <a:cubicBezTo>
                  <a:pt x="128" y="60"/>
                  <a:pt x="128" y="60"/>
                  <a:pt x="128" y="60"/>
                </a:cubicBezTo>
                <a:cubicBezTo>
                  <a:pt x="133" y="44"/>
                  <a:pt x="133" y="44"/>
                  <a:pt x="133" y="44"/>
                </a:cubicBezTo>
                <a:cubicBezTo>
                  <a:pt x="139" y="27"/>
                  <a:pt x="129" y="8"/>
                  <a:pt x="111" y="4"/>
                </a:cubicBezTo>
                <a:cubicBezTo>
                  <a:pt x="96" y="0"/>
                  <a:pt x="96" y="0"/>
                  <a:pt x="96" y="0"/>
                </a:cubicBezTo>
                <a:cubicBezTo>
                  <a:pt x="60" y="76"/>
                  <a:pt x="60" y="76"/>
                  <a:pt x="60" y="76"/>
                </a:cubicBezTo>
                <a:cubicBezTo>
                  <a:pt x="40" y="76"/>
                  <a:pt x="40" y="76"/>
                  <a:pt x="40" y="76"/>
                </a:cubicBezTo>
                <a:cubicBezTo>
                  <a:pt x="40" y="59"/>
                  <a:pt x="40" y="59"/>
                  <a:pt x="40" y="59"/>
                </a:cubicBezTo>
                <a:cubicBezTo>
                  <a:pt x="0" y="59"/>
                  <a:pt x="0" y="59"/>
                  <a:pt x="0" y="59"/>
                </a:cubicBezTo>
                <a:cubicBezTo>
                  <a:pt x="0" y="75"/>
                  <a:pt x="0" y="75"/>
                  <a:pt x="0" y="75"/>
                </a:cubicBezTo>
                <a:cubicBezTo>
                  <a:pt x="24" y="75"/>
                  <a:pt x="24" y="75"/>
                  <a:pt x="24" y="75"/>
                </a:cubicBezTo>
                <a:cubicBezTo>
                  <a:pt x="24" y="76"/>
                  <a:pt x="24" y="76"/>
                  <a:pt x="24" y="76"/>
                </a:cubicBezTo>
                <a:cubicBezTo>
                  <a:pt x="24" y="172"/>
                  <a:pt x="24" y="172"/>
                  <a:pt x="24" y="172"/>
                </a:cubicBezTo>
                <a:cubicBezTo>
                  <a:pt x="0" y="172"/>
                  <a:pt x="0" y="172"/>
                  <a:pt x="0" y="172"/>
                </a:cubicBezTo>
                <a:cubicBezTo>
                  <a:pt x="0" y="188"/>
                  <a:pt x="0" y="188"/>
                  <a:pt x="0" y="188"/>
                </a:cubicBezTo>
                <a:cubicBezTo>
                  <a:pt x="40" y="188"/>
                  <a:pt x="40" y="188"/>
                  <a:pt x="40" y="188"/>
                </a:cubicBezTo>
                <a:cubicBezTo>
                  <a:pt x="40" y="172"/>
                  <a:pt x="40" y="172"/>
                  <a:pt x="40" y="172"/>
                </a:cubicBezTo>
                <a:cubicBezTo>
                  <a:pt x="156" y="172"/>
                  <a:pt x="156" y="172"/>
                  <a:pt x="156" y="172"/>
                </a:cubicBezTo>
                <a:cubicBezTo>
                  <a:pt x="157" y="171"/>
                  <a:pt x="157" y="171"/>
                  <a:pt x="157" y="171"/>
                </a:cubicBezTo>
                <a:cubicBezTo>
                  <a:pt x="179" y="139"/>
                  <a:pt x="186" y="98"/>
                  <a:pt x="176" y="60"/>
                </a:cubicBezTo>
                <a:moveTo>
                  <a:pt x="147" y="156"/>
                </a:moveTo>
                <a:cubicBezTo>
                  <a:pt x="40" y="156"/>
                  <a:pt x="40" y="156"/>
                  <a:pt x="40" y="156"/>
                </a:cubicBezTo>
                <a:cubicBezTo>
                  <a:pt x="40" y="92"/>
                  <a:pt x="40" y="92"/>
                  <a:pt x="40" y="92"/>
                </a:cubicBezTo>
                <a:cubicBezTo>
                  <a:pt x="60" y="92"/>
                  <a:pt x="60" y="92"/>
                  <a:pt x="60" y="92"/>
                </a:cubicBezTo>
                <a:cubicBezTo>
                  <a:pt x="70" y="92"/>
                  <a:pt x="70" y="92"/>
                  <a:pt x="70" y="92"/>
                </a:cubicBezTo>
                <a:cubicBezTo>
                  <a:pt x="74" y="83"/>
                  <a:pt x="74" y="83"/>
                  <a:pt x="74" y="83"/>
                </a:cubicBezTo>
                <a:cubicBezTo>
                  <a:pt x="105" y="19"/>
                  <a:pt x="105" y="19"/>
                  <a:pt x="105" y="19"/>
                </a:cubicBezTo>
                <a:cubicBezTo>
                  <a:pt x="107" y="19"/>
                  <a:pt x="107" y="19"/>
                  <a:pt x="107" y="19"/>
                </a:cubicBezTo>
                <a:cubicBezTo>
                  <a:pt x="111" y="20"/>
                  <a:pt x="115" y="23"/>
                  <a:pt x="117" y="27"/>
                </a:cubicBezTo>
                <a:cubicBezTo>
                  <a:pt x="119" y="31"/>
                  <a:pt x="119" y="35"/>
                  <a:pt x="118" y="39"/>
                </a:cubicBezTo>
                <a:cubicBezTo>
                  <a:pt x="113" y="55"/>
                  <a:pt x="113" y="55"/>
                  <a:pt x="113" y="55"/>
                </a:cubicBezTo>
                <a:cubicBezTo>
                  <a:pt x="106" y="76"/>
                  <a:pt x="106" y="76"/>
                  <a:pt x="106" y="76"/>
                </a:cubicBezTo>
                <a:cubicBezTo>
                  <a:pt x="128" y="76"/>
                  <a:pt x="128" y="76"/>
                  <a:pt x="128" y="76"/>
                </a:cubicBezTo>
                <a:cubicBezTo>
                  <a:pt x="163" y="76"/>
                  <a:pt x="163" y="76"/>
                  <a:pt x="163" y="76"/>
                </a:cubicBezTo>
                <a:cubicBezTo>
                  <a:pt x="167" y="104"/>
                  <a:pt x="162" y="132"/>
                  <a:pt x="147" y="156"/>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522">
            <a:extLst>
              <a:ext uri="{FF2B5EF4-FFF2-40B4-BE49-F238E27FC236}">
                <a16:creationId xmlns:a16="http://schemas.microsoft.com/office/drawing/2014/main" id="{09BF14D1-30B4-9791-88CE-EA8C44395AFA}"/>
              </a:ext>
            </a:extLst>
          </p:cNvPr>
          <p:cNvSpPr>
            <a:spLocks noEditPoints="1"/>
          </p:cNvSpPr>
          <p:nvPr/>
        </p:nvSpPr>
        <p:spPr bwMode="black">
          <a:xfrm>
            <a:off x="11402978" y="3616073"/>
            <a:ext cx="348070" cy="400957"/>
          </a:xfrm>
          <a:custGeom>
            <a:avLst/>
            <a:gdLst>
              <a:gd name="T0" fmla="*/ 18 w 170"/>
              <a:gd name="T1" fmla="*/ 53 h 203"/>
              <a:gd name="T2" fmla="*/ 33 w 170"/>
              <a:gd name="T3" fmla="*/ 39 h 203"/>
              <a:gd name="T4" fmla="*/ 18 w 170"/>
              <a:gd name="T5" fmla="*/ 25 h 203"/>
              <a:gd name="T6" fmla="*/ 30 w 170"/>
              <a:gd name="T7" fmla="*/ 13 h 203"/>
              <a:gd name="T8" fmla="*/ 44 w 170"/>
              <a:gd name="T9" fmla="*/ 28 h 203"/>
              <a:gd name="T10" fmla="*/ 58 w 170"/>
              <a:gd name="T11" fmla="*/ 13 h 203"/>
              <a:gd name="T12" fmla="*/ 70 w 170"/>
              <a:gd name="T13" fmla="*/ 25 h 203"/>
              <a:gd name="T14" fmla="*/ 55 w 170"/>
              <a:gd name="T15" fmla="*/ 39 h 203"/>
              <a:gd name="T16" fmla="*/ 70 w 170"/>
              <a:gd name="T17" fmla="*/ 53 h 203"/>
              <a:gd name="T18" fmla="*/ 58 w 170"/>
              <a:gd name="T19" fmla="*/ 65 h 203"/>
              <a:gd name="T20" fmla="*/ 44 w 170"/>
              <a:gd name="T21" fmla="*/ 50 h 203"/>
              <a:gd name="T22" fmla="*/ 30 w 170"/>
              <a:gd name="T23" fmla="*/ 65 h 203"/>
              <a:gd name="T24" fmla="*/ 18 w 170"/>
              <a:gd name="T25" fmla="*/ 53 h 203"/>
              <a:gd name="T26" fmla="*/ 170 w 170"/>
              <a:gd name="T27" fmla="*/ 33 h 203"/>
              <a:gd name="T28" fmla="*/ 158 w 170"/>
              <a:gd name="T29" fmla="*/ 45 h 203"/>
              <a:gd name="T30" fmla="*/ 144 w 170"/>
              <a:gd name="T31" fmla="*/ 30 h 203"/>
              <a:gd name="T32" fmla="*/ 144 w 170"/>
              <a:gd name="T33" fmla="*/ 109 h 203"/>
              <a:gd name="T34" fmla="*/ 36 w 170"/>
              <a:gd name="T35" fmla="*/ 109 h 203"/>
              <a:gd name="T36" fmla="*/ 36 w 170"/>
              <a:gd name="T37" fmla="*/ 148 h 203"/>
              <a:gd name="T38" fmla="*/ 56 w 170"/>
              <a:gd name="T39" fmla="*/ 175 h 203"/>
              <a:gd name="T40" fmla="*/ 28 w 170"/>
              <a:gd name="T41" fmla="*/ 203 h 203"/>
              <a:gd name="T42" fmla="*/ 0 w 170"/>
              <a:gd name="T43" fmla="*/ 175 h 203"/>
              <a:gd name="T44" fmla="*/ 20 w 170"/>
              <a:gd name="T45" fmla="*/ 148 h 203"/>
              <a:gd name="T46" fmla="*/ 19 w 170"/>
              <a:gd name="T47" fmla="*/ 93 h 203"/>
              <a:gd name="T48" fmla="*/ 128 w 170"/>
              <a:gd name="T49" fmla="*/ 93 h 203"/>
              <a:gd name="T50" fmla="*/ 128 w 170"/>
              <a:gd name="T51" fmla="*/ 31 h 203"/>
              <a:gd name="T52" fmla="*/ 114 w 170"/>
              <a:gd name="T53" fmla="*/ 45 h 203"/>
              <a:gd name="T54" fmla="*/ 103 w 170"/>
              <a:gd name="T55" fmla="*/ 33 h 203"/>
              <a:gd name="T56" fmla="*/ 136 w 170"/>
              <a:gd name="T57" fmla="*/ 0 h 203"/>
              <a:gd name="T58" fmla="*/ 170 w 170"/>
              <a:gd name="T59" fmla="*/ 33 h 203"/>
              <a:gd name="T60" fmla="*/ 40 w 170"/>
              <a:gd name="T61" fmla="*/ 175 h 203"/>
              <a:gd name="T62" fmla="*/ 28 w 170"/>
              <a:gd name="T63" fmla="*/ 163 h 203"/>
              <a:gd name="T64" fmla="*/ 16 w 170"/>
              <a:gd name="T65" fmla="*/ 175 h 203"/>
              <a:gd name="T66" fmla="*/ 28 w 170"/>
              <a:gd name="T67" fmla="*/ 187 h 203"/>
              <a:gd name="T68" fmla="*/ 40 w 170"/>
              <a:gd name="T69" fmla="*/ 175 h 203"/>
              <a:gd name="T70" fmla="*/ 135 w 170"/>
              <a:gd name="T71" fmla="*/ 141 h 203"/>
              <a:gd name="T72" fmla="*/ 120 w 170"/>
              <a:gd name="T73" fmla="*/ 156 h 203"/>
              <a:gd name="T74" fmla="*/ 106 w 170"/>
              <a:gd name="T75" fmla="*/ 141 h 203"/>
              <a:gd name="T76" fmla="*/ 95 w 170"/>
              <a:gd name="T77" fmla="*/ 153 h 203"/>
              <a:gd name="T78" fmla="*/ 109 w 170"/>
              <a:gd name="T79" fmla="*/ 167 h 203"/>
              <a:gd name="T80" fmla="*/ 95 w 170"/>
              <a:gd name="T81" fmla="*/ 181 h 203"/>
              <a:gd name="T82" fmla="*/ 106 w 170"/>
              <a:gd name="T83" fmla="*/ 193 h 203"/>
              <a:gd name="T84" fmla="*/ 120 w 170"/>
              <a:gd name="T85" fmla="*/ 178 h 203"/>
              <a:gd name="T86" fmla="*/ 135 w 170"/>
              <a:gd name="T87" fmla="*/ 193 h 203"/>
              <a:gd name="T88" fmla="*/ 146 w 170"/>
              <a:gd name="T89" fmla="*/ 181 h 203"/>
              <a:gd name="T90" fmla="*/ 132 w 170"/>
              <a:gd name="T91" fmla="*/ 167 h 203"/>
              <a:gd name="T92" fmla="*/ 146 w 170"/>
              <a:gd name="T93" fmla="*/ 153 h 203"/>
              <a:gd name="T94" fmla="*/ 135 w 170"/>
              <a:gd name="T95" fmla="*/ 141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0" h="203">
                <a:moveTo>
                  <a:pt x="18" y="53"/>
                </a:moveTo>
                <a:cubicBezTo>
                  <a:pt x="33" y="39"/>
                  <a:pt x="33" y="39"/>
                  <a:pt x="33" y="39"/>
                </a:cubicBezTo>
                <a:cubicBezTo>
                  <a:pt x="18" y="25"/>
                  <a:pt x="18" y="25"/>
                  <a:pt x="18" y="25"/>
                </a:cubicBezTo>
                <a:cubicBezTo>
                  <a:pt x="30" y="13"/>
                  <a:pt x="30" y="13"/>
                  <a:pt x="30" y="13"/>
                </a:cubicBezTo>
                <a:cubicBezTo>
                  <a:pt x="44" y="28"/>
                  <a:pt x="44" y="28"/>
                  <a:pt x="44" y="28"/>
                </a:cubicBezTo>
                <a:cubicBezTo>
                  <a:pt x="58" y="13"/>
                  <a:pt x="58" y="13"/>
                  <a:pt x="58" y="13"/>
                </a:cubicBezTo>
                <a:cubicBezTo>
                  <a:pt x="70" y="25"/>
                  <a:pt x="70" y="25"/>
                  <a:pt x="70" y="25"/>
                </a:cubicBezTo>
                <a:cubicBezTo>
                  <a:pt x="55" y="39"/>
                  <a:pt x="55" y="39"/>
                  <a:pt x="55" y="39"/>
                </a:cubicBezTo>
                <a:cubicBezTo>
                  <a:pt x="70" y="53"/>
                  <a:pt x="70" y="53"/>
                  <a:pt x="70" y="53"/>
                </a:cubicBezTo>
                <a:cubicBezTo>
                  <a:pt x="58" y="65"/>
                  <a:pt x="58" y="65"/>
                  <a:pt x="58" y="65"/>
                </a:cubicBezTo>
                <a:cubicBezTo>
                  <a:pt x="44" y="50"/>
                  <a:pt x="44" y="50"/>
                  <a:pt x="44" y="50"/>
                </a:cubicBezTo>
                <a:cubicBezTo>
                  <a:pt x="30" y="65"/>
                  <a:pt x="30" y="65"/>
                  <a:pt x="30" y="65"/>
                </a:cubicBezTo>
                <a:lnTo>
                  <a:pt x="18" y="53"/>
                </a:lnTo>
                <a:close/>
                <a:moveTo>
                  <a:pt x="170" y="33"/>
                </a:moveTo>
                <a:cubicBezTo>
                  <a:pt x="158" y="45"/>
                  <a:pt x="158" y="45"/>
                  <a:pt x="158" y="45"/>
                </a:cubicBezTo>
                <a:cubicBezTo>
                  <a:pt x="144" y="30"/>
                  <a:pt x="144" y="30"/>
                  <a:pt x="144" y="30"/>
                </a:cubicBezTo>
                <a:cubicBezTo>
                  <a:pt x="144" y="109"/>
                  <a:pt x="144" y="109"/>
                  <a:pt x="144" y="109"/>
                </a:cubicBezTo>
                <a:cubicBezTo>
                  <a:pt x="36" y="109"/>
                  <a:pt x="36" y="109"/>
                  <a:pt x="36" y="109"/>
                </a:cubicBezTo>
                <a:cubicBezTo>
                  <a:pt x="36" y="148"/>
                  <a:pt x="36" y="148"/>
                  <a:pt x="36" y="148"/>
                </a:cubicBezTo>
                <a:cubicBezTo>
                  <a:pt x="48" y="152"/>
                  <a:pt x="56" y="162"/>
                  <a:pt x="56" y="175"/>
                </a:cubicBezTo>
                <a:cubicBezTo>
                  <a:pt x="56" y="190"/>
                  <a:pt x="43" y="203"/>
                  <a:pt x="28" y="203"/>
                </a:cubicBezTo>
                <a:cubicBezTo>
                  <a:pt x="13" y="203"/>
                  <a:pt x="0" y="190"/>
                  <a:pt x="0" y="175"/>
                </a:cubicBezTo>
                <a:cubicBezTo>
                  <a:pt x="0" y="162"/>
                  <a:pt x="8" y="152"/>
                  <a:pt x="20" y="148"/>
                </a:cubicBezTo>
                <a:cubicBezTo>
                  <a:pt x="19" y="93"/>
                  <a:pt x="19" y="93"/>
                  <a:pt x="19" y="93"/>
                </a:cubicBezTo>
                <a:cubicBezTo>
                  <a:pt x="128" y="93"/>
                  <a:pt x="128" y="93"/>
                  <a:pt x="128" y="93"/>
                </a:cubicBezTo>
                <a:cubicBezTo>
                  <a:pt x="128" y="31"/>
                  <a:pt x="128" y="31"/>
                  <a:pt x="128" y="31"/>
                </a:cubicBezTo>
                <a:cubicBezTo>
                  <a:pt x="114" y="45"/>
                  <a:pt x="114" y="45"/>
                  <a:pt x="114" y="45"/>
                </a:cubicBezTo>
                <a:cubicBezTo>
                  <a:pt x="103" y="33"/>
                  <a:pt x="103" y="33"/>
                  <a:pt x="103" y="33"/>
                </a:cubicBezTo>
                <a:cubicBezTo>
                  <a:pt x="136" y="0"/>
                  <a:pt x="136" y="0"/>
                  <a:pt x="136" y="0"/>
                </a:cubicBezTo>
                <a:lnTo>
                  <a:pt x="170" y="33"/>
                </a:lnTo>
                <a:close/>
                <a:moveTo>
                  <a:pt x="40" y="175"/>
                </a:moveTo>
                <a:cubicBezTo>
                  <a:pt x="40" y="168"/>
                  <a:pt x="35" y="163"/>
                  <a:pt x="28" y="163"/>
                </a:cubicBezTo>
                <a:cubicBezTo>
                  <a:pt x="21" y="163"/>
                  <a:pt x="16" y="168"/>
                  <a:pt x="16" y="175"/>
                </a:cubicBezTo>
                <a:cubicBezTo>
                  <a:pt x="16" y="182"/>
                  <a:pt x="21" y="187"/>
                  <a:pt x="28" y="187"/>
                </a:cubicBezTo>
                <a:cubicBezTo>
                  <a:pt x="35" y="187"/>
                  <a:pt x="40" y="182"/>
                  <a:pt x="40" y="175"/>
                </a:cubicBezTo>
                <a:moveTo>
                  <a:pt x="135" y="141"/>
                </a:moveTo>
                <a:cubicBezTo>
                  <a:pt x="120" y="156"/>
                  <a:pt x="120" y="156"/>
                  <a:pt x="120" y="156"/>
                </a:cubicBezTo>
                <a:cubicBezTo>
                  <a:pt x="106" y="141"/>
                  <a:pt x="106" y="141"/>
                  <a:pt x="106" y="141"/>
                </a:cubicBezTo>
                <a:cubicBezTo>
                  <a:pt x="95" y="153"/>
                  <a:pt x="95" y="153"/>
                  <a:pt x="95" y="153"/>
                </a:cubicBezTo>
                <a:cubicBezTo>
                  <a:pt x="109" y="167"/>
                  <a:pt x="109" y="167"/>
                  <a:pt x="109" y="167"/>
                </a:cubicBezTo>
                <a:cubicBezTo>
                  <a:pt x="95" y="181"/>
                  <a:pt x="95" y="181"/>
                  <a:pt x="95" y="181"/>
                </a:cubicBezTo>
                <a:cubicBezTo>
                  <a:pt x="106" y="193"/>
                  <a:pt x="106" y="193"/>
                  <a:pt x="106" y="193"/>
                </a:cubicBezTo>
                <a:cubicBezTo>
                  <a:pt x="120" y="178"/>
                  <a:pt x="120" y="178"/>
                  <a:pt x="120" y="178"/>
                </a:cubicBezTo>
                <a:cubicBezTo>
                  <a:pt x="135" y="193"/>
                  <a:pt x="135" y="193"/>
                  <a:pt x="135" y="193"/>
                </a:cubicBezTo>
                <a:cubicBezTo>
                  <a:pt x="146" y="181"/>
                  <a:pt x="146" y="181"/>
                  <a:pt x="146" y="181"/>
                </a:cubicBezTo>
                <a:cubicBezTo>
                  <a:pt x="132" y="167"/>
                  <a:pt x="132" y="167"/>
                  <a:pt x="132" y="167"/>
                </a:cubicBezTo>
                <a:cubicBezTo>
                  <a:pt x="146" y="153"/>
                  <a:pt x="146" y="153"/>
                  <a:pt x="146" y="153"/>
                </a:cubicBezTo>
                <a:lnTo>
                  <a:pt x="135" y="14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496117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AI Fluency Initiative</a:t>
            </a:r>
            <a:endParaRPr lang="en-US" dirty="0"/>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55839"/>
            <a:ext cx="2983746"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sym typeface="Arial"/>
              </a:rPr>
              <a:t>Texas State University</a:t>
            </a:r>
            <a:endParaRPr lang="en-US" dirty="0">
              <a:ea typeface="+mn-ea"/>
            </a:endParaRPr>
          </a:p>
          <a:p>
            <a:pPr>
              <a:defRPr/>
            </a:pPr>
            <a:r>
              <a:rPr lang="en-US" sz="1600" b="1" kern="0" dirty="0">
                <a:solidFill>
                  <a:srgbClr val="FF540A"/>
                </a:solidFill>
                <a:ea typeface="+mn-lt"/>
                <a:cs typeface="+mn-lt"/>
                <a:sym typeface="Arial"/>
              </a:rPr>
              <a:t>San Marcos, United States</a:t>
            </a:r>
            <a:endParaRPr lang="en-US" b="1" dirty="0">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938719"/>
            <a:chOff x="457200" y="1155901"/>
            <a:chExt cx="6013682" cy="938719"/>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938719"/>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AI technologies are revolutionizing higher education, but pervasive AI literacy gaps among university stakeholders delay adoption and impede progress. These gaps are due to apprehension about AI-driven changes and inadequate learning opportunities.</a:t>
              </a:r>
              <a:endParaRPr lang="en-US" dirty="0">
                <a:solidFill>
                  <a:schemeClr val="bg2"/>
                </a:solidFil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490941"/>
            <a:ext cx="6121262" cy="1677382"/>
            <a:chOff x="457200" y="1204803"/>
            <a:chExt cx="6121262" cy="1345574"/>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204803"/>
              <a:ext cx="6121262" cy="134557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Texas State has deployed MS Copilot and Copilot for M365, </a:t>
              </a:r>
              <a:r>
                <a:rPr lang="en-US" sz="1200" dirty="0">
                  <a:solidFill>
                    <a:schemeClr val="bg1"/>
                  </a:solidFill>
                  <a:ea typeface="+mn-lt"/>
                  <a:cs typeface="+mn-lt"/>
                </a:rPr>
                <a:t>boosting stakeholder engagement and confidence with advanced AI in a secure environment. The goals were to build fluency, foster discourse, incentivize learning and pilot chatbots. Supported by an AI Community of Practice, workshops, resources and an upcoming badging program, the initiative tackles resistance by offering various learning opportunities. Divisions like the McCoy College of Business, College of Health Professions and College of Education are collaborating with IT's AI Ambassadors, reflecting increased confidence.</a:t>
              </a:r>
              <a:endParaRPr lang="en-US" dirty="0">
                <a:solidFill>
                  <a:schemeClr val="bg1"/>
                </a:solidFil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104709" y="2380127"/>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3631763"/>
            <a:chOff x="457200" y="4291325"/>
            <a:chExt cx="4631595" cy="3631763"/>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3631763"/>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Peak user engagement:</a:t>
              </a:r>
              <a:r>
                <a:rPr lang="en-US" sz="1200" dirty="0">
                  <a:solidFill>
                    <a:prstClr val="black"/>
                  </a:solidFill>
                  <a:ea typeface="+mn-lt"/>
                  <a:cs typeface="+mn-lt"/>
                </a:rPr>
                <a:t> Peak active user rates exceed 90%, and </a:t>
              </a:r>
              <a:r>
                <a:rPr lang="en-US" sz="1200" dirty="0">
                  <a:ea typeface="+mn-lt"/>
                  <a:cs typeface="+mn-lt"/>
                </a:rPr>
                <a:t>the Copilot Professional Learning Community (PLC) now includes 240 members.</a:t>
              </a:r>
              <a:endParaRPr lang="en-US" sz="1200" b="1" i="0" u="none" strike="noStrike" kern="1200" cap="none" spc="0" normalizeH="0" baseline="0" noProof="0" dirty="0">
                <a:ln>
                  <a:noFill/>
                </a:ln>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ea typeface="+mn-lt"/>
                  <a:cs typeface="+mn-lt"/>
                </a:rPr>
                <a:t>Steady workshop participation:</a:t>
              </a:r>
              <a:r>
                <a:rPr lang="en-US" sz="1200" dirty="0">
                  <a:ea typeface="+mn-lt"/>
                  <a:cs typeface="+mn-lt"/>
                </a:rPr>
                <a:t> Despite the summer programming launch, 68% of invited participants attended recent workshops, with more than 300 faculty engagements over the course of five sessions.</a:t>
              </a:r>
              <a:endParaRPr lang="en-US" sz="1200" b="1" i="0" u="none" strike="noStrike" kern="1200" cap="none" spc="0" normalizeH="0" baseline="0" noProof="0" dirty="0">
                <a:ln>
                  <a:noFill/>
                </a:ln>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ea typeface="+mn-lt"/>
                  <a:cs typeface="+mn-lt"/>
                </a:rPr>
                <a:t>Increased adoption and usage</a:t>
              </a:r>
              <a:r>
                <a:rPr kumimoji="0" lang="en-US" sz="1200" b="1" i="0" u="none" strike="noStrike" kern="1200" cap="none" spc="0" normalizeH="0" baseline="0" noProof="0" dirty="0">
                  <a:ln>
                    <a:noFill/>
                  </a:ln>
                  <a:effectLst/>
                  <a:uLnTx/>
                  <a:uFillTx/>
                  <a:ea typeface="+mn-lt"/>
                  <a:cs typeface="+mn-lt"/>
                </a:rPr>
                <a:t>: </a:t>
              </a:r>
            </a:p>
            <a:p>
              <a:pPr marL="640080" lvl="1" indent="-182880" defTabSz="457200">
                <a:buFont typeface="Wingdings" panose="05000000000000000000" pitchFamily="2" charset="2"/>
                <a:buChar char="Ø"/>
                <a:defRPr/>
              </a:pPr>
              <a:r>
                <a:rPr kumimoji="0" lang="en-US" sz="1200" i="0" u="none" strike="noStrike" kern="1200" cap="none" spc="0" normalizeH="0" baseline="0" noProof="0" dirty="0">
                  <a:ln>
                    <a:noFill/>
                  </a:ln>
                  <a:effectLst/>
                  <a:uLnTx/>
                  <a:uFillTx/>
                  <a:ea typeface="+mn-lt"/>
                  <a:cs typeface="+mn-lt"/>
                </a:rPr>
                <a:t>90+ stakeholders enrolled in “</a:t>
              </a:r>
              <a:r>
                <a:rPr lang="en-US" sz="1200" dirty="0">
                  <a:ea typeface="+mn-lt"/>
                  <a:cs typeface="+mn-lt"/>
                </a:rPr>
                <a:t>Getting Started with AI” Canvas course </a:t>
              </a:r>
              <a:r>
                <a:rPr kumimoji="0" lang="en-US" sz="1200" i="0" u="none" strike="noStrike" kern="1200" cap="none" spc="0" normalizeH="0" baseline="0" noProof="0" dirty="0">
                  <a:ln>
                    <a:noFill/>
                  </a:ln>
                  <a:effectLst/>
                  <a:uLnTx/>
                  <a:uFillTx/>
                  <a:ea typeface="+mn-lt"/>
                  <a:cs typeface="+mn-lt"/>
                </a:rPr>
                <a:t>since launch. </a:t>
              </a:r>
            </a:p>
            <a:p>
              <a:pPr marL="640080" lvl="1" indent="-182880" defTabSz="457200">
                <a:buFont typeface="Wingdings" panose="05000000000000000000" pitchFamily="2" charset="2"/>
                <a:buChar char="Ø"/>
                <a:defRPr/>
              </a:pPr>
              <a:r>
                <a:rPr lang="en-US" sz="1200" dirty="0">
                  <a:ea typeface="+mn-lt"/>
                  <a:cs typeface="+mn-lt"/>
                </a:rPr>
                <a:t>300 premium licenses purchased for faculty and key staff, the greatest number purchased by any Texas IHE to date. </a:t>
              </a:r>
              <a:endParaRPr lang="en-US" dirty="0"/>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Texas State’s dual approach drives comprehensive adoption and integration of AI technologies, addressing the educational needs of students and supporting the work of faculty and staff</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1"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ea typeface="+mn-lt"/>
                <a:cs typeface="+mn-lt"/>
                <a:sym typeface="Arial"/>
              </a:rPr>
              <a:t>Texas State University</a:t>
            </a:r>
            <a:endParaRPr lang="en-US" sz="1200" b="0" i="0" u="none" strike="noStrike" kern="0" cap="none" spc="0" normalizeH="0" baseline="0" noProof="0" dirty="0">
              <a:ln>
                <a:noFill/>
              </a:ln>
              <a:solidFill>
                <a:srgbClr val="000000"/>
              </a:solidFill>
              <a:effectLst/>
              <a:uLnTx/>
              <a:uFillTx/>
              <a:ea typeface="+mn-lt"/>
              <a:cs typeface="+mn-lt"/>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Texas</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State University, San Marcos, United States</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p>
        </p:txBody>
      </p:sp>
      <p:sp>
        <p:nvSpPr>
          <p:cNvPr id="24" name="Rectangle 23">
            <a:extLst>
              <a:ext uri="{FF2B5EF4-FFF2-40B4-BE49-F238E27FC236}">
                <a16:creationId xmlns:a16="http://schemas.microsoft.com/office/drawing/2014/main" id="{42AEB67B-A9FB-8741-DCBB-B274280CF306}"/>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sym typeface="Arial"/>
              </a:rPr>
              <a:t>Collaboration</a:t>
            </a:r>
            <a:endParaRPr kumimoji="0" lang="en-US" sz="1200" b="0" i="0" u="none" strike="noStrike" kern="0" cap="none" spc="0" normalizeH="0" baseline="0" noProof="0" dirty="0">
              <a:ln>
                <a:noFill/>
              </a:ln>
              <a:solidFill>
                <a:prstClr val="white"/>
              </a:solidFill>
              <a:effectLst/>
              <a:uLnTx/>
              <a:uFillTx/>
              <a:latin typeface="Arial"/>
              <a:ea typeface="+mn-ea"/>
              <a:cs typeface="Arial"/>
              <a:sym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rPr>
              <a:t>Natural language processing</a:t>
            </a:r>
          </a:p>
          <a:p>
            <a:pPr marL="171450" indent="-171450">
              <a:spcBef>
                <a:spcPts val="1200"/>
              </a:spcBef>
              <a:buClr>
                <a:prstClr val="white"/>
              </a:buClr>
              <a:buFont typeface="Wingdings" panose="05000000000000000000" pitchFamily="2" charset="2"/>
              <a:buChar char="Ø"/>
              <a:defRPr/>
            </a:pPr>
            <a:r>
              <a:rPr lang="en-US" sz="1200" b="0" i="0" u="none" strike="noStrike" kern="0" cap="none" spc="0" normalizeH="0" baseline="0" noProof="0" dirty="0">
                <a:ln>
                  <a:noFill/>
                </a:ln>
                <a:solidFill>
                  <a:prstClr val="white"/>
                </a:solidFill>
                <a:effectLst/>
                <a:uLnTx/>
                <a:uFillTx/>
                <a:latin typeface="Arial"/>
                <a:cs typeface="Arial"/>
              </a:rPr>
              <a:t>Hyperautomation</a:t>
            </a:r>
          </a:p>
        </p:txBody>
      </p:sp>
      <p:sp>
        <p:nvSpPr>
          <p:cNvPr id="26" name="Rectangle 25">
            <a:extLst>
              <a:ext uri="{FF2B5EF4-FFF2-40B4-BE49-F238E27FC236}">
                <a16:creationId xmlns:a16="http://schemas.microsoft.com/office/drawing/2014/main" id="{C169A4EF-1044-9BA3-624C-88406B14CE5D}"/>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Generative AI</a:t>
            </a:r>
            <a:endParaRPr lang="en-US" sz="1200" kern="0" dirty="0">
              <a:solidFill>
                <a:prstClr val="white"/>
              </a:solidFil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cs typeface="Arial"/>
              </a:rPr>
              <a:t>Chatbots/virtual assistants</a:t>
            </a: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latin typeface="Arial"/>
                <a:cs typeface="Arial"/>
                <a:sym typeface="Arial"/>
              </a:rPr>
              <a:t>Administrative systems</a:t>
            </a:r>
            <a:endParaRPr lang="en-US" dirty="0">
              <a:solidFill>
                <a:prstClr val="white"/>
              </a:solidFill>
              <a:ea typeface="+mn-ea"/>
            </a:endParaRPr>
          </a:p>
        </p:txBody>
      </p:sp>
      <p:sp>
        <p:nvSpPr>
          <p:cNvPr id="12" name="Freeform: Shape 11">
            <a:extLst>
              <a:ext uri="{FF2B5EF4-FFF2-40B4-BE49-F238E27FC236}">
                <a16:creationId xmlns:a16="http://schemas.microsoft.com/office/drawing/2014/main" id="{1BABF2FD-2C02-6FB4-8E05-1F7D5DF91353}"/>
              </a:ext>
            </a:extLst>
          </p:cNvPr>
          <p:cNvSpPr/>
          <p:nvPr/>
        </p:nvSpPr>
        <p:spPr>
          <a:xfrm>
            <a:off x="11431995" y="1733518"/>
            <a:ext cx="381000" cy="485775"/>
          </a:xfrm>
          <a:custGeom>
            <a:avLst/>
            <a:gdLst>
              <a:gd name="connsiteX0" fmla="*/ 7144 w 381000"/>
              <a:gd name="connsiteY0" fmla="*/ 410242 h 485775"/>
              <a:gd name="connsiteX1" fmla="*/ 45244 w 381000"/>
              <a:gd name="connsiteY1" fmla="*/ 410242 h 485775"/>
              <a:gd name="connsiteX2" fmla="*/ 45244 w 381000"/>
              <a:gd name="connsiteY2" fmla="*/ 486442 h 485775"/>
              <a:gd name="connsiteX3" fmla="*/ 7144 w 381000"/>
              <a:gd name="connsiteY3" fmla="*/ 486442 h 485775"/>
              <a:gd name="connsiteX4" fmla="*/ 7144 w 381000"/>
              <a:gd name="connsiteY4" fmla="*/ 410242 h 485775"/>
              <a:gd name="connsiteX5" fmla="*/ 83344 w 381000"/>
              <a:gd name="connsiteY5" fmla="*/ 486442 h 485775"/>
              <a:gd name="connsiteX6" fmla="*/ 121444 w 381000"/>
              <a:gd name="connsiteY6" fmla="*/ 486442 h 485775"/>
              <a:gd name="connsiteX7" fmla="*/ 121444 w 381000"/>
              <a:gd name="connsiteY7" fmla="*/ 400717 h 485775"/>
              <a:gd name="connsiteX8" fmla="*/ 83344 w 381000"/>
              <a:gd name="connsiteY8" fmla="*/ 400717 h 485775"/>
              <a:gd name="connsiteX9" fmla="*/ 83344 w 381000"/>
              <a:gd name="connsiteY9" fmla="*/ 486442 h 485775"/>
              <a:gd name="connsiteX10" fmla="*/ 159544 w 381000"/>
              <a:gd name="connsiteY10" fmla="*/ 486442 h 485775"/>
              <a:gd name="connsiteX11" fmla="*/ 197644 w 381000"/>
              <a:gd name="connsiteY11" fmla="*/ 486442 h 485775"/>
              <a:gd name="connsiteX12" fmla="*/ 197644 w 381000"/>
              <a:gd name="connsiteY12" fmla="*/ 372142 h 485775"/>
              <a:gd name="connsiteX13" fmla="*/ 159544 w 381000"/>
              <a:gd name="connsiteY13" fmla="*/ 372142 h 485775"/>
              <a:gd name="connsiteX14" fmla="*/ 159544 w 381000"/>
              <a:gd name="connsiteY14" fmla="*/ 486442 h 485775"/>
              <a:gd name="connsiteX15" fmla="*/ 235744 w 381000"/>
              <a:gd name="connsiteY15" fmla="*/ 486442 h 485775"/>
              <a:gd name="connsiteX16" fmla="*/ 273844 w 381000"/>
              <a:gd name="connsiteY16" fmla="*/ 486442 h 485775"/>
              <a:gd name="connsiteX17" fmla="*/ 273844 w 381000"/>
              <a:gd name="connsiteY17" fmla="*/ 324517 h 485775"/>
              <a:gd name="connsiteX18" fmla="*/ 235744 w 381000"/>
              <a:gd name="connsiteY18" fmla="*/ 324517 h 485775"/>
              <a:gd name="connsiteX19" fmla="*/ 235744 w 381000"/>
              <a:gd name="connsiteY19" fmla="*/ 486442 h 485775"/>
              <a:gd name="connsiteX20" fmla="*/ 311944 w 381000"/>
              <a:gd name="connsiteY20" fmla="*/ 486442 h 485775"/>
              <a:gd name="connsiteX21" fmla="*/ 350044 w 381000"/>
              <a:gd name="connsiteY21" fmla="*/ 486442 h 485775"/>
              <a:gd name="connsiteX22" fmla="*/ 350044 w 381000"/>
              <a:gd name="connsiteY22" fmla="*/ 219742 h 485775"/>
              <a:gd name="connsiteX23" fmla="*/ 311944 w 381000"/>
              <a:gd name="connsiteY23" fmla="*/ 219742 h 485775"/>
              <a:gd name="connsiteX24" fmla="*/ 311944 w 381000"/>
              <a:gd name="connsiteY24" fmla="*/ 486442 h 485775"/>
              <a:gd name="connsiteX25" fmla="*/ 293180 w 381000"/>
              <a:gd name="connsiteY25" fmla="*/ 7144 h 485775"/>
              <a:gd name="connsiteX26" fmla="*/ 208312 w 381000"/>
              <a:gd name="connsiteY26" fmla="*/ 92012 h 485775"/>
              <a:gd name="connsiteX27" fmla="*/ 235267 w 381000"/>
              <a:gd name="connsiteY27" fmla="*/ 118967 h 485775"/>
              <a:gd name="connsiteX28" fmla="*/ 274130 w 381000"/>
              <a:gd name="connsiteY28" fmla="*/ 80105 h 485775"/>
              <a:gd name="connsiteX29" fmla="*/ 274130 w 381000"/>
              <a:gd name="connsiteY29" fmla="*/ 86487 h 485775"/>
              <a:gd name="connsiteX30" fmla="*/ 26479 w 381000"/>
              <a:gd name="connsiteY30" fmla="*/ 334137 h 485775"/>
              <a:gd name="connsiteX31" fmla="*/ 7429 w 381000"/>
              <a:gd name="connsiteY31" fmla="*/ 334137 h 485775"/>
              <a:gd name="connsiteX32" fmla="*/ 7429 w 381000"/>
              <a:gd name="connsiteY32" fmla="*/ 372237 h 485775"/>
              <a:gd name="connsiteX33" fmla="*/ 26479 w 381000"/>
              <a:gd name="connsiteY33" fmla="*/ 372237 h 485775"/>
              <a:gd name="connsiteX34" fmla="*/ 312230 w 381000"/>
              <a:gd name="connsiteY34" fmla="*/ 86392 h 485775"/>
              <a:gd name="connsiteX35" fmla="*/ 312230 w 381000"/>
              <a:gd name="connsiteY35" fmla="*/ 80105 h 485775"/>
              <a:gd name="connsiteX36" fmla="*/ 351187 w 381000"/>
              <a:gd name="connsiteY36" fmla="*/ 119063 h 485775"/>
              <a:gd name="connsiteX37" fmla="*/ 378143 w 381000"/>
              <a:gd name="connsiteY37" fmla="*/ 92107 h 485775"/>
              <a:gd name="connsiteX38" fmla="*/ 293180 w 381000"/>
              <a:gd name="connsiteY38" fmla="*/ 714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1000" h="485775">
                <a:moveTo>
                  <a:pt x="7144" y="410242"/>
                </a:moveTo>
                <a:lnTo>
                  <a:pt x="45244" y="410242"/>
                </a:lnTo>
                <a:lnTo>
                  <a:pt x="45244" y="486442"/>
                </a:lnTo>
                <a:lnTo>
                  <a:pt x="7144" y="486442"/>
                </a:lnTo>
                <a:lnTo>
                  <a:pt x="7144" y="410242"/>
                </a:lnTo>
                <a:close/>
                <a:moveTo>
                  <a:pt x="83344" y="486442"/>
                </a:moveTo>
                <a:lnTo>
                  <a:pt x="121444" y="486442"/>
                </a:lnTo>
                <a:lnTo>
                  <a:pt x="121444" y="400717"/>
                </a:lnTo>
                <a:lnTo>
                  <a:pt x="83344" y="400717"/>
                </a:lnTo>
                <a:lnTo>
                  <a:pt x="83344" y="486442"/>
                </a:lnTo>
                <a:close/>
                <a:moveTo>
                  <a:pt x="159544" y="486442"/>
                </a:moveTo>
                <a:lnTo>
                  <a:pt x="197644" y="486442"/>
                </a:lnTo>
                <a:lnTo>
                  <a:pt x="197644" y="372142"/>
                </a:lnTo>
                <a:lnTo>
                  <a:pt x="159544" y="372142"/>
                </a:lnTo>
                <a:lnTo>
                  <a:pt x="159544" y="486442"/>
                </a:lnTo>
                <a:close/>
                <a:moveTo>
                  <a:pt x="235744" y="486442"/>
                </a:moveTo>
                <a:lnTo>
                  <a:pt x="273844" y="486442"/>
                </a:lnTo>
                <a:lnTo>
                  <a:pt x="273844" y="324517"/>
                </a:lnTo>
                <a:lnTo>
                  <a:pt x="235744" y="324517"/>
                </a:lnTo>
                <a:lnTo>
                  <a:pt x="235744" y="486442"/>
                </a:lnTo>
                <a:close/>
                <a:moveTo>
                  <a:pt x="311944" y="486442"/>
                </a:moveTo>
                <a:lnTo>
                  <a:pt x="350044" y="486442"/>
                </a:lnTo>
                <a:lnTo>
                  <a:pt x="350044" y="219742"/>
                </a:lnTo>
                <a:lnTo>
                  <a:pt x="311944" y="219742"/>
                </a:lnTo>
                <a:lnTo>
                  <a:pt x="311944" y="486442"/>
                </a:lnTo>
                <a:close/>
                <a:moveTo>
                  <a:pt x="293180" y="7144"/>
                </a:moveTo>
                <a:lnTo>
                  <a:pt x="208312" y="92012"/>
                </a:lnTo>
                <a:lnTo>
                  <a:pt x="235267" y="118967"/>
                </a:lnTo>
                <a:lnTo>
                  <a:pt x="274130" y="80105"/>
                </a:lnTo>
                <a:lnTo>
                  <a:pt x="274130" y="86487"/>
                </a:lnTo>
                <a:cubicBezTo>
                  <a:pt x="274130" y="223076"/>
                  <a:pt x="163068" y="334137"/>
                  <a:pt x="26479" y="334137"/>
                </a:cubicBezTo>
                <a:lnTo>
                  <a:pt x="7429" y="334137"/>
                </a:lnTo>
                <a:lnTo>
                  <a:pt x="7429" y="372237"/>
                </a:lnTo>
                <a:lnTo>
                  <a:pt x="26479" y="372237"/>
                </a:lnTo>
                <a:cubicBezTo>
                  <a:pt x="184023" y="372237"/>
                  <a:pt x="312230" y="244030"/>
                  <a:pt x="312230" y="86392"/>
                </a:cubicBezTo>
                <a:lnTo>
                  <a:pt x="312230" y="80105"/>
                </a:lnTo>
                <a:lnTo>
                  <a:pt x="351187" y="119063"/>
                </a:lnTo>
                <a:lnTo>
                  <a:pt x="378143" y="92107"/>
                </a:lnTo>
                <a:lnTo>
                  <a:pt x="293180" y="7144"/>
                </a:lnTo>
                <a:close/>
              </a:path>
            </a:pathLst>
          </a:custGeom>
          <a:solidFill>
            <a:srgbClr val="002856"/>
          </a:soli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9A13379B-2123-0D91-8E5E-0390F073528D}"/>
              </a:ext>
            </a:extLst>
          </p:cNvPr>
          <p:cNvSpPr/>
          <p:nvPr/>
        </p:nvSpPr>
        <p:spPr>
          <a:xfrm>
            <a:off x="11262697" y="2868013"/>
            <a:ext cx="543323" cy="363651"/>
          </a:xfrm>
          <a:custGeom>
            <a:avLst/>
            <a:gdLst>
              <a:gd name="connsiteX0" fmla="*/ 624173 w 685800"/>
              <a:gd name="connsiteY0" fmla="*/ 169069 h 428625"/>
              <a:gd name="connsiteX1" fmla="*/ 664369 w 685800"/>
              <a:gd name="connsiteY1" fmla="*/ 95250 h 428625"/>
              <a:gd name="connsiteX2" fmla="*/ 576263 w 685800"/>
              <a:gd name="connsiteY2" fmla="*/ 7144 h 428625"/>
              <a:gd name="connsiteX3" fmla="*/ 488156 w 685800"/>
              <a:gd name="connsiteY3" fmla="*/ 95250 h 428625"/>
              <a:gd name="connsiteX4" fmla="*/ 528352 w 685800"/>
              <a:gd name="connsiteY4" fmla="*/ 169069 h 428625"/>
              <a:gd name="connsiteX5" fmla="*/ 488632 w 685800"/>
              <a:gd name="connsiteY5" fmla="*/ 169069 h 428625"/>
              <a:gd name="connsiteX6" fmla="*/ 423863 w 685800"/>
              <a:gd name="connsiteY6" fmla="*/ 140494 h 428625"/>
              <a:gd name="connsiteX7" fmla="*/ 359092 w 685800"/>
              <a:gd name="connsiteY7" fmla="*/ 169069 h 428625"/>
              <a:gd name="connsiteX8" fmla="*/ 319373 w 685800"/>
              <a:gd name="connsiteY8" fmla="*/ 169069 h 428625"/>
              <a:gd name="connsiteX9" fmla="*/ 359569 w 685800"/>
              <a:gd name="connsiteY9" fmla="*/ 95250 h 428625"/>
              <a:gd name="connsiteX10" fmla="*/ 271463 w 685800"/>
              <a:gd name="connsiteY10" fmla="*/ 7144 h 428625"/>
              <a:gd name="connsiteX11" fmla="*/ 183356 w 685800"/>
              <a:gd name="connsiteY11" fmla="*/ 95250 h 428625"/>
              <a:gd name="connsiteX12" fmla="*/ 223552 w 685800"/>
              <a:gd name="connsiteY12" fmla="*/ 169069 h 428625"/>
              <a:gd name="connsiteX13" fmla="*/ 183832 w 685800"/>
              <a:gd name="connsiteY13" fmla="*/ 169069 h 428625"/>
              <a:gd name="connsiteX14" fmla="*/ 119063 w 685800"/>
              <a:gd name="connsiteY14" fmla="*/ 140494 h 428625"/>
              <a:gd name="connsiteX15" fmla="*/ 30956 w 685800"/>
              <a:gd name="connsiteY15" fmla="*/ 228600 h 428625"/>
              <a:gd name="connsiteX16" fmla="*/ 71152 w 685800"/>
              <a:gd name="connsiteY16" fmla="*/ 302419 h 428625"/>
              <a:gd name="connsiteX17" fmla="*/ 7144 w 685800"/>
              <a:gd name="connsiteY17" fmla="*/ 302419 h 428625"/>
              <a:gd name="connsiteX18" fmla="*/ 7144 w 685800"/>
              <a:gd name="connsiteY18" fmla="*/ 423863 h 428625"/>
              <a:gd name="connsiteX19" fmla="*/ 40481 w 685800"/>
              <a:gd name="connsiteY19" fmla="*/ 423863 h 428625"/>
              <a:gd name="connsiteX20" fmla="*/ 40481 w 685800"/>
              <a:gd name="connsiteY20" fmla="*/ 335756 h 428625"/>
              <a:gd name="connsiteX21" fmla="*/ 197644 w 685800"/>
              <a:gd name="connsiteY21" fmla="*/ 335756 h 428625"/>
              <a:gd name="connsiteX22" fmla="*/ 197644 w 685800"/>
              <a:gd name="connsiteY22" fmla="*/ 423863 h 428625"/>
              <a:gd name="connsiteX23" fmla="*/ 230981 w 685800"/>
              <a:gd name="connsiteY23" fmla="*/ 423863 h 428625"/>
              <a:gd name="connsiteX24" fmla="*/ 230981 w 685800"/>
              <a:gd name="connsiteY24" fmla="*/ 302419 h 428625"/>
              <a:gd name="connsiteX25" fmla="*/ 166973 w 685800"/>
              <a:gd name="connsiteY25" fmla="*/ 302419 h 428625"/>
              <a:gd name="connsiteX26" fmla="*/ 207169 w 685800"/>
              <a:gd name="connsiteY26" fmla="*/ 228600 h 428625"/>
              <a:gd name="connsiteX27" fmla="*/ 203168 w 685800"/>
              <a:gd name="connsiteY27" fmla="*/ 202406 h 428625"/>
              <a:gd name="connsiteX28" fmla="*/ 339661 w 685800"/>
              <a:gd name="connsiteY28" fmla="*/ 202406 h 428625"/>
              <a:gd name="connsiteX29" fmla="*/ 335661 w 685800"/>
              <a:gd name="connsiteY29" fmla="*/ 228600 h 428625"/>
              <a:gd name="connsiteX30" fmla="*/ 375856 w 685800"/>
              <a:gd name="connsiteY30" fmla="*/ 302419 h 428625"/>
              <a:gd name="connsiteX31" fmla="*/ 311848 w 685800"/>
              <a:gd name="connsiteY31" fmla="*/ 302419 h 428625"/>
              <a:gd name="connsiteX32" fmla="*/ 311848 w 685800"/>
              <a:gd name="connsiteY32" fmla="*/ 423863 h 428625"/>
              <a:gd name="connsiteX33" fmla="*/ 345186 w 685800"/>
              <a:gd name="connsiteY33" fmla="*/ 423863 h 428625"/>
              <a:gd name="connsiteX34" fmla="*/ 345186 w 685800"/>
              <a:gd name="connsiteY34" fmla="*/ 335756 h 428625"/>
              <a:gd name="connsiteX35" fmla="*/ 502348 w 685800"/>
              <a:gd name="connsiteY35" fmla="*/ 335756 h 428625"/>
              <a:gd name="connsiteX36" fmla="*/ 502348 w 685800"/>
              <a:gd name="connsiteY36" fmla="*/ 423863 h 428625"/>
              <a:gd name="connsiteX37" fmla="*/ 535686 w 685800"/>
              <a:gd name="connsiteY37" fmla="*/ 423863 h 428625"/>
              <a:gd name="connsiteX38" fmla="*/ 535686 w 685800"/>
              <a:gd name="connsiteY38" fmla="*/ 302419 h 428625"/>
              <a:gd name="connsiteX39" fmla="*/ 471678 w 685800"/>
              <a:gd name="connsiteY39" fmla="*/ 302419 h 428625"/>
              <a:gd name="connsiteX40" fmla="*/ 511873 w 685800"/>
              <a:gd name="connsiteY40" fmla="*/ 228600 h 428625"/>
              <a:gd name="connsiteX41" fmla="*/ 507873 w 685800"/>
              <a:gd name="connsiteY41" fmla="*/ 202406 h 428625"/>
              <a:gd name="connsiteX42" fmla="*/ 654748 w 685800"/>
              <a:gd name="connsiteY42" fmla="*/ 202406 h 428625"/>
              <a:gd name="connsiteX43" fmla="*/ 654748 w 685800"/>
              <a:gd name="connsiteY43" fmla="*/ 366713 h 428625"/>
              <a:gd name="connsiteX44" fmla="*/ 688086 w 685800"/>
              <a:gd name="connsiteY44" fmla="*/ 366713 h 428625"/>
              <a:gd name="connsiteX45" fmla="*/ 688086 w 685800"/>
              <a:gd name="connsiteY45" fmla="*/ 169069 h 428625"/>
              <a:gd name="connsiteX46" fmla="*/ 624173 w 685800"/>
              <a:gd name="connsiteY46" fmla="*/ 169069 h 428625"/>
              <a:gd name="connsiteX47" fmla="*/ 576263 w 685800"/>
              <a:gd name="connsiteY47" fmla="*/ 40481 h 428625"/>
              <a:gd name="connsiteX48" fmla="*/ 631031 w 685800"/>
              <a:gd name="connsiteY48" fmla="*/ 95250 h 428625"/>
              <a:gd name="connsiteX49" fmla="*/ 576263 w 685800"/>
              <a:gd name="connsiteY49" fmla="*/ 150019 h 428625"/>
              <a:gd name="connsiteX50" fmla="*/ 521494 w 685800"/>
              <a:gd name="connsiteY50" fmla="*/ 95250 h 428625"/>
              <a:gd name="connsiteX51" fmla="*/ 576263 w 685800"/>
              <a:gd name="connsiteY51" fmla="*/ 40481 h 428625"/>
              <a:gd name="connsiteX52" fmla="*/ 271463 w 685800"/>
              <a:gd name="connsiteY52" fmla="*/ 40481 h 428625"/>
              <a:gd name="connsiteX53" fmla="*/ 326231 w 685800"/>
              <a:gd name="connsiteY53" fmla="*/ 95250 h 428625"/>
              <a:gd name="connsiteX54" fmla="*/ 271463 w 685800"/>
              <a:gd name="connsiteY54" fmla="*/ 150019 h 428625"/>
              <a:gd name="connsiteX55" fmla="*/ 216694 w 685800"/>
              <a:gd name="connsiteY55" fmla="*/ 95250 h 428625"/>
              <a:gd name="connsiteX56" fmla="*/ 271463 w 685800"/>
              <a:gd name="connsiteY56" fmla="*/ 40481 h 428625"/>
              <a:gd name="connsiteX57" fmla="*/ 119063 w 685800"/>
              <a:gd name="connsiteY57" fmla="*/ 283369 h 428625"/>
              <a:gd name="connsiteX58" fmla="*/ 64294 w 685800"/>
              <a:gd name="connsiteY58" fmla="*/ 228600 h 428625"/>
              <a:gd name="connsiteX59" fmla="*/ 119063 w 685800"/>
              <a:gd name="connsiteY59" fmla="*/ 173831 h 428625"/>
              <a:gd name="connsiteX60" fmla="*/ 173831 w 685800"/>
              <a:gd name="connsiteY60" fmla="*/ 228600 h 428625"/>
              <a:gd name="connsiteX61" fmla="*/ 119063 w 685800"/>
              <a:gd name="connsiteY61" fmla="*/ 283369 h 428625"/>
              <a:gd name="connsiteX62" fmla="*/ 423863 w 685800"/>
              <a:gd name="connsiteY62" fmla="*/ 283369 h 428625"/>
              <a:gd name="connsiteX63" fmla="*/ 369094 w 685800"/>
              <a:gd name="connsiteY63" fmla="*/ 228600 h 428625"/>
              <a:gd name="connsiteX64" fmla="*/ 423863 w 685800"/>
              <a:gd name="connsiteY64" fmla="*/ 173831 h 428625"/>
              <a:gd name="connsiteX65" fmla="*/ 478631 w 685800"/>
              <a:gd name="connsiteY65" fmla="*/ 228600 h 428625"/>
              <a:gd name="connsiteX66" fmla="*/ 423863 w 685800"/>
              <a:gd name="connsiteY66" fmla="*/ 283369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85800" h="428625">
                <a:moveTo>
                  <a:pt x="624173" y="169069"/>
                </a:moveTo>
                <a:cubicBezTo>
                  <a:pt x="648272" y="153353"/>
                  <a:pt x="664369" y="126111"/>
                  <a:pt x="664369" y="95250"/>
                </a:cubicBezTo>
                <a:cubicBezTo>
                  <a:pt x="664369" y="46672"/>
                  <a:pt x="624840" y="7144"/>
                  <a:pt x="576263" y="7144"/>
                </a:cubicBezTo>
                <a:cubicBezTo>
                  <a:pt x="527685" y="7144"/>
                  <a:pt x="488156" y="46672"/>
                  <a:pt x="488156" y="95250"/>
                </a:cubicBezTo>
                <a:cubicBezTo>
                  <a:pt x="488156" y="126111"/>
                  <a:pt x="504158" y="153353"/>
                  <a:pt x="528352" y="169069"/>
                </a:cubicBezTo>
                <a:lnTo>
                  <a:pt x="488632" y="169069"/>
                </a:lnTo>
                <a:cubicBezTo>
                  <a:pt x="472535" y="151543"/>
                  <a:pt x="449484" y="140494"/>
                  <a:pt x="423863" y="140494"/>
                </a:cubicBezTo>
                <a:cubicBezTo>
                  <a:pt x="398240" y="140494"/>
                  <a:pt x="375190" y="151543"/>
                  <a:pt x="359092" y="169069"/>
                </a:cubicBezTo>
                <a:lnTo>
                  <a:pt x="319373" y="169069"/>
                </a:lnTo>
                <a:cubicBezTo>
                  <a:pt x="343471" y="153353"/>
                  <a:pt x="359569" y="126111"/>
                  <a:pt x="359569" y="95250"/>
                </a:cubicBezTo>
                <a:cubicBezTo>
                  <a:pt x="359569" y="46672"/>
                  <a:pt x="320040" y="7144"/>
                  <a:pt x="271463" y="7144"/>
                </a:cubicBezTo>
                <a:cubicBezTo>
                  <a:pt x="222885" y="7144"/>
                  <a:pt x="183356" y="46672"/>
                  <a:pt x="183356" y="95250"/>
                </a:cubicBezTo>
                <a:cubicBezTo>
                  <a:pt x="183356" y="126111"/>
                  <a:pt x="199358" y="153353"/>
                  <a:pt x="223552" y="169069"/>
                </a:cubicBezTo>
                <a:lnTo>
                  <a:pt x="183832" y="169069"/>
                </a:lnTo>
                <a:cubicBezTo>
                  <a:pt x="167735" y="151543"/>
                  <a:pt x="144684" y="140494"/>
                  <a:pt x="119063" y="140494"/>
                </a:cubicBezTo>
                <a:cubicBezTo>
                  <a:pt x="70485" y="140494"/>
                  <a:pt x="30956" y="180023"/>
                  <a:pt x="30956" y="228600"/>
                </a:cubicBezTo>
                <a:cubicBezTo>
                  <a:pt x="30956" y="259461"/>
                  <a:pt x="46958" y="286703"/>
                  <a:pt x="71152" y="302419"/>
                </a:cubicBezTo>
                <a:lnTo>
                  <a:pt x="7144" y="302419"/>
                </a:lnTo>
                <a:lnTo>
                  <a:pt x="7144" y="423863"/>
                </a:lnTo>
                <a:lnTo>
                  <a:pt x="40481" y="423863"/>
                </a:lnTo>
                <a:lnTo>
                  <a:pt x="40481" y="335756"/>
                </a:lnTo>
                <a:lnTo>
                  <a:pt x="197644" y="335756"/>
                </a:lnTo>
                <a:lnTo>
                  <a:pt x="197644" y="423863"/>
                </a:lnTo>
                <a:lnTo>
                  <a:pt x="230981" y="423863"/>
                </a:lnTo>
                <a:lnTo>
                  <a:pt x="230981" y="302419"/>
                </a:lnTo>
                <a:lnTo>
                  <a:pt x="166973" y="302419"/>
                </a:lnTo>
                <a:cubicBezTo>
                  <a:pt x="191071" y="286703"/>
                  <a:pt x="207169" y="259461"/>
                  <a:pt x="207169" y="228600"/>
                </a:cubicBezTo>
                <a:cubicBezTo>
                  <a:pt x="207169" y="219456"/>
                  <a:pt x="205740" y="210693"/>
                  <a:pt x="203168" y="202406"/>
                </a:cubicBezTo>
                <a:lnTo>
                  <a:pt x="339661" y="202406"/>
                </a:lnTo>
                <a:cubicBezTo>
                  <a:pt x="337090" y="210693"/>
                  <a:pt x="335661" y="219456"/>
                  <a:pt x="335661" y="228600"/>
                </a:cubicBezTo>
                <a:cubicBezTo>
                  <a:pt x="335661" y="259461"/>
                  <a:pt x="351663" y="286703"/>
                  <a:pt x="375856" y="302419"/>
                </a:cubicBezTo>
                <a:lnTo>
                  <a:pt x="311848" y="302419"/>
                </a:lnTo>
                <a:lnTo>
                  <a:pt x="311848" y="423863"/>
                </a:lnTo>
                <a:lnTo>
                  <a:pt x="345186" y="423863"/>
                </a:lnTo>
                <a:lnTo>
                  <a:pt x="345186" y="335756"/>
                </a:lnTo>
                <a:lnTo>
                  <a:pt x="502348" y="335756"/>
                </a:lnTo>
                <a:lnTo>
                  <a:pt x="502348" y="423863"/>
                </a:lnTo>
                <a:lnTo>
                  <a:pt x="535686" y="423863"/>
                </a:lnTo>
                <a:lnTo>
                  <a:pt x="535686" y="302419"/>
                </a:lnTo>
                <a:lnTo>
                  <a:pt x="471678" y="302419"/>
                </a:lnTo>
                <a:cubicBezTo>
                  <a:pt x="495776" y="286703"/>
                  <a:pt x="511873" y="259461"/>
                  <a:pt x="511873" y="228600"/>
                </a:cubicBezTo>
                <a:cubicBezTo>
                  <a:pt x="511873" y="219456"/>
                  <a:pt x="510445" y="210693"/>
                  <a:pt x="507873" y="202406"/>
                </a:cubicBezTo>
                <a:lnTo>
                  <a:pt x="654748" y="202406"/>
                </a:lnTo>
                <a:lnTo>
                  <a:pt x="654748" y="366713"/>
                </a:lnTo>
                <a:lnTo>
                  <a:pt x="688086" y="366713"/>
                </a:lnTo>
                <a:lnTo>
                  <a:pt x="688086" y="169069"/>
                </a:lnTo>
                <a:lnTo>
                  <a:pt x="624173" y="169069"/>
                </a:lnTo>
                <a:close/>
                <a:moveTo>
                  <a:pt x="576263" y="40481"/>
                </a:moveTo>
                <a:cubicBezTo>
                  <a:pt x="606457" y="40481"/>
                  <a:pt x="631031" y="65056"/>
                  <a:pt x="631031" y="95250"/>
                </a:cubicBezTo>
                <a:cubicBezTo>
                  <a:pt x="631031" y="125444"/>
                  <a:pt x="606457" y="150019"/>
                  <a:pt x="576263" y="150019"/>
                </a:cubicBezTo>
                <a:cubicBezTo>
                  <a:pt x="546068" y="150019"/>
                  <a:pt x="521494" y="125444"/>
                  <a:pt x="521494" y="95250"/>
                </a:cubicBezTo>
                <a:cubicBezTo>
                  <a:pt x="521494" y="65056"/>
                  <a:pt x="546068" y="40481"/>
                  <a:pt x="576263" y="40481"/>
                </a:cubicBezTo>
                <a:close/>
                <a:moveTo>
                  <a:pt x="271463" y="40481"/>
                </a:moveTo>
                <a:cubicBezTo>
                  <a:pt x="301657" y="40481"/>
                  <a:pt x="326231" y="65056"/>
                  <a:pt x="326231" y="95250"/>
                </a:cubicBezTo>
                <a:cubicBezTo>
                  <a:pt x="326231" y="125444"/>
                  <a:pt x="301657" y="150019"/>
                  <a:pt x="271463" y="150019"/>
                </a:cubicBezTo>
                <a:cubicBezTo>
                  <a:pt x="241268" y="150019"/>
                  <a:pt x="216694" y="125444"/>
                  <a:pt x="216694" y="95250"/>
                </a:cubicBezTo>
                <a:cubicBezTo>
                  <a:pt x="216694" y="65056"/>
                  <a:pt x="241268" y="40481"/>
                  <a:pt x="271463" y="40481"/>
                </a:cubicBezTo>
                <a:close/>
                <a:moveTo>
                  <a:pt x="119063" y="283369"/>
                </a:moveTo>
                <a:cubicBezTo>
                  <a:pt x="88868" y="283369"/>
                  <a:pt x="64294" y="258794"/>
                  <a:pt x="64294" y="228600"/>
                </a:cubicBezTo>
                <a:cubicBezTo>
                  <a:pt x="64294" y="198406"/>
                  <a:pt x="88868" y="173831"/>
                  <a:pt x="119063" y="173831"/>
                </a:cubicBezTo>
                <a:cubicBezTo>
                  <a:pt x="149257" y="173831"/>
                  <a:pt x="173831" y="198406"/>
                  <a:pt x="173831" y="228600"/>
                </a:cubicBezTo>
                <a:cubicBezTo>
                  <a:pt x="173831" y="258794"/>
                  <a:pt x="149257" y="283369"/>
                  <a:pt x="119063" y="283369"/>
                </a:cubicBezTo>
                <a:close/>
                <a:moveTo>
                  <a:pt x="423863" y="283369"/>
                </a:moveTo>
                <a:cubicBezTo>
                  <a:pt x="393668" y="283369"/>
                  <a:pt x="369094" y="258794"/>
                  <a:pt x="369094" y="228600"/>
                </a:cubicBezTo>
                <a:cubicBezTo>
                  <a:pt x="369094" y="198406"/>
                  <a:pt x="393668" y="173831"/>
                  <a:pt x="423863" y="173831"/>
                </a:cubicBezTo>
                <a:cubicBezTo>
                  <a:pt x="454057" y="173831"/>
                  <a:pt x="478631" y="198406"/>
                  <a:pt x="478631" y="228600"/>
                </a:cubicBezTo>
                <a:cubicBezTo>
                  <a:pt x="478631" y="258794"/>
                  <a:pt x="454057" y="283369"/>
                  <a:pt x="423863" y="283369"/>
                </a:cubicBezTo>
                <a:close/>
              </a:path>
            </a:pathLst>
          </a:custGeom>
          <a:solidFill>
            <a:srgbClr val="002856"/>
          </a:solid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8659C87B-8EAE-47BF-EAAB-6AD085490304}"/>
              </a:ext>
            </a:extLst>
          </p:cNvPr>
          <p:cNvSpPr/>
          <p:nvPr/>
        </p:nvSpPr>
        <p:spPr>
          <a:xfrm>
            <a:off x="11439445" y="3613684"/>
            <a:ext cx="390525" cy="533400"/>
          </a:xfrm>
          <a:custGeom>
            <a:avLst/>
            <a:gdLst>
              <a:gd name="connsiteX0" fmla="*/ 332116 w 390525"/>
              <a:gd name="connsiteY0" fmla="*/ 62960 h 533400"/>
              <a:gd name="connsiteX1" fmla="*/ 197433 w 390525"/>
              <a:gd name="connsiteY1" fmla="*/ 7144 h 533400"/>
              <a:gd name="connsiteX2" fmla="*/ 62749 w 390525"/>
              <a:gd name="connsiteY2" fmla="*/ 62960 h 533400"/>
              <a:gd name="connsiteX3" fmla="*/ 45033 w 390525"/>
              <a:gd name="connsiteY3" fmla="*/ 311563 h 533400"/>
              <a:gd name="connsiteX4" fmla="*/ 45033 w 390525"/>
              <a:gd name="connsiteY4" fmla="*/ 531305 h 533400"/>
              <a:gd name="connsiteX5" fmla="*/ 197433 w 390525"/>
              <a:gd name="connsiteY5" fmla="*/ 465963 h 533400"/>
              <a:gd name="connsiteX6" fmla="*/ 349833 w 390525"/>
              <a:gd name="connsiteY6" fmla="*/ 531305 h 533400"/>
              <a:gd name="connsiteX7" fmla="*/ 349833 w 390525"/>
              <a:gd name="connsiteY7" fmla="*/ 311563 h 533400"/>
              <a:gd name="connsiteX8" fmla="*/ 332116 w 390525"/>
              <a:gd name="connsiteY8" fmla="*/ 62960 h 533400"/>
              <a:gd name="connsiteX9" fmla="*/ 89610 w 390525"/>
              <a:gd name="connsiteY9" fmla="*/ 89916 h 533400"/>
              <a:gd name="connsiteX10" fmla="*/ 197338 w 390525"/>
              <a:gd name="connsiteY10" fmla="*/ 45244 h 533400"/>
              <a:gd name="connsiteX11" fmla="*/ 305065 w 390525"/>
              <a:gd name="connsiteY11" fmla="*/ 89916 h 533400"/>
              <a:gd name="connsiteX12" fmla="*/ 305065 w 390525"/>
              <a:gd name="connsiteY12" fmla="*/ 305467 h 533400"/>
              <a:gd name="connsiteX13" fmla="*/ 197338 w 390525"/>
              <a:gd name="connsiteY13" fmla="*/ 350139 h 533400"/>
              <a:gd name="connsiteX14" fmla="*/ 89610 w 390525"/>
              <a:gd name="connsiteY14" fmla="*/ 305467 h 533400"/>
              <a:gd name="connsiteX15" fmla="*/ 89610 w 390525"/>
              <a:gd name="connsiteY15" fmla="*/ 89916 h 533400"/>
              <a:gd name="connsiteX16" fmla="*/ 197433 w 390525"/>
              <a:gd name="connsiteY16" fmla="*/ 424625 h 533400"/>
              <a:gd name="connsiteX17" fmla="*/ 83133 w 390525"/>
              <a:gd name="connsiteY17" fmla="*/ 473583 h 533400"/>
              <a:gd name="connsiteX18" fmla="*/ 83133 w 390525"/>
              <a:gd name="connsiteY18" fmla="*/ 349853 h 533400"/>
              <a:gd name="connsiteX19" fmla="*/ 197433 w 390525"/>
              <a:gd name="connsiteY19" fmla="*/ 388144 h 533400"/>
              <a:gd name="connsiteX20" fmla="*/ 311733 w 390525"/>
              <a:gd name="connsiteY20" fmla="*/ 349853 h 533400"/>
              <a:gd name="connsiteX21" fmla="*/ 311733 w 390525"/>
              <a:gd name="connsiteY21" fmla="*/ 473583 h 533400"/>
              <a:gd name="connsiteX22" fmla="*/ 197433 w 390525"/>
              <a:gd name="connsiteY22" fmla="*/ 424625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0525" h="533400">
                <a:moveTo>
                  <a:pt x="332116" y="62960"/>
                </a:moveTo>
                <a:cubicBezTo>
                  <a:pt x="296112" y="26956"/>
                  <a:pt x="248296" y="7144"/>
                  <a:pt x="197433" y="7144"/>
                </a:cubicBezTo>
                <a:cubicBezTo>
                  <a:pt x="146569" y="7144"/>
                  <a:pt x="98754" y="26956"/>
                  <a:pt x="62749" y="62960"/>
                </a:cubicBezTo>
                <a:cubicBezTo>
                  <a:pt x="-4973" y="130683"/>
                  <a:pt x="-10784" y="237077"/>
                  <a:pt x="45033" y="311563"/>
                </a:cubicBezTo>
                <a:lnTo>
                  <a:pt x="45033" y="531305"/>
                </a:lnTo>
                <a:lnTo>
                  <a:pt x="197433" y="465963"/>
                </a:lnTo>
                <a:lnTo>
                  <a:pt x="349833" y="531305"/>
                </a:lnTo>
                <a:lnTo>
                  <a:pt x="349833" y="311563"/>
                </a:lnTo>
                <a:cubicBezTo>
                  <a:pt x="405649" y="237077"/>
                  <a:pt x="399839" y="130683"/>
                  <a:pt x="332116" y="62960"/>
                </a:cubicBezTo>
                <a:close/>
                <a:moveTo>
                  <a:pt x="89610" y="89916"/>
                </a:moveTo>
                <a:cubicBezTo>
                  <a:pt x="118375" y="61151"/>
                  <a:pt x="156666" y="45244"/>
                  <a:pt x="197338" y="45244"/>
                </a:cubicBezTo>
                <a:cubicBezTo>
                  <a:pt x="238009" y="45244"/>
                  <a:pt x="276300" y="61055"/>
                  <a:pt x="305065" y="89916"/>
                </a:cubicBezTo>
                <a:cubicBezTo>
                  <a:pt x="364501" y="149352"/>
                  <a:pt x="364501" y="246031"/>
                  <a:pt x="305065" y="305467"/>
                </a:cubicBezTo>
                <a:cubicBezTo>
                  <a:pt x="276300" y="334232"/>
                  <a:pt x="238009" y="350139"/>
                  <a:pt x="197338" y="350139"/>
                </a:cubicBezTo>
                <a:cubicBezTo>
                  <a:pt x="156666" y="350139"/>
                  <a:pt x="118375" y="334328"/>
                  <a:pt x="89610" y="305467"/>
                </a:cubicBezTo>
                <a:cubicBezTo>
                  <a:pt x="30269" y="246031"/>
                  <a:pt x="30269" y="149352"/>
                  <a:pt x="89610" y="89916"/>
                </a:cubicBezTo>
                <a:close/>
                <a:moveTo>
                  <a:pt x="197433" y="424625"/>
                </a:moveTo>
                <a:lnTo>
                  <a:pt x="83133" y="473583"/>
                </a:lnTo>
                <a:lnTo>
                  <a:pt x="83133" y="349853"/>
                </a:lnTo>
                <a:cubicBezTo>
                  <a:pt x="115994" y="374618"/>
                  <a:pt x="155618" y="388144"/>
                  <a:pt x="197433" y="388144"/>
                </a:cubicBezTo>
                <a:cubicBezTo>
                  <a:pt x="239248" y="388144"/>
                  <a:pt x="278872" y="374523"/>
                  <a:pt x="311733" y="349853"/>
                </a:cubicBezTo>
                <a:lnTo>
                  <a:pt x="311733" y="473583"/>
                </a:lnTo>
                <a:lnTo>
                  <a:pt x="197433" y="424625"/>
                </a:lnTo>
                <a:close/>
              </a:path>
            </a:pathLst>
          </a:custGeom>
          <a:solidFill>
            <a:srgbClr val="002856"/>
          </a:solidFill>
          <a:ln w="9525" cap="flat">
            <a:noFill/>
            <a:prstDash val="solid"/>
            <a:miter/>
          </a:ln>
        </p:spPr>
        <p:txBody>
          <a:bodyPr rtlCol="0" anchor="ctr"/>
          <a:lstStyle/>
          <a:p>
            <a:endParaRPr lang="en-US" dirty="0"/>
          </a:p>
        </p:txBody>
      </p:sp>
      <p:pic>
        <p:nvPicPr>
          <p:cNvPr id="28" name="Picture 27" descr="Texas State University - Wikipedia">
            <a:extLst>
              <a:ext uri="{FF2B5EF4-FFF2-40B4-BE49-F238E27FC236}">
                <a16:creationId xmlns:a16="http://schemas.microsoft.com/office/drawing/2014/main" id="{5768D34A-934A-4726-5AA7-03142C2B325E}"/>
              </a:ext>
            </a:extLst>
          </p:cNvPr>
          <p:cNvPicPr>
            <a:picLocks noChangeAspect="1"/>
          </p:cNvPicPr>
          <p:nvPr/>
        </p:nvPicPr>
        <p:blipFill>
          <a:blip r:embed="rId10"/>
          <a:stretch>
            <a:fillRect/>
          </a:stretch>
        </p:blipFill>
        <p:spPr>
          <a:xfrm>
            <a:off x="10978370" y="226421"/>
            <a:ext cx="851600" cy="851600"/>
          </a:xfrm>
          <a:prstGeom prst="rect">
            <a:avLst/>
          </a:prstGeom>
        </p:spPr>
      </p:pic>
      <p:sp>
        <p:nvSpPr>
          <p:cNvPr id="2" name="TextBox 1">
            <a:extLst>
              <a:ext uri="{FF2B5EF4-FFF2-40B4-BE49-F238E27FC236}">
                <a16:creationId xmlns:a16="http://schemas.microsoft.com/office/drawing/2014/main" id="{A6E5A1D5-8DF7-9141-28B5-8FD223970F83}"/>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9</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3023317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TritonGPT</a:t>
            </a:r>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17367"/>
            <a:ext cx="2983746"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rPr>
              <a:t>UC San Diego</a:t>
            </a:r>
            <a:endParaRPr lang="en-US" b="1" dirty="0">
              <a:cs typeface="Arial"/>
            </a:endParaRPr>
          </a:p>
          <a:p>
            <a:pPr>
              <a:defRPr/>
            </a:pPr>
            <a:r>
              <a:rPr lang="en-US" sz="1600" b="1" kern="0" dirty="0">
                <a:solidFill>
                  <a:srgbClr val="FF540A"/>
                </a:solidFill>
                <a:ea typeface="+mn-lt"/>
                <a:cs typeface="+mn-lt"/>
                <a:sym typeface="Arial"/>
              </a:rPr>
              <a:t>La Jolla, CA</a:t>
            </a:r>
            <a:r>
              <a:rPr lang="en-US" sz="1600" b="1" kern="0" dirty="0">
                <a:solidFill>
                  <a:srgbClr val="FF540A"/>
                </a:solidFill>
                <a:latin typeface="Arial" panose="020B0604020202020204"/>
                <a:cs typeface="Arial"/>
                <a:sym typeface="Arial"/>
              </a:rPr>
              <a:t> </a:t>
            </a:r>
            <a:endParaRPr lang="en-US" sz="1600" b="1" i="0" u="none" strike="noStrike" kern="0" cap="none" spc="0" normalizeH="0" baseline="0" noProof="0" dirty="0">
              <a:ln>
                <a:noFill/>
              </a:ln>
              <a:solidFill>
                <a:srgbClr val="FF540A"/>
              </a:solidFill>
              <a:effectLst/>
              <a:uLnTx/>
              <a:uFillTx/>
              <a:latin typeface="Arial" panose="020B0604020202020204"/>
              <a:cs typeface="Arial"/>
            </a:endParaRPr>
          </a:p>
        </p:txBody>
      </p:sp>
      <p:sp>
        <p:nvSpPr>
          <p:cNvPr id="8" name="Rectangle 7">
            <a:extLst>
              <a:ext uri="{FF2B5EF4-FFF2-40B4-BE49-F238E27FC236}">
                <a16:creationId xmlns:a16="http://schemas.microsoft.com/office/drawing/2014/main" id="{BFD1BC16-73DD-8E24-5BC2-456B5C1402D3}"/>
              </a:ext>
            </a:extLst>
          </p:cNvPr>
          <p:cNvSpPr/>
          <p:nvPr/>
        </p:nvSpPr>
        <p:spPr>
          <a:xfrm>
            <a:off x="556573" y="4907947"/>
            <a:ext cx="2221992" cy="1200329"/>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rPr>
              <a:t>Administrative systems</a:t>
            </a: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Artificial Intelligence (AI)</a:t>
            </a: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Learning systems</a:t>
            </a:r>
          </a:p>
          <a:p>
            <a:pPr marL="171450" indent="-171450">
              <a:spcBef>
                <a:spcPts val="1200"/>
              </a:spcBef>
              <a:buClr>
                <a:srgbClr val="FFFFFF"/>
              </a:buClr>
              <a:buFont typeface="Wingdings" panose="05000000000000000000" pitchFamily="2" charset="2"/>
              <a:buChar char="Ø"/>
              <a:defRPr/>
            </a:pPr>
            <a:endParaRPr lang="en-US" sz="1200" kern="0" dirty="0">
              <a:solidFill>
                <a:prstClr val="white"/>
              </a:solidFill>
              <a:ea typeface="+mn-lt"/>
              <a:cs typeface="+mn-lt"/>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754053"/>
            <a:chOff x="457200" y="1155901"/>
            <a:chExt cx="6013682" cy="754053"/>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754053"/>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As the University of California (UC) system deals with state budget reductions this year and next, the university struggles to help reduce employee workloads. </a:t>
              </a:r>
              <a:endParaRPr lang="en-US" sz="1200" dirty="0">
                <a:solidFill>
                  <a:schemeClr val="bg2"/>
                </a:solidFill>
                <a:cs typeface="Aria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843607"/>
            <a:ext cx="6121262" cy="1308050"/>
            <a:chOff x="457200" y="1155901"/>
            <a:chExt cx="6121262" cy="1308050"/>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The TritonGPT platform is designed to help faculty and staff with their daily work, saving time and improving productivity. The platform provides</a:t>
              </a:r>
              <a:r>
                <a:rPr lang="en-US" sz="1200" dirty="0">
                  <a:solidFill>
                    <a:schemeClr val="bg1"/>
                  </a:solidFill>
                  <a:ea typeface="+mn-lt"/>
                  <a:cs typeface="+mn-lt"/>
                </a:rPr>
                <a:t> scale, use of open source LLMs and software tools, fusion with business process analysis and continuous improvement via the Lean Six Sigma program. It also leverages the on-campus supercomputer center and is incredibly low cost to the institution.</a:t>
              </a: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49035"/>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0F68B0C3-8AF6-9F27-FDBD-6D5C0EC1484B}"/>
              </a:ext>
            </a:extLst>
          </p:cNvPr>
          <p:cNvSpPr/>
          <p:nvPr/>
        </p:nvSpPr>
        <p:spPr>
          <a:xfrm>
            <a:off x="3248608" y="4955842"/>
            <a:ext cx="3329949" cy="523220"/>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rPr>
              <a:t>Data and analytics</a:t>
            </a:r>
            <a:endParaRPr lang="en-US" sz="1200" b="0" i="0" u="none" strike="noStrike" kern="0" cap="none" spc="0" normalizeH="0" baseline="0" noProof="0" dirty="0">
              <a:ln>
                <a:noFill/>
              </a:ln>
              <a:solidFill>
                <a:prstClr val="white"/>
              </a:solidFill>
              <a:effectLst/>
              <a:uLnTx/>
              <a:uFillTx/>
              <a:ea typeface="+mn-lt"/>
              <a:cs typeface="+mn-lt"/>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Generative AI</a:t>
            </a:r>
            <a:endParaRPr lang="en-US" sz="1200" b="0" i="0" u="none" strike="noStrike" kern="0" cap="none" spc="0" normalizeH="0" baseline="0" noProof="0" dirty="0">
              <a:ln>
                <a:noFill/>
              </a:ln>
              <a:solidFill>
                <a:prstClr val="white"/>
              </a:solidFill>
              <a:effectLst/>
              <a:uLnTx/>
              <a:uFillTx/>
              <a:ea typeface="+mn-lt"/>
              <a:cs typeface="+mn-lt"/>
            </a:endParaRPr>
          </a:p>
        </p:txBody>
      </p:sp>
      <p:sp>
        <p:nvSpPr>
          <p:cNvPr id="5" name="TextBox 4">
            <a:extLst>
              <a:ext uri="{FF2B5EF4-FFF2-40B4-BE49-F238E27FC236}">
                <a16:creationId xmlns:a16="http://schemas.microsoft.com/office/drawing/2014/main" id="{B24EA0E3-AADC-183E-7168-4310BCD48E64}"/>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10</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3877985"/>
            <a:chOff x="457200" y="4291325"/>
            <a:chExt cx="4631595" cy="3877985"/>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3877985"/>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ea typeface="+mn-lt"/>
                  <a:cs typeface="+mn-lt"/>
                </a:rPr>
                <a:t>Scalability: </a:t>
              </a:r>
              <a:r>
                <a:rPr lang="en-US" sz="1200" dirty="0">
                  <a:ea typeface="+mn-lt"/>
                  <a:cs typeface="+mn-lt"/>
                </a:rPr>
                <a:t> All staff, facility and researchers have access to the platform, around 36,000 total users.</a:t>
              </a:r>
            </a:p>
            <a:p>
              <a:pPr marL="182880" indent="-182880" defTabSz="457200">
                <a:spcBef>
                  <a:spcPts val="2400"/>
                </a:spcBef>
                <a:buFont typeface="Wingdings" panose="05000000000000000000" pitchFamily="2" charset="2"/>
                <a:buChar char="Ø"/>
                <a:defRPr/>
              </a:pPr>
              <a:r>
                <a:rPr lang="en-US" sz="1200" b="1" dirty="0">
                  <a:ea typeface="+mn-lt"/>
                  <a:cs typeface="+mn-lt"/>
                </a:rPr>
                <a:t>Task time</a:t>
              </a:r>
              <a:r>
                <a:rPr lang="en-US" sz="1200" b="1" dirty="0">
                  <a:latin typeface="Arial" panose="020B0604020202020204"/>
                </a:rPr>
                <a:t> reduction</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dirty="0">
                  <a:ea typeface="+mn-lt"/>
                  <a:cs typeface="+mn-lt"/>
                </a:rPr>
                <a:t> Reduction in time needed in text summarization tasks with accuracy rates between 90% to 95%.</a:t>
              </a:r>
            </a:p>
            <a:p>
              <a:pPr marL="182880" indent="-182880" defTabSz="457200">
                <a:spcBef>
                  <a:spcPts val="2400"/>
                </a:spcBef>
                <a:buFont typeface="Wingdings" panose="05000000000000000000" pitchFamily="2" charset="2"/>
                <a:buChar char="Ø"/>
                <a:defRPr/>
              </a:pPr>
              <a:r>
                <a:rPr lang="en-US" sz="1200" b="1" dirty="0">
                  <a:latin typeface="Arial" panose="020B0604020202020204"/>
                </a:rPr>
                <a:t>Reduced financial cost</a:t>
              </a:r>
              <a:r>
                <a:rPr kumimoji="0" lang="en-US" sz="1200" b="1" i="0" u="none" strike="noStrike" kern="1200" cap="none" spc="0" normalizeH="0" baseline="0" noProof="0" dirty="0">
                  <a:ln>
                    <a:noFill/>
                  </a:ln>
                  <a:effectLst/>
                  <a:uLnTx/>
                  <a:uFillTx/>
                  <a:latin typeface="Arial" panose="020B0604020202020204"/>
                  <a:ea typeface="+mn-ea"/>
                  <a:cs typeface="+mn-cs"/>
                </a:rPr>
                <a:t>:</a:t>
              </a:r>
              <a:r>
                <a:rPr kumimoji="0" lang="en-US" sz="1200" i="0" u="none" strike="noStrike" kern="1200" cap="none" spc="0" normalizeH="0" baseline="0" noProof="0" dirty="0">
                  <a:ln>
                    <a:noFill/>
                  </a:ln>
                  <a:effectLst/>
                  <a:uLnTx/>
                  <a:uFillTx/>
                  <a:latin typeface="Arial" panose="020B0604020202020204"/>
                  <a:ea typeface="+mn-ea"/>
                  <a:cs typeface="+mn-cs"/>
                </a:rPr>
                <a:t> </a:t>
              </a:r>
              <a:r>
                <a:rPr lang="en-US" sz="1200" dirty="0">
                  <a:latin typeface="Arial" panose="020B0604020202020204"/>
                </a:rPr>
                <a:t>The platform is composed of on-premises hardware and open-source LLMs, enabling the cost of operations to be one-twentieth the cost of similar solutions offered by large AI providers.</a:t>
              </a:r>
              <a:endParaRPr lang="en-US" sz="1200" i="0" u="none" strike="noStrike" kern="1200" cap="none" spc="0" normalizeH="0" baseline="0" noProof="0" dirty="0">
                <a:ln>
                  <a:noFill/>
                </a:ln>
                <a:effectLst/>
                <a:uLnTx/>
                <a:uFillTx/>
                <a:latin typeface="Arial" panose="020B0604020202020204"/>
                <a:cs typeface="Arial"/>
              </a:endParaRPr>
            </a:p>
            <a:p>
              <a:pPr marL="182880" marR="0" lvl="0" indent="-182880" algn="l" defTabSz="457200" rtl="0" eaLnBrk="1" fontAlgn="auto" latinLnBrk="0" hangingPunct="1">
                <a:lnSpc>
                  <a:spcPct val="100000"/>
                </a:lnSpc>
                <a:spcBef>
                  <a:spcPts val="2400"/>
                </a:spcBef>
                <a:spcAft>
                  <a:spcPts val="0"/>
                </a:spcAft>
                <a:buClrTx/>
                <a:buSzTx/>
                <a:buFont typeface="Wingdings" panose="05000000000000000000" pitchFamily="2" charset="2"/>
                <a:buChar char="Ø"/>
                <a:tabLst/>
                <a:defRPr/>
              </a:pPr>
              <a:endParaRPr kumimoji="0" lang="en-US" sz="1200" i="0" u="none" strike="noStrike" kern="1200" cap="none" spc="0" normalizeH="0" baseline="0" noProof="0" dirty="0">
                <a:ln>
                  <a:noFill/>
                </a:ln>
                <a:solidFill>
                  <a:prstClr val="black"/>
                </a:solidFill>
                <a:effectLst/>
                <a:uLnTx/>
                <a:uFillTx/>
                <a:latin typeface="Arial" panose="020B0604020202020204"/>
                <a:ea typeface="+mn-ea"/>
                <a:cs typeface="+mn-cs"/>
              </a:endParaRPr>
            </a:p>
            <a:p>
              <a:pPr marR="0" lvl="0" algn="l" defTabSz="457200" rtl="0" eaLnBrk="1" fontAlgn="auto" latinLnBrk="0" hangingPunct="1">
                <a:lnSpc>
                  <a:spcPct val="100000"/>
                </a:lnSpc>
                <a:spcBef>
                  <a:spcPts val="2400"/>
                </a:spcBef>
                <a:spcAft>
                  <a:spcPts val="0"/>
                </a:spcAft>
                <a:buClrTx/>
                <a:buSzTx/>
                <a:tabLst/>
                <a:defRPr/>
              </a:pP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buFont typeface="Arial"/>
              <a:defRPr/>
            </a:pPr>
            <a:r>
              <a:rPr lang="en-US" sz="1200" i="1" kern="0" dirty="0">
                <a:latin typeface="Arial"/>
                <a:cs typeface="Arial"/>
                <a:sym typeface="Arial"/>
              </a:rPr>
              <a:t>“</a:t>
            </a:r>
            <a:r>
              <a:rPr lang="en-US" sz="1200" i="1" kern="0" dirty="0">
                <a:ea typeface="+mn-lt"/>
                <a:cs typeface="+mn-lt"/>
                <a:sym typeface="Arial"/>
              </a:rPr>
              <a:t>We have married the use case generation process with our Lean Six Sigma (LSS) program, involving 5,000 employees.</a:t>
            </a:r>
            <a:r>
              <a:rPr lang="en-US" sz="1200" i="1" kern="0" dirty="0">
                <a:latin typeface="Arial"/>
                <a:cs typeface="Arial"/>
                <a:sym typeface="Arial"/>
              </a:rPr>
              <a:t>”</a:t>
            </a:r>
            <a:endParaRPr lang="en-US" sz="1200" i="1" dirty="0">
              <a:cs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UC San Diego </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5989123"/>
            <a:ext cx="6121262" cy="215444"/>
          </a:xfrm>
          <a:prstGeom prst="rect">
            <a:avLst/>
          </a:prstGeom>
          <a:noFill/>
        </p:spPr>
        <p:txBody>
          <a:bodyPr wrap="square" lIns="0" tIns="45720" rIns="0" bIns="45720" rtlCol="0" anchor="t">
            <a:spAutoFit/>
          </a:bodyPr>
          <a:lstStyle/>
          <a:p>
            <a:pPr defTabSz="457200">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ea typeface="+mn-lt"/>
                <a:cs typeface="+mn-lt"/>
              </a:rPr>
              <a:t>UC San Diego, La Jolla, CA</a:t>
            </a:r>
          </a:p>
        </p:txBody>
      </p:sp>
      <p:pic>
        <p:nvPicPr>
          <p:cNvPr id="21" name="Picture 20" descr="UC San Diego Tritons Logo PNG Vector (AI) Free Download">
            <a:extLst>
              <a:ext uri="{FF2B5EF4-FFF2-40B4-BE49-F238E27FC236}">
                <a16:creationId xmlns:a16="http://schemas.microsoft.com/office/drawing/2014/main" id="{A1F023D7-C5B9-62F1-8E7B-B17769EA2419}"/>
              </a:ext>
            </a:extLst>
          </p:cNvPr>
          <p:cNvPicPr>
            <a:picLocks noChangeAspect="1"/>
          </p:cNvPicPr>
          <p:nvPr/>
        </p:nvPicPr>
        <p:blipFill>
          <a:blip r:embed="rId10"/>
          <a:stretch>
            <a:fillRect/>
          </a:stretch>
        </p:blipFill>
        <p:spPr>
          <a:xfrm>
            <a:off x="10767847" y="176878"/>
            <a:ext cx="1004581" cy="978367"/>
          </a:xfrm>
          <a:prstGeom prst="rect">
            <a:avLst/>
          </a:prstGeom>
        </p:spPr>
      </p:pic>
      <p:pic>
        <p:nvPicPr>
          <p:cNvPr id="11" name="Picture 10" descr="A group of blue people&#10;&#10;Description automatically generated">
            <a:extLst>
              <a:ext uri="{FF2B5EF4-FFF2-40B4-BE49-F238E27FC236}">
                <a16:creationId xmlns:a16="http://schemas.microsoft.com/office/drawing/2014/main" id="{616B7DD3-5412-1F45-8977-7C17861B91B7}"/>
              </a:ext>
            </a:extLst>
          </p:cNvPr>
          <p:cNvPicPr>
            <a:picLocks noChangeAspect="1"/>
          </p:cNvPicPr>
          <p:nvPr/>
        </p:nvPicPr>
        <p:blipFill>
          <a:blip r:embed="rId11"/>
          <a:stretch>
            <a:fillRect/>
          </a:stretch>
        </p:blipFill>
        <p:spPr>
          <a:xfrm>
            <a:off x="11231033" y="1708150"/>
            <a:ext cx="599018" cy="330201"/>
          </a:xfrm>
          <a:prstGeom prst="rect">
            <a:avLst/>
          </a:prstGeom>
        </p:spPr>
      </p:pic>
      <p:pic>
        <p:nvPicPr>
          <p:cNvPr id="12" name="Picture 11" descr="A blue clock with a black background&#10;&#10;Description automatically generated">
            <a:extLst>
              <a:ext uri="{FF2B5EF4-FFF2-40B4-BE49-F238E27FC236}">
                <a16:creationId xmlns:a16="http://schemas.microsoft.com/office/drawing/2014/main" id="{2FD8F806-113E-B5A3-F3DE-4118EFFC642B}"/>
              </a:ext>
            </a:extLst>
          </p:cNvPr>
          <p:cNvPicPr>
            <a:picLocks noChangeAspect="1"/>
          </p:cNvPicPr>
          <p:nvPr/>
        </p:nvPicPr>
        <p:blipFill>
          <a:blip r:embed="rId12"/>
          <a:stretch>
            <a:fillRect/>
          </a:stretch>
        </p:blipFill>
        <p:spPr>
          <a:xfrm>
            <a:off x="11389651" y="2477370"/>
            <a:ext cx="481695" cy="366238"/>
          </a:xfrm>
          <a:prstGeom prst="rect">
            <a:avLst/>
          </a:prstGeom>
        </p:spPr>
      </p:pic>
      <p:pic>
        <p:nvPicPr>
          <p:cNvPr id="23" name="Picture 22" descr="A blue and black logo&#10;&#10;Description automatically generated">
            <a:extLst>
              <a:ext uri="{FF2B5EF4-FFF2-40B4-BE49-F238E27FC236}">
                <a16:creationId xmlns:a16="http://schemas.microsoft.com/office/drawing/2014/main" id="{FBEFD4E7-9F14-1DD5-5D2F-D8BCFB729989}"/>
              </a:ext>
            </a:extLst>
          </p:cNvPr>
          <p:cNvPicPr>
            <a:picLocks noChangeAspect="1"/>
          </p:cNvPicPr>
          <p:nvPr/>
        </p:nvPicPr>
        <p:blipFill>
          <a:blip r:embed="rId13"/>
          <a:stretch>
            <a:fillRect/>
          </a:stretch>
        </p:blipFill>
        <p:spPr>
          <a:xfrm>
            <a:off x="11231032" y="3496733"/>
            <a:ext cx="662517" cy="383118"/>
          </a:xfrm>
          <a:prstGeom prst="rect">
            <a:avLst/>
          </a:prstGeom>
        </p:spPr>
      </p:pic>
    </p:spTree>
    <p:extLst>
      <p:ext uri="{BB962C8B-B14F-4D97-AF65-F5344CB8AC3E}">
        <p14:creationId xmlns:p14="http://schemas.microsoft.com/office/powerpoint/2010/main" val="15509051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EF870FE9-B33B-E8F8-A8DB-3644F951E81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CDEFE42-96F5-8855-9984-380EDE066ABE}"/>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F0A085C4-CA79-C258-14D4-AF03EBCC77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F0A085C4-CA79-C258-14D4-AF03EBCC77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677B646-9C35-2E44-BEC8-F7CAE60E0E81}"/>
              </a:ext>
            </a:extLst>
          </p:cNvPr>
          <p:cNvSpPr>
            <a:spLocks noGrp="1"/>
          </p:cNvSpPr>
          <p:nvPr>
            <p:ph type="title"/>
          </p:nvPr>
        </p:nvSpPr>
        <p:spPr>
          <a:xfrm>
            <a:off x="456787" y="424481"/>
            <a:ext cx="6519672" cy="588637"/>
          </a:xfrm>
        </p:spPr>
        <p:txBody>
          <a:bodyPr/>
          <a:lstStyle/>
          <a:p>
            <a:r>
              <a:rPr lang="en-US" dirty="0">
                <a:solidFill>
                  <a:schemeClr val="bg1"/>
                </a:solidFill>
              </a:rPr>
              <a:t>Phoenix AI</a:t>
            </a:r>
          </a:p>
        </p:txBody>
      </p:sp>
      <p:sp>
        <p:nvSpPr>
          <p:cNvPr id="7" name="TextBox 6">
            <a:extLst>
              <a:ext uri="{FF2B5EF4-FFF2-40B4-BE49-F238E27FC236}">
                <a16:creationId xmlns:a16="http://schemas.microsoft.com/office/drawing/2014/main" id="{DDD356ED-BEAE-1FD6-90A8-C03F01515685}"/>
              </a:ext>
            </a:extLst>
          </p:cNvPr>
          <p:cNvSpPr txBox="1"/>
          <p:nvPr/>
        </p:nvSpPr>
        <p:spPr>
          <a:xfrm>
            <a:off x="7107172" y="355838"/>
            <a:ext cx="2983746" cy="492443"/>
          </a:xfrm>
          <a:prstGeom prst="rect">
            <a:avLst/>
          </a:prstGeom>
          <a:noFill/>
        </p:spPr>
        <p:txBody>
          <a:bodyPr wrap="square" lIns="91440" tIns="0" rIns="91440" bIns="0" rtlCol="0" anchor="ctr" anchorCtr="0">
            <a:spAutoFit/>
          </a:bodyPr>
          <a:lstStyle/>
          <a:p>
            <a:pPr>
              <a:buClr>
                <a:srgbClr val="000000"/>
              </a:buClr>
              <a:defRPr/>
            </a:pPr>
            <a:r>
              <a:rPr lang="en-US" sz="1600" b="1" kern="0" dirty="0">
                <a:solidFill>
                  <a:srgbClr val="FF540A"/>
                </a:solidFill>
                <a:latin typeface="Arial" panose="020B0604020202020204"/>
                <a:cs typeface="Arial"/>
                <a:sym typeface="Arial"/>
              </a:rPr>
              <a:t>The University of Chicago</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Chicago</a:t>
            </a:r>
            <a:r>
              <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rPr>
              <a:t>, </a:t>
            </a:r>
            <a:r>
              <a:rPr lang="en-US" sz="1600" b="1" kern="0" dirty="0">
                <a:solidFill>
                  <a:srgbClr val="FF540A"/>
                </a:solidFill>
                <a:latin typeface="Arial" panose="020B0604020202020204"/>
                <a:cs typeface="Arial"/>
                <a:sym typeface="Arial"/>
              </a:rPr>
              <a:t>USA</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04482162-1041-12B8-A8E4-422A3E645E00}"/>
              </a:ext>
            </a:extLst>
          </p:cNvPr>
          <p:cNvGrpSpPr/>
          <p:nvPr/>
        </p:nvGrpSpPr>
        <p:grpSpPr>
          <a:xfrm>
            <a:off x="456787" y="1136923"/>
            <a:ext cx="6013682" cy="1569660"/>
            <a:chOff x="457200" y="1155901"/>
            <a:chExt cx="6013682" cy="1569660"/>
          </a:xfrm>
        </p:grpSpPr>
        <p:sp>
          <p:nvSpPr>
            <p:cNvPr id="40" name="TextBox 39">
              <a:extLst>
                <a:ext uri="{FF2B5EF4-FFF2-40B4-BE49-F238E27FC236}">
                  <a16:creationId xmlns:a16="http://schemas.microsoft.com/office/drawing/2014/main" id="{B6454D6B-E73B-7170-250B-34054B3D0703}"/>
                </a:ext>
              </a:extLst>
            </p:cNvPr>
            <p:cNvSpPr txBox="1"/>
            <p:nvPr/>
          </p:nvSpPr>
          <p:spPr>
            <a:xfrm>
              <a:off x="457200" y="1155901"/>
              <a:ext cx="6013682" cy="156966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Interest in GenAI surged at UChicago in 2024, among faculty, researchers, staff, and students, but free tools failed security, privacy and accessibility standards, and paid options were not affordable to all. To ensure equity and compliance, the university developed Phoenix AI — an enterprise-grade GenAI tool, ready for campus-wide use in six weeks, tailored for academic and research needs.</a:t>
              </a:r>
              <a:endParaRPr lang="en-US" dirty="0">
                <a:solidFill>
                  <a:prstClr val="white"/>
                </a:solidFill>
                <a:ea typeface="+mn-lt"/>
                <a:cs typeface="+mn-lt"/>
              </a:endParaRPr>
            </a:p>
            <a:p>
              <a:pPr defTabSz="457200">
                <a:spcBef>
                  <a:spcPts val="600"/>
                </a:spcBef>
                <a:defRPr/>
              </a:pPr>
              <a:endParaRPr lang="en-US" sz="1200" dirty="0">
                <a:solidFill>
                  <a:prstClr val="white"/>
                </a:solidFill>
                <a:cs typeface="Arial"/>
              </a:endParaRPr>
            </a:p>
          </p:txBody>
        </p:sp>
        <p:cxnSp>
          <p:nvCxnSpPr>
            <p:cNvPr id="42" name="Straight Connector 41">
              <a:extLst>
                <a:ext uri="{FF2B5EF4-FFF2-40B4-BE49-F238E27FC236}">
                  <a16:creationId xmlns:a16="http://schemas.microsoft.com/office/drawing/2014/main" id="{7C0C7507-2407-7C96-B7E8-93EFFD1C5C56}"/>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D020B265-B4B1-99CF-01A7-D7C9A5178C06}"/>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Artificial Intelligence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Cloud</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Generative AI</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2DF6877C-477A-98D2-86BF-FC5B93003914}"/>
              </a:ext>
            </a:extLst>
          </p:cNvPr>
          <p:cNvGrpSpPr/>
          <p:nvPr/>
        </p:nvGrpSpPr>
        <p:grpSpPr>
          <a:xfrm>
            <a:off x="456787" y="2637129"/>
            <a:ext cx="6121262" cy="1123384"/>
            <a:chOff x="457200" y="1155901"/>
            <a:chExt cx="6121262" cy="1123384"/>
          </a:xfrm>
        </p:grpSpPr>
        <p:sp>
          <p:nvSpPr>
            <p:cNvPr id="45" name="TextBox 44">
              <a:extLst>
                <a:ext uri="{FF2B5EF4-FFF2-40B4-BE49-F238E27FC236}">
                  <a16:creationId xmlns:a16="http://schemas.microsoft.com/office/drawing/2014/main" id="{403AB50B-D7B0-147D-A3FE-EF2436309153}"/>
                </a:ext>
              </a:extLst>
            </p:cNvPr>
            <p:cNvSpPr txBox="1"/>
            <p:nvPr/>
          </p:nvSpPr>
          <p:spPr>
            <a:xfrm>
              <a:off x="457200" y="1155901"/>
              <a:ext cx="612126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UChicago partnered with Microsoft and a solution provider to build Phoenix AI, a cloud-native enterprise GenAI tool using Azure Cosmos DB, Kubernetes, and OpenAI models. Developed in six weeks with agile, iterative testing, Phoenix AI is continuously improved with new features released every six weeks.</a:t>
              </a:r>
              <a:endParaRPr lang="en-US" dirty="0">
                <a:solidFill>
                  <a:prstClr val="white"/>
                </a:solidFill>
                <a:ea typeface="+mn-ea"/>
                <a:cs typeface="+mn-cs"/>
              </a:endParaRPr>
            </a:p>
          </p:txBody>
        </p:sp>
        <p:cxnSp>
          <p:nvCxnSpPr>
            <p:cNvPr id="46" name="Straight Connector 45">
              <a:extLst>
                <a:ext uri="{FF2B5EF4-FFF2-40B4-BE49-F238E27FC236}">
                  <a16:creationId xmlns:a16="http://schemas.microsoft.com/office/drawing/2014/main" id="{E5C45BA9-8714-B71D-5ADA-8EEFA4BD7DAA}"/>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D37AE555-6971-8B13-3237-7DCEB55201D9}"/>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5BDF2D97-F1CC-68D0-6B61-187B3EBD1130}"/>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39F5F977-4010-CB54-317B-B9CEE6734C51}"/>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CF5E125-BE4A-0504-66BC-D91E41B3333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C474477B-A94B-D3BB-2764-93DE5B8193F5}"/>
              </a:ext>
            </a:extLst>
          </p:cNvPr>
          <p:cNvSpPr/>
          <p:nvPr/>
        </p:nvSpPr>
        <p:spPr>
          <a:xfrm>
            <a:off x="3239537" y="4923010"/>
            <a:ext cx="3462029" cy="523220"/>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Large Language Models (LLM)</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Software Component/Architecture/Framework</a:t>
            </a:r>
            <a:endParaRPr lang="en-US" dirty="0">
              <a:solidFill>
                <a:prstClr val="white"/>
              </a:solidFill>
              <a:cs typeface="Arial"/>
            </a:endParaRPr>
          </a:p>
        </p:txBody>
      </p:sp>
      <p:sp>
        <p:nvSpPr>
          <p:cNvPr id="5" name="TextBox 4">
            <a:extLst>
              <a:ext uri="{FF2B5EF4-FFF2-40B4-BE49-F238E27FC236}">
                <a16:creationId xmlns:a16="http://schemas.microsoft.com/office/drawing/2014/main" id="{0DCDBF16-8356-A536-C1D4-55B5AC37C7D9}"/>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11</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141390D3-47DE-5123-4599-50E8B644C412}"/>
              </a:ext>
            </a:extLst>
          </p:cNvPr>
          <p:cNvGrpSpPr/>
          <p:nvPr/>
        </p:nvGrpSpPr>
        <p:grpSpPr>
          <a:xfrm>
            <a:off x="7181063" y="1138435"/>
            <a:ext cx="4631595" cy="3570208"/>
            <a:chOff x="457200" y="4291325"/>
            <a:chExt cx="4631595" cy="3570208"/>
          </a:xfrm>
        </p:grpSpPr>
        <p:sp>
          <p:nvSpPr>
            <p:cNvPr id="17" name="TextBox 16">
              <a:extLst>
                <a:ext uri="{FF2B5EF4-FFF2-40B4-BE49-F238E27FC236}">
                  <a16:creationId xmlns:a16="http://schemas.microsoft.com/office/drawing/2014/main" id="{FF963457-C7B9-C2BD-F0CE-3F7DE5FB0CC7}"/>
                </a:ext>
              </a:extLst>
            </p:cNvPr>
            <p:cNvSpPr txBox="1"/>
            <p:nvPr/>
          </p:nvSpPr>
          <p:spPr>
            <a:xfrm>
              <a:off x="457201" y="4291325"/>
              <a:ext cx="3949852" cy="3570208"/>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Cost Savings</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Delivered for &lt;$</a:t>
              </a:r>
              <a:r>
                <a:rPr lang="en-US" sz="1200" dirty="0" err="1">
                  <a:solidFill>
                    <a:prstClr val="black"/>
                  </a:solidFill>
                  <a:ea typeface="+mn-lt"/>
                  <a:cs typeface="+mn-lt"/>
                </a:rPr>
                <a:t>240K</a:t>
              </a:r>
              <a:r>
                <a:rPr lang="en-US" sz="1200" dirty="0">
                  <a:solidFill>
                    <a:prstClr val="black"/>
                  </a:solidFill>
                  <a:ea typeface="+mn-lt"/>
                  <a:cs typeface="+mn-lt"/>
                </a:rPr>
                <a:t> in year one, saving $3M+ vs. OpenAI and $</a:t>
              </a:r>
              <a:r>
                <a:rPr lang="en-US" sz="1200" dirty="0" err="1">
                  <a:solidFill>
                    <a:prstClr val="black"/>
                  </a:solidFill>
                  <a:ea typeface="+mn-lt"/>
                  <a:cs typeface="+mn-lt"/>
                </a:rPr>
                <a:t>15M</a:t>
              </a:r>
              <a:r>
                <a:rPr lang="en-US" sz="1200" dirty="0">
                  <a:solidFill>
                    <a:prstClr val="black"/>
                  </a:solidFill>
                  <a:ea typeface="+mn-lt"/>
                  <a:cs typeface="+mn-lt"/>
                </a:rPr>
                <a:t>+ vs. Microsoft licensing.</a:t>
              </a:r>
              <a:endParaRPr lang="en-US" sz="1200" b="1" i="0" u="none" strike="noStrike" kern="1200" cap="none" spc="0" normalizeH="0" baseline="0" noProof="0" dirty="0">
                <a:ln>
                  <a:noFill/>
                </a:ln>
                <a:solidFill>
                  <a:prstClr val="black"/>
                </a:solidFill>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Adoption</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Used by more than 6,500 faculty, students, and staff out of 32,000 users; adoption rates rising with each release.</a:t>
              </a:r>
              <a:endParaRPr lang="en-US" sz="1200" b="1" dirty="0">
                <a:solidFill>
                  <a:prstClr val="black"/>
                </a:solidFill>
                <a:ea typeface="+mn-lt"/>
                <a:cs typeface="+mn-lt"/>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Privacy, Security, and Accessibility</a:t>
              </a:r>
              <a:r>
                <a:rPr lang="en-US" sz="1200" dirty="0">
                  <a:solidFill>
                    <a:prstClr val="black"/>
                  </a:solidFill>
                  <a:ea typeface="+mn-lt"/>
                  <a:cs typeface="+mn-lt"/>
                </a:rPr>
                <a:t>: Provided platform that keeps sensitive research data and other information secure, at no cost to the entire campus community  </a:t>
              </a:r>
            </a:p>
            <a:p>
              <a:pPr marL="182880" indent="-182880" defTabSz="457200">
                <a:spcBef>
                  <a:spcPts val="2400"/>
                </a:spcBef>
                <a:buFont typeface="Wingdings" panose="05000000000000000000" pitchFamily="2" charset="2"/>
                <a:buChar char="Ø"/>
                <a:defRPr/>
              </a:pPr>
              <a:endParaRPr lang="en-US" sz="1200" b="0" i="0" u="none" strike="noStrike" kern="1200" cap="none" spc="0" normalizeH="0" baseline="0" noProof="0" dirty="0">
                <a:ln>
                  <a:noFill/>
                </a:ln>
                <a:solidFill>
                  <a:prstClr val="black"/>
                </a:solidFill>
                <a:effectLst/>
                <a:uLnTx/>
                <a:uFillTx/>
                <a:latin typeface="Arial" panose="020B0604020202020204"/>
                <a:cs typeface="Arial"/>
              </a:endParaRPr>
            </a:p>
          </p:txBody>
        </p:sp>
        <p:cxnSp>
          <p:nvCxnSpPr>
            <p:cNvPr id="18" name="Straight Connector 17">
              <a:extLst>
                <a:ext uri="{FF2B5EF4-FFF2-40B4-BE49-F238E27FC236}">
                  <a16:creationId xmlns:a16="http://schemas.microsoft.com/office/drawing/2014/main" id="{48EB136B-A0E8-95BE-6F68-3EC9072969A7}"/>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21133302-6258-2AE1-94C7-A81F2266EC47}"/>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E88CAFC-3CB6-8925-0095-87FA245A1585}"/>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Owning the platform safeguards privacy and intellectual property and protects university data from unauthorized vendor use. Free access to high-quality AI models for all members promotes equity.</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the University of Chicago</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7A12103B-9F62-5B09-6EB7-B67FA55F4121}"/>
              </a:ext>
            </a:extLst>
          </p:cNvPr>
          <p:cNvGrpSpPr/>
          <p:nvPr/>
        </p:nvGrpSpPr>
        <p:grpSpPr>
          <a:xfrm>
            <a:off x="11130915" y="4368604"/>
            <a:ext cx="640080" cy="548640"/>
            <a:chOff x="7214616" y="4478699"/>
            <a:chExt cx="640080" cy="548640"/>
          </a:xfrm>
        </p:grpSpPr>
        <p:sp>
          <p:nvSpPr>
            <p:cNvPr id="19" name="TextBox 18">
              <a:extLst>
                <a:ext uri="{FF2B5EF4-FFF2-40B4-BE49-F238E27FC236}">
                  <a16:creationId xmlns:a16="http://schemas.microsoft.com/office/drawing/2014/main" id="{7DA78B8D-9F27-0A9E-255A-0687700F3098}"/>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D7A0B7DC-11D6-C097-8270-4EA499A38C6A}"/>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CDE86C16-98C8-A905-E4BE-2638BB6D43DC}"/>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The University of Chicago, Chicago, USA</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2" name="Picture 1" descr="A blue and black logo&#10;&#10;AI-generated content may be incorrect.">
            <a:extLst>
              <a:ext uri="{FF2B5EF4-FFF2-40B4-BE49-F238E27FC236}">
                <a16:creationId xmlns:a16="http://schemas.microsoft.com/office/drawing/2014/main" id="{D11186F3-D528-A0A4-BC39-A360B0D85062}"/>
              </a:ext>
            </a:extLst>
          </p:cNvPr>
          <p:cNvPicPr>
            <a:picLocks noChangeAspect="1"/>
          </p:cNvPicPr>
          <p:nvPr/>
        </p:nvPicPr>
        <p:blipFill>
          <a:blip r:embed="rId10"/>
          <a:stretch>
            <a:fillRect/>
          </a:stretch>
        </p:blipFill>
        <p:spPr>
          <a:xfrm>
            <a:off x="11461214" y="1711287"/>
            <a:ext cx="359885" cy="358416"/>
          </a:xfrm>
          <a:prstGeom prst="rect">
            <a:avLst/>
          </a:prstGeom>
        </p:spPr>
      </p:pic>
      <p:pic>
        <p:nvPicPr>
          <p:cNvPr id="13" name="Picture 12" descr="A blue arrow pointing up&#10;&#10;AI-generated content may be incorrect.">
            <a:extLst>
              <a:ext uri="{FF2B5EF4-FFF2-40B4-BE49-F238E27FC236}">
                <a16:creationId xmlns:a16="http://schemas.microsoft.com/office/drawing/2014/main" id="{BA353953-246A-048C-4DDC-DABC07F400BB}"/>
              </a:ext>
            </a:extLst>
          </p:cNvPr>
          <p:cNvPicPr>
            <a:picLocks noChangeAspect="1"/>
          </p:cNvPicPr>
          <p:nvPr/>
        </p:nvPicPr>
        <p:blipFill>
          <a:blip r:embed="rId11"/>
          <a:stretch>
            <a:fillRect/>
          </a:stretch>
        </p:blipFill>
        <p:spPr>
          <a:xfrm>
            <a:off x="11497937" y="2456303"/>
            <a:ext cx="284603" cy="374023"/>
          </a:xfrm>
          <a:prstGeom prst="rect">
            <a:avLst/>
          </a:prstGeom>
        </p:spPr>
      </p:pic>
      <p:pic>
        <p:nvPicPr>
          <p:cNvPr id="15" name="Picture 14" descr="A blue and black background with arrows&#10;&#10;AI-generated content may be incorrect.">
            <a:extLst>
              <a:ext uri="{FF2B5EF4-FFF2-40B4-BE49-F238E27FC236}">
                <a16:creationId xmlns:a16="http://schemas.microsoft.com/office/drawing/2014/main" id="{DCD6187F-E808-248E-E670-80735DC01456}"/>
              </a:ext>
            </a:extLst>
          </p:cNvPr>
          <p:cNvPicPr>
            <a:picLocks noChangeAspect="1"/>
          </p:cNvPicPr>
          <p:nvPr/>
        </p:nvPicPr>
        <p:blipFill>
          <a:blip r:embed="rId12"/>
          <a:stretch>
            <a:fillRect/>
          </a:stretch>
        </p:blipFill>
        <p:spPr>
          <a:xfrm>
            <a:off x="11456624" y="3358768"/>
            <a:ext cx="367597" cy="287357"/>
          </a:xfrm>
          <a:prstGeom prst="rect">
            <a:avLst/>
          </a:prstGeom>
        </p:spPr>
      </p:pic>
      <p:pic>
        <p:nvPicPr>
          <p:cNvPr id="1026" name="Picture 2" descr="University of Chicago - Wikipedia">
            <a:extLst>
              <a:ext uri="{FF2B5EF4-FFF2-40B4-BE49-F238E27FC236}">
                <a16:creationId xmlns:a16="http://schemas.microsoft.com/office/drawing/2014/main" id="{BFAEA135-C986-4860-0FBC-9D076E0A1ED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088992" y="247183"/>
            <a:ext cx="740996" cy="942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99192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Collaborative AI Integration and Discovery</a:t>
            </a:r>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55839"/>
            <a:ext cx="2983746"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sym typeface="Arial"/>
              </a:rPr>
              <a:t>University of South Florida</a:t>
            </a:r>
            <a:endParaRPr lang="en-US" dirty="0">
              <a:ea typeface="+mn-ea"/>
            </a:endParaRPr>
          </a:p>
          <a:p>
            <a:pPr>
              <a:buClr>
                <a:srgbClr val="000000"/>
              </a:buClr>
              <a:defRPr/>
            </a:pPr>
            <a:r>
              <a:rPr lang="en-US" sz="1600" b="1" kern="0" dirty="0">
                <a:solidFill>
                  <a:srgbClr val="FF540A"/>
                </a:solidFill>
                <a:latin typeface="Arial" panose="020B0604020202020204"/>
                <a:cs typeface="Arial"/>
                <a:sym typeface="Arial"/>
              </a:rPr>
              <a:t>Tampa, United States</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938719"/>
            <a:chOff x="457200" y="1155901"/>
            <a:chExt cx="6013682" cy="938719"/>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938719"/>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The University of South Florida (USF) faces the challenge of improving services and optimizing resources without significant new technology investments. The problem lies in maintaining high service quality and sustainability while balancing these improvements. </a:t>
              </a:r>
              <a:endParaRPr lang="en-US" dirty="0">
                <a:solidFill>
                  <a:schemeClr val="bg2"/>
                </a:solidFil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531632"/>
            <a:ext cx="6121262" cy="1677382"/>
            <a:chOff x="457200" y="1155901"/>
            <a:chExt cx="6121262" cy="1677382"/>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677382"/>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cs typeface="Arial"/>
                </a:rPr>
                <a:t>USF </a:t>
              </a:r>
              <a:r>
                <a:rPr lang="en-US" sz="1200" dirty="0">
                  <a:solidFill>
                    <a:prstClr val="white"/>
                  </a:solidFill>
                  <a:ea typeface="+mn-lt"/>
                  <a:cs typeface="+mn-lt"/>
                </a:rPr>
                <a:t>enabled Copilot for all users, created an M365 Copilot preview program and used MS Security Copilot to enhance IT security insights. The university has integrated AI for drafting advisor note summaries and into self-service platforms like PowerBI to improve efficiency. USF is also developing custom AI chatbots and AI-generated IT ticketing systems. Researchers are using high-performance computing resources, Microsoft Azure AI Hub and OpenAI Studio to develop AI and NLP applications and deploy fine-tuned LLMs for research.</a:t>
              </a:r>
              <a:endParaRPr lang="en-US" dirty="0">
                <a:solidFill>
                  <a:prstClr val="white"/>
                </a:solidFill>
                <a:ea typeface="+mn-lt"/>
                <a:cs typeface="+mn-lt"/>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437060"/>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2677656"/>
            <a:chOff x="457200" y="4291325"/>
            <a:chExt cx="4631595" cy="2677656"/>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267765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Increased operational efficiency:</a:t>
              </a:r>
              <a:r>
                <a:rPr lang="en-US" sz="1200" dirty="0">
                  <a:solidFill>
                    <a:prstClr val="black"/>
                  </a:solidFill>
                  <a:ea typeface="+mn-lt"/>
                  <a:cs typeface="+mn-lt"/>
                </a:rPr>
                <a:t> 100,000 IT tickets automatically classified annually, 3 to 5 minutes saved per ticket with summaries, 24/7 IT chat support availability.</a:t>
              </a:r>
              <a:br>
                <a:rPr lang="en-US" sz="1200" dirty="0">
                  <a:solidFill>
                    <a:prstClr val="black"/>
                  </a:solidFill>
                  <a:ea typeface="+mn-lt"/>
                  <a:cs typeface="+mn-lt"/>
                </a:rPr>
              </a:br>
              <a:endParaRPr lang="en-US" dirty="0">
                <a:solidFill>
                  <a:prstClr val="black"/>
                </a:solidFill>
                <a:cs typeface="Arial" panose="020B0604020202020204"/>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Improved client engagement and cost savings:</a:t>
              </a:r>
              <a:r>
                <a:rPr lang="en-US" sz="1200" dirty="0">
                  <a:solidFill>
                    <a:prstClr val="black"/>
                  </a:solidFill>
                  <a:ea typeface="+mn-lt"/>
                  <a:cs typeface="+mn-lt"/>
                </a:rPr>
                <a:t> Client engagement with GenAI tools, cost savings from GenAI implementations, improved reputational score, and enhanced student and employee experience.</a:t>
              </a:r>
              <a:endParaRPr lang="en-US" sz="1200" i="0" u="none" strike="noStrike" kern="1200" cap="none" spc="0" normalizeH="0" baseline="0" noProof="0" dirty="0">
                <a:ln>
                  <a:noFill/>
                </a:ln>
                <a:solidFill>
                  <a:prstClr val="black"/>
                </a:solidFill>
                <a:effectLst/>
                <a:uLnTx/>
                <a:uFillTx/>
                <a:ea typeface="+mn-lt"/>
                <a:cs typeface="+mn-lt"/>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By integrating GenAI into its operations and enabling clients to create their own solutions and make new discoveries, USF can scale technology to elevate the quality of its digital services</a:t>
            </a:r>
            <a:r>
              <a:rPr lang="en-US" sz="1200" kern="0" dirty="0">
                <a:solidFill>
                  <a:srgbClr val="000000"/>
                </a:solidFill>
                <a:ea typeface="+mn-lt"/>
                <a:cs typeface="+mn-lt"/>
                <a:sym typeface="Arial"/>
              </a:rPr>
              <a:t>.</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ea typeface="+mn-lt"/>
                <a:cs typeface="+mn-lt"/>
                <a:sym typeface="Arial"/>
              </a:rPr>
              <a:t>the University of South Florida</a:t>
            </a:r>
            <a:endParaRPr lang="en-US" sz="1200" b="0" i="0" u="none" strike="noStrike" kern="0" cap="none" spc="0" normalizeH="0" baseline="0" noProof="0" dirty="0">
              <a:ln>
                <a:noFill/>
              </a:ln>
              <a:solidFill>
                <a:srgbClr val="000000"/>
              </a:solidFill>
              <a:effectLst/>
              <a:uLnTx/>
              <a:uFillTx/>
              <a:ea typeface="+mn-lt"/>
              <a:cs typeface="+mn-lt"/>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University of South Florida, Tampa, United States</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42AEB67B-A9FB-8741-DCBB-B274280CF306}"/>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sym typeface="Arial"/>
              </a:rPr>
              <a:t>Ecosystems</a:t>
            </a:r>
            <a:endParaRPr kumimoji="0" lang="en-US" sz="1200" b="0" i="0" u="none" strike="noStrike" kern="0" cap="none" spc="0" normalizeH="0" baseline="0" noProof="0" dirty="0">
              <a:ln>
                <a:noFill/>
              </a:ln>
              <a:solidFill>
                <a:prstClr val="white"/>
              </a:solidFill>
              <a:effectLst/>
              <a:uLnTx/>
              <a:uFillTx/>
              <a:latin typeface="Arial"/>
              <a:ea typeface="+mn-ea"/>
              <a:cs typeface="Arial"/>
              <a:sym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Generative AI</a:t>
            </a: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rPr>
              <a:t>Low-code/no-code</a:t>
            </a: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26" name="Rectangle 25">
            <a:extLst>
              <a:ext uri="{FF2B5EF4-FFF2-40B4-BE49-F238E27FC236}">
                <a16:creationId xmlns:a16="http://schemas.microsoft.com/office/drawing/2014/main" id="{C169A4EF-1044-9BA3-624C-88406B14CE5D}"/>
              </a:ext>
            </a:extLst>
          </p:cNvPr>
          <p:cNvSpPr/>
          <p:nvPr/>
        </p:nvSpPr>
        <p:spPr>
          <a:xfrm>
            <a:off x="456787" y="4830677"/>
            <a:ext cx="2221992" cy="1046440"/>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sym typeface="Arial"/>
              </a:rPr>
              <a:t>Hyperautomation</a:t>
            </a:r>
            <a:endParaRPr kumimoji="0" lang="en-US" sz="1200" b="0" i="0" u="none" strike="noStrike" kern="0" cap="none" spc="0" normalizeH="0" baseline="0" noProof="0" dirty="0">
              <a:ln>
                <a:noFill/>
              </a:ln>
              <a:solidFill>
                <a:prstClr val="white"/>
              </a:solidFill>
              <a:effectLst/>
              <a:uLnTx/>
              <a:uFillTx/>
              <a:latin typeface="Arial"/>
              <a:ea typeface="+mn-ea"/>
              <a:cs typeface="Arial"/>
              <a:sym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Chatbots/virtual assistants</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Content/knowledge management</a:t>
            </a: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12" name="Freeform: Shape 11">
            <a:extLst>
              <a:ext uri="{FF2B5EF4-FFF2-40B4-BE49-F238E27FC236}">
                <a16:creationId xmlns:a16="http://schemas.microsoft.com/office/drawing/2014/main" id="{B69C9A00-7EA0-9517-D585-7DFA4E4E5F56}"/>
              </a:ext>
            </a:extLst>
          </p:cNvPr>
          <p:cNvSpPr/>
          <p:nvPr/>
        </p:nvSpPr>
        <p:spPr>
          <a:xfrm>
            <a:off x="11295509" y="1648255"/>
            <a:ext cx="542925" cy="542925"/>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363284 w 542925"/>
              <a:gd name="connsiteY10" fmla="*/ 200216 h 542925"/>
              <a:gd name="connsiteX11" fmla="*/ 382334 w 542925"/>
              <a:gd name="connsiteY11" fmla="*/ 233172 h 542925"/>
              <a:gd name="connsiteX12" fmla="*/ 283369 w 542925"/>
              <a:gd name="connsiteY12" fmla="*/ 290322 h 542925"/>
              <a:gd name="connsiteX13" fmla="*/ 283369 w 542925"/>
              <a:gd name="connsiteY13" fmla="*/ 290227 h 542925"/>
              <a:gd name="connsiteX14" fmla="*/ 273844 w 542925"/>
              <a:gd name="connsiteY14" fmla="*/ 292894 h 542925"/>
              <a:gd name="connsiteX15" fmla="*/ 254794 w 542925"/>
              <a:gd name="connsiteY15" fmla="*/ 273844 h 542925"/>
              <a:gd name="connsiteX16" fmla="*/ 254794 w 542925"/>
              <a:gd name="connsiteY16" fmla="*/ 102394 h 542925"/>
              <a:gd name="connsiteX17" fmla="*/ 292894 w 542925"/>
              <a:gd name="connsiteY17" fmla="*/ 102394 h 542925"/>
              <a:gd name="connsiteX18" fmla="*/ 292894 w 542925"/>
              <a:gd name="connsiteY18" fmla="*/ 240887 h 542925"/>
              <a:gd name="connsiteX19" fmla="*/ 363284 w 542925"/>
              <a:gd name="connsiteY19" fmla="*/ 200216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2925" h="542925">
                <a:moveTo>
                  <a:pt x="273844" y="7144"/>
                </a:moveTo>
                <a:cubicBezTo>
                  <a:pt x="126588" y="7144"/>
                  <a:pt x="7144" y="126587"/>
                  <a:pt x="7144" y="273844"/>
                </a:cubicBezTo>
                <a:cubicBezTo>
                  <a:pt x="7144" y="421100"/>
                  <a:pt x="126588" y="540544"/>
                  <a:pt x="273844" y="540544"/>
                </a:cubicBezTo>
                <a:cubicBezTo>
                  <a:pt x="421100" y="540544"/>
                  <a:pt x="540544" y="421100"/>
                  <a:pt x="540544" y="273844"/>
                </a:cubicBezTo>
                <a:cubicBezTo>
                  <a:pt x="540544" y="126587"/>
                  <a:pt x="421100" y="7144"/>
                  <a:pt x="273844" y="7144"/>
                </a:cubicBezTo>
                <a:close/>
                <a:moveTo>
                  <a:pt x="273844" y="502444"/>
                </a:moveTo>
                <a:cubicBezTo>
                  <a:pt x="147828" y="502444"/>
                  <a:pt x="45244" y="399860"/>
                  <a:pt x="45244" y="273844"/>
                </a:cubicBezTo>
                <a:cubicBezTo>
                  <a:pt x="45244" y="147828"/>
                  <a:pt x="147828" y="45244"/>
                  <a:pt x="273844" y="45244"/>
                </a:cubicBezTo>
                <a:cubicBezTo>
                  <a:pt x="399860" y="45244"/>
                  <a:pt x="502444" y="147828"/>
                  <a:pt x="502444" y="273844"/>
                </a:cubicBezTo>
                <a:cubicBezTo>
                  <a:pt x="502444" y="399860"/>
                  <a:pt x="399860" y="502444"/>
                  <a:pt x="273844" y="502444"/>
                </a:cubicBezTo>
                <a:close/>
                <a:moveTo>
                  <a:pt x="363284" y="200216"/>
                </a:moveTo>
                <a:lnTo>
                  <a:pt x="382334" y="233172"/>
                </a:lnTo>
                <a:lnTo>
                  <a:pt x="283369" y="290322"/>
                </a:lnTo>
                <a:lnTo>
                  <a:pt x="283369" y="290227"/>
                </a:lnTo>
                <a:cubicBezTo>
                  <a:pt x="280607" y="291846"/>
                  <a:pt x="277369" y="292894"/>
                  <a:pt x="273844" y="292894"/>
                </a:cubicBezTo>
                <a:cubicBezTo>
                  <a:pt x="263366" y="292894"/>
                  <a:pt x="254794" y="284321"/>
                  <a:pt x="254794" y="273844"/>
                </a:cubicBezTo>
                <a:lnTo>
                  <a:pt x="254794" y="102394"/>
                </a:lnTo>
                <a:lnTo>
                  <a:pt x="292894" y="102394"/>
                </a:lnTo>
                <a:lnTo>
                  <a:pt x="292894" y="240887"/>
                </a:lnTo>
                <a:lnTo>
                  <a:pt x="363284" y="200216"/>
                </a:lnTo>
                <a:close/>
              </a:path>
            </a:pathLst>
          </a:custGeom>
          <a:solidFill>
            <a:srgbClr val="002856"/>
          </a:solid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865BFAB0-A882-E2B8-5420-14A858FFD300}"/>
              </a:ext>
            </a:extLst>
          </p:cNvPr>
          <p:cNvSpPr/>
          <p:nvPr/>
        </p:nvSpPr>
        <p:spPr>
          <a:xfrm>
            <a:off x="11305034" y="2792651"/>
            <a:ext cx="533400" cy="542925"/>
          </a:xfrm>
          <a:custGeom>
            <a:avLst/>
            <a:gdLst>
              <a:gd name="connsiteX0" fmla="*/ 534162 w 533400"/>
              <a:gd name="connsiteY0" fmla="*/ 226219 h 542925"/>
              <a:gd name="connsiteX1" fmla="*/ 467106 w 533400"/>
              <a:gd name="connsiteY1" fmla="*/ 159544 h 542925"/>
              <a:gd name="connsiteX2" fmla="*/ 467106 w 533400"/>
              <a:gd name="connsiteY2" fmla="*/ 178594 h 542925"/>
              <a:gd name="connsiteX3" fmla="*/ 467106 w 533400"/>
              <a:gd name="connsiteY3" fmla="*/ 197644 h 542925"/>
              <a:gd name="connsiteX4" fmla="*/ 495872 w 533400"/>
              <a:gd name="connsiteY4" fmla="*/ 226219 h 542925"/>
              <a:gd name="connsiteX5" fmla="*/ 476822 w 533400"/>
              <a:gd name="connsiteY5" fmla="*/ 252984 h 542925"/>
              <a:gd name="connsiteX6" fmla="*/ 467106 w 533400"/>
              <a:gd name="connsiteY6" fmla="*/ 236411 h 542925"/>
              <a:gd name="connsiteX7" fmla="*/ 323374 w 533400"/>
              <a:gd name="connsiteY7" fmla="*/ 159544 h 542925"/>
              <a:gd name="connsiteX8" fmla="*/ 208788 w 533400"/>
              <a:gd name="connsiteY8" fmla="*/ 159544 h 542925"/>
              <a:gd name="connsiteX9" fmla="*/ 141351 w 533400"/>
              <a:gd name="connsiteY9" fmla="*/ 130969 h 542925"/>
              <a:gd name="connsiteX10" fmla="*/ 103061 w 533400"/>
              <a:gd name="connsiteY10" fmla="*/ 130969 h 542925"/>
              <a:gd name="connsiteX11" fmla="*/ 103061 w 533400"/>
              <a:gd name="connsiteY11" fmla="*/ 169069 h 542925"/>
              <a:gd name="connsiteX12" fmla="*/ 103061 w 533400"/>
              <a:gd name="connsiteY12" fmla="*/ 195453 h 542925"/>
              <a:gd name="connsiteX13" fmla="*/ 54007 w 533400"/>
              <a:gd name="connsiteY13" fmla="*/ 254794 h 542925"/>
              <a:gd name="connsiteX14" fmla="*/ 45434 w 533400"/>
              <a:gd name="connsiteY14" fmla="*/ 254794 h 542925"/>
              <a:gd name="connsiteX15" fmla="*/ 7144 w 533400"/>
              <a:gd name="connsiteY15" fmla="*/ 254794 h 542925"/>
              <a:gd name="connsiteX16" fmla="*/ 7144 w 533400"/>
              <a:gd name="connsiteY16" fmla="*/ 292894 h 542925"/>
              <a:gd name="connsiteX17" fmla="*/ 7144 w 533400"/>
              <a:gd name="connsiteY17" fmla="*/ 369094 h 542925"/>
              <a:gd name="connsiteX18" fmla="*/ 7144 w 533400"/>
              <a:gd name="connsiteY18" fmla="*/ 407194 h 542925"/>
              <a:gd name="connsiteX19" fmla="*/ 45434 w 533400"/>
              <a:gd name="connsiteY19" fmla="*/ 407194 h 542925"/>
              <a:gd name="connsiteX20" fmla="*/ 53912 w 533400"/>
              <a:gd name="connsiteY20" fmla="*/ 407194 h 542925"/>
              <a:gd name="connsiteX21" fmla="*/ 122111 w 533400"/>
              <a:gd name="connsiteY21" fmla="*/ 479298 h 542925"/>
              <a:gd name="connsiteX22" fmla="*/ 122111 w 533400"/>
              <a:gd name="connsiteY22" fmla="*/ 502444 h 542925"/>
              <a:gd name="connsiteX23" fmla="*/ 122111 w 533400"/>
              <a:gd name="connsiteY23" fmla="*/ 540544 h 542925"/>
              <a:gd name="connsiteX24" fmla="*/ 160401 w 533400"/>
              <a:gd name="connsiteY24" fmla="*/ 540544 h 542925"/>
              <a:gd name="connsiteX25" fmla="*/ 208312 w 533400"/>
              <a:gd name="connsiteY25" fmla="*/ 540544 h 542925"/>
              <a:gd name="connsiteX26" fmla="*/ 246602 w 533400"/>
              <a:gd name="connsiteY26" fmla="*/ 540544 h 542925"/>
              <a:gd name="connsiteX27" fmla="*/ 246602 w 533400"/>
              <a:gd name="connsiteY27" fmla="*/ 502444 h 542925"/>
              <a:gd name="connsiteX28" fmla="*/ 284893 w 533400"/>
              <a:gd name="connsiteY28" fmla="*/ 502444 h 542925"/>
              <a:gd name="connsiteX29" fmla="*/ 284893 w 533400"/>
              <a:gd name="connsiteY29" fmla="*/ 540544 h 542925"/>
              <a:gd name="connsiteX30" fmla="*/ 323183 w 533400"/>
              <a:gd name="connsiteY30" fmla="*/ 540544 h 542925"/>
              <a:gd name="connsiteX31" fmla="*/ 371094 w 533400"/>
              <a:gd name="connsiteY31" fmla="*/ 540544 h 542925"/>
              <a:gd name="connsiteX32" fmla="*/ 409385 w 533400"/>
              <a:gd name="connsiteY32" fmla="*/ 540544 h 542925"/>
              <a:gd name="connsiteX33" fmla="*/ 409385 w 533400"/>
              <a:gd name="connsiteY33" fmla="*/ 502444 h 542925"/>
              <a:gd name="connsiteX34" fmla="*/ 409385 w 533400"/>
              <a:gd name="connsiteY34" fmla="*/ 479298 h 542925"/>
              <a:gd name="connsiteX35" fmla="*/ 495586 w 533400"/>
              <a:gd name="connsiteY35" fmla="*/ 330994 h 542925"/>
              <a:gd name="connsiteX36" fmla="*/ 490061 w 533400"/>
              <a:gd name="connsiteY36" fmla="*/ 288703 h 542925"/>
              <a:gd name="connsiteX37" fmla="*/ 534162 w 533400"/>
              <a:gd name="connsiteY37" fmla="*/ 226219 h 542925"/>
              <a:gd name="connsiteX38" fmla="*/ 371285 w 533400"/>
              <a:gd name="connsiteY38" fmla="*/ 455390 h 542925"/>
              <a:gd name="connsiteX39" fmla="*/ 371285 w 533400"/>
              <a:gd name="connsiteY39" fmla="*/ 502444 h 542925"/>
              <a:gd name="connsiteX40" fmla="*/ 323374 w 533400"/>
              <a:gd name="connsiteY40" fmla="*/ 502444 h 542925"/>
              <a:gd name="connsiteX41" fmla="*/ 323374 w 533400"/>
              <a:gd name="connsiteY41" fmla="*/ 464344 h 542925"/>
              <a:gd name="connsiteX42" fmla="*/ 208407 w 533400"/>
              <a:gd name="connsiteY42" fmla="*/ 464344 h 542925"/>
              <a:gd name="connsiteX43" fmla="*/ 208407 w 533400"/>
              <a:gd name="connsiteY43" fmla="*/ 502444 h 542925"/>
              <a:gd name="connsiteX44" fmla="*/ 160496 w 533400"/>
              <a:gd name="connsiteY44" fmla="*/ 502444 h 542925"/>
              <a:gd name="connsiteX45" fmla="*/ 160496 w 533400"/>
              <a:gd name="connsiteY45" fmla="*/ 455390 h 542925"/>
              <a:gd name="connsiteX46" fmla="*/ 79915 w 533400"/>
              <a:gd name="connsiteY46" fmla="*/ 369094 h 542925"/>
              <a:gd name="connsiteX47" fmla="*/ 45434 w 533400"/>
              <a:gd name="connsiteY47" fmla="*/ 369094 h 542925"/>
              <a:gd name="connsiteX48" fmla="*/ 45434 w 533400"/>
              <a:gd name="connsiteY48" fmla="*/ 292894 h 542925"/>
              <a:gd name="connsiteX49" fmla="*/ 79820 w 533400"/>
              <a:gd name="connsiteY49" fmla="*/ 292894 h 542925"/>
              <a:gd name="connsiteX50" fmla="*/ 141256 w 533400"/>
              <a:gd name="connsiteY50" fmla="*/ 215646 h 542925"/>
              <a:gd name="connsiteX51" fmla="*/ 141256 w 533400"/>
              <a:gd name="connsiteY51" fmla="*/ 169069 h 542925"/>
              <a:gd name="connsiteX52" fmla="*/ 189167 w 533400"/>
              <a:gd name="connsiteY52" fmla="*/ 197644 h 542925"/>
              <a:gd name="connsiteX53" fmla="*/ 208312 w 533400"/>
              <a:gd name="connsiteY53" fmla="*/ 197644 h 542925"/>
              <a:gd name="connsiteX54" fmla="*/ 323374 w 533400"/>
              <a:gd name="connsiteY54" fmla="*/ 197644 h 542925"/>
              <a:gd name="connsiteX55" fmla="*/ 457486 w 533400"/>
              <a:gd name="connsiteY55" fmla="*/ 330994 h 542925"/>
              <a:gd name="connsiteX56" fmla="*/ 371285 w 533400"/>
              <a:gd name="connsiteY56" fmla="*/ 455390 h 542925"/>
              <a:gd name="connsiteX57" fmla="*/ 217170 w 533400"/>
              <a:gd name="connsiteY57" fmla="*/ 216694 h 542925"/>
              <a:gd name="connsiteX58" fmla="*/ 332137 w 533400"/>
              <a:gd name="connsiteY58" fmla="*/ 216694 h 542925"/>
              <a:gd name="connsiteX59" fmla="*/ 332137 w 533400"/>
              <a:gd name="connsiteY59" fmla="*/ 254794 h 542925"/>
              <a:gd name="connsiteX60" fmla="*/ 217170 w 533400"/>
              <a:gd name="connsiteY60" fmla="*/ 254794 h 542925"/>
              <a:gd name="connsiteX61" fmla="*/ 217170 w 533400"/>
              <a:gd name="connsiteY61" fmla="*/ 216694 h 542925"/>
              <a:gd name="connsiteX62" fmla="*/ 274701 w 533400"/>
              <a:gd name="connsiteY62" fmla="*/ 140494 h 542925"/>
              <a:gd name="connsiteX63" fmla="*/ 341757 w 533400"/>
              <a:gd name="connsiteY63" fmla="*/ 73819 h 542925"/>
              <a:gd name="connsiteX64" fmla="*/ 274701 w 533400"/>
              <a:gd name="connsiteY64" fmla="*/ 7144 h 542925"/>
              <a:gd name="connsiteX65" fmla="*/ 207645 w 533400"/>
              <a:gd name="connsiteY65" fmla="*/ 73819 h 542925"/>
              <a:gd name="connsiteX66" fmla="*/ 274701 w 533400"/>
              <a:gd name="connsiteY66" fmla="*/ 140494 h 542925"/>
              <a:gd name="connsiteX67" fmla="*/ 274701 w 533400"/>
              <a:gd name="connsiteY67" fmla="*/ 45244 h 542925"/>
              <a:gd name="connsiteX68" fmla="*/ 303467 w 533400"/>
              <a:gd name="connsiteY68" fmla="*/ 73819 h 542925"/>
              <a:gd name="connsiteX69" fmla="*/ 274701 w 533400"/>
              <a:gd name="connsiteY69" fmla="*/ 102394 h 542925"/>
              <a:gd name="connsiteX70" fmla="*/ 245936 w 533400"/>
              <a:gd name="connsiteY70" fmla="*/ 73819 h 542925"/>
              <a:gd name="connsiteX71" fmla="*/ 274701 w 533400"/>
              <a:gd name="connsiteY71" fmla="*/ 452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33400" h="542925">
                <a:moveTo>
                  <a:pt x="534162" y="226219"/>
                </a:moveTo>
                <a:cubicBezTo>
                  <a:pt x="534162" y="189452"/>
                  <a:pt x="504063" y="159544"/>
                  <a:pt x="467106" y="159544"/>
                </a:cubicBezTo>
                <a:lnTo>
                  <a:pt x="467106" y="178594"/>
                </a:lnTo>
                <a:lnTo>
                  <a:pt x="467106" y="197644"/>
                </a:lnTo>
                <a:cubicBezTo>
                  <a:pt x="482918" y="197644"/>
                  <a:pt x="495872" y="210503"/>
                  <a:pt x="495872" y="226219"/>
                </a:cubicBezTo>
                <a:cubicBezTo>
                  <a:pt x="495872" y="238601"/>
                  <a:pt x="487871" y="249079"/>
                  <a:pt x="476822" y="252984"/>
                </a:cubicBezTo>
                <a:cubicBezTo>
                  <a:pt x="473869" y="247269"/>
                  <a:pt x="470725" y="241744"/>
                  <a:pt x="467106" y="236411"/>
                </a:cubicBezTo>
                <a:cubicBezTo>
                  <a:pt x="436150" y="190119"/>
                  <a:pt x="383286" y="159544"/>
                  <a:pt x="323374" y="159544"/>
                </a:cubicBezTo>
                <a:lnTo>
                  <a:pt x="208788" y="159544"/>
                </a:lnTo>
                <a:cubicBezTo>
                  <a:pt x="191834" y="141542"/>
                  <a:pt x="167640" y="130969"/>
                  <a:pt x="141351" y="130969"/>
                </a:cubicBezTo>
                <a:lnTo>
                  <a:pt x="103061" y="130969"/>
                </a:lnTo>
                <a:lnTo>
                  <a:pt x="103061" y="169069"/>
                </a:lnTo>
                <a:lnTo>
                  <a:pt x="103061" y="195453"/>
                </a:lnTo>
                <a:cubicBezTo>
                  <a:pt x="82296" y="211360"/>
                  <a:pt x="65532" y="231648"/>
                  <a:pt x="54007" y="254794"/>
                </a:cubicBezTo>
                <a:lnTo>
                  <a:pt x="45434" y="254794"/>
                </a:lnTo>
                <a:lnTo>
                  <a:pt x="7144" y="254794"/>
                </a:lnTo>
                <a:lnTo>
                  <a:pt x="7144" y="292894"/>
                </a:lnTo>
                <a:lnTo>
                  <a:pt x="7144" y="369094"/>
                </a:lnTo>
                <a:lnTo>
                  <a:pt x="7144" y="407194"/>
                </a:lnTo>
                <a:lnTo>
                  <a:pt x="45434" y="407194"/>
                </a:lnTo>
                <a:lnTo>
                  <a:pt x="53912" y="407194"/>
                </a:lnTo>
                <a:cubicBezTo>
                  <a:pt x="68961" y="437198"/>
                  <a:pt x="92869" y="462439"/>
                  <a:pt x="122111" y="479298"/>
                </a:cubicBezTo>
                <a:lnTo>
                  <a:pt x="122111" y="502444"/>
                </a:lnTo>
                <a:lnTo>
                  <a:pt x="122111" y="540544"/>
                </a:lnTo>
                <a:lnTo>
                  <a:pt x="160401" y="540544"/>
                </a:lnTo>
                <a:lnTo>
                  <a:pt x="208312" y="540544"/>
                </a:lnTo>
                <a:lnTo>
                  <a:pt x="246602" y="540544"/>
                </a:lnTo>
                <a:lnTo>
                  <a:pt x="246602" y="502444"/>
                </a:lnTo>
                <a:lnTo>
                  <a:pt x="284893" y="502444"/>
                </a:lnTo>
                <a:lnTo>
                  <a:pt x="284893" y="540544"/>
                </a:lnTo>
                <a:lnTo>
                  <a:pt x="323183" y="540544"/>
                </a:lnTo>
                <a:lnTo>
                  <a:pt x="371094" y="540544"/>
                </a:lnTo>
                <a:lnTo>
                  <a:pt x="409385" y="540544"/>
                </a:lnTo>
                <a:lnTo>
                  <a:pt x="409385" y="502444"/>
                </a:lnTo>
                <a:lnTo>
                  <a:pt x="409385" y="479298"/>
                </a:lnTo>
                <a:cubicBezTo>
                  <a:pt x="461867" y="449009"/>
                  <a:pt x="495586" y="392335"/>
                  <a:pt x="495586" y="330994"/>
                </a:cubicBezTo>
                <a:cubicBezTo>
                  <a:pt x="495586" y="316325"/>
                  <a:pt x="493490" y="302228"/>
                  <a:pt x="490061" y="288703"/>
                </a:cubicBezTo>
                <a:cubicBezTo>
                  <a:pt x="515874" y="279273"/>
                  <a:pt x="534162" y="254889"/>
                  <a:pt x="534162" y="226219"/>
                </a:cubicBezTo>
                <a:close/>
                <a:moveTo>
                  <a:pt x="371285" y="455390"/>
                </a:moveTo>
                <a:lnTo>
                  <a:pt x="371285" y="502444"/>
                </a:lnTo>
                <a:lnTo>
                  <a:pt x="323374" y="502444"/>
                </a:lnTo>
                <a:lnTo>
                  <a:pt x="323374" y="464344"/>
                </a:lnTo>
                <a:lnTo>
                  <a:pt x="208407" y="464344"/>
                </a:lnTo>
                <a:lnTo>
                  <a:pt x="208407" y="502444"/>
                </a:lnTo>
                <a:lnTo>
                  <a:pt x="160496" y="502444"/>
                </a:lnTo>
                <a:lnTo>
                  <a:pt x="160496" y="455390"/>
                </a:lnTo>
                <a:cubicBezTo>
                  <a:pt x="121825" y="440626"/>
                  <a:pt x="91821" y="408813"/>
                  <a:pt x="79915" y="369094"/>
                </a:cubicBezTo>
                <a:lnTo>
                  <a:pt x="45434" y="369094"/>
                </a:lnTo>
                <a:lnTo>
                  <a:pt x="45434" y="292894"/>
                </a:lnTo>
                <a:lnTo>
                  <a:pt x="79820" y="292894"/>
                </a:lnTo>
                <a:cubicBezTo>
                  <a:pt x="89630" y="260033"/>
                  <a:pt x="112014" y="232505"/>
                  <a:pt x="141256" y="215646"/>
                </a:cubicBezTo>
                <a:lnTo>
                  <a:pt x="141256" y="169069"/>
                </a:lnTo>
                <a:cubicBezTo>
                  <a:pt x="160401" y="169069"/>
                  <a:pt x="179546" y="178594"/>
                  <a:pt x="189167" y="197644"/>
                </a:cubicBezTo>
                <a:cubicBezTo>
                  <a:pt x="189167" y="197644"/>
                  <a:pt x="204978" y="197644"/>
                  <a:pt x="208312" y="197644"/>
                </a:cubicBezTo>
                <a:lnTo>
                  <a:pt x="323374" y="197644"/>
                </a:lnTo>
                <a:cubicBezTo>
                  <a:pt x="397478" y="197644"/>
                  <a:pt x="457486" y="257366"/>
                  <a:pt x="457486" y="330994"/>
                </a:cubicBezTo>
                <a:cubicBezTo>
                  <a:pt x="457486" y="387858"/>
                  <a:pt x="421672" y="436245"/>
                  <a:pt x="371285" y="455390"/>
                </a:cubicBezTo>
                <a:close/>
                <a:moveTo>
                  <a:pt x="217170" y="216694"/>
                </a:moveTo>
                <a:lnTo>
                  <a:pt x="332137" y="216694"/>
                </a:lnTo>
                <a:lnTo>
                  <a:pt x="332137" y="254794"/>
                </a:lnTo>
                <a:lnTo>
                  <a:pt x="217170" y="254794"/>
                </a:lnTo>
                <a:lnTo>
                  <a:pt x="217170" y="216694"/>
                </a:lnTo>
                <a:close/>
                <a:moveTo>
                  <a:pt x="274701" y="140494"/>
                </a:moveTo>
                <a:cubicBezTo>
                  <a:pt x="311658" y="140494"/>
                  <a:pt x="341757" y="110585"/>
                  <a:pt x="341757" y="73819"/>
                </a:cubicBezTo>
                <a:cubicBezTo>
                  <a:pt x="341757" y="37052"/>
                  <a:pt x="311658" y="7144"/>
                  <a:pt x="274701" y="7144"/>
                </a:cubicBezTo>
                <a:cubicBezTo>
                  <a:pt x="237744" y="7144"/>
                  <a:pt x="207645" y="37052"/>
                  <a:pt x="207645" y="73819"/>
                </a:cubicBezTo>
                <a:cubicBezTo>
                  <a:pt x="207645" y="110585"/>
                  <a:pt x="237649" y="140494"/>
                  <a:pt x="274701" y="140494"/>
                </a:cubicBezTo>
                <a:close/>
                <a:moveTo>
                  <a:pt x="274701" y="45244"/>
                </a:moveTo>
                <a:cubicBezTo>
                  <a:pt x="290513" y="45244"/>
                  <a:pt x="303467" y="58103"/>
                  <a:pt x="303467" y="73819"/>
                </a:cubicBezTo>
                <a:cubicBezTo>
                  <a:pt x="303467" y="89535"/>
                  <a:pt x="290608" y="102394"/>
                  <a:pt x="274701" y="102394"/>
                </a:cubicBezTo>
                <a:cubicBezTo>
                  <a:pt x="258890" y="102394"/>
                  <a:pt x="245936" y="89535"/>
                  <a:pt x="245936" y="73819"/>
                </a:cubicBezTo>
                <a:cubicBezTo>
                  <a:pt x="245936" y="58103"/>
                  <a:pt x="258794" y="45244"/>
                  <a:pt x="274701" y="45244"/>
                </a:cubicBezTo>
                <a:close/>
              </a:path>
            </a:pathLst>
          </a:custGeom>
          <a:solidFill>
            <a:srgbClr val="002856"/>
          </a:solidFill>
          <a:ln w="9525" cap="flat">
            <a:noFill/>
            <a:prstDash val="solid"/>
            <a:miter/>
          </a:ln>
        </p:spPr>
        <p:txBody>
          <a:bodyPr rtlCol="0" anchor="ctr"/>
          <a:lstStyle/>
          <a:p>
            <a:endParaRPr lang="en-US" dirty="0"/>
          </a:p>
        </p:txBody>
      </p:sp>
      <p:pic>
        <p:nvPicPr>
          <p:cNvPr id="28" name="Picture 27" descr="University of South Florida - Wikipedia">
            <a:extLst>
              <a:ext uri="{FF2B5EF4-FFF2-40B4-BE49-F238E27FC236}">
                <a16:creationId xmlns:a16="http://schemas.microsoft.com/office/drawing/2014/main" id="{346B7777-7E5E-8FAF-AA9C-B49EB7BA26D2}"/>
              </a:ext>
            </a:extLst>
          </p:cNvPr>
          <p:cNvPicPr>
            <a:picLocks noChangeAspect="1"/>
          </p:cNvPicPr>
          <p:nvPr/>
        </p:nvPicPr>
        <p:blipFill>
          <a:blip r:embed="rId10"/>
          <a:stretch>
            <a:fillRect/>
          </a:stretch>
        </p:blipFill>
        <p:spPr>
          <a:xfrm>
            <a:off x="10981679" y="232357"/>
            <a:ext cx="947202" cy="965675"/>
          </a:xfrm>
          <a:prstGeom prst="rect">
            <a:avLst/>
          </a:prstGeom>
        </p:spPr>
      </p:pic>
      <p:sp>
        <p:nvSpPr>
          <p:cNvPr id="2" name="TextBox 1">
            <a:extLst>
              <a:ext uri="{FF2B5EF4-FFF2-40B4-BE49-F238E27FC236}">
                <a16:creationId xmlns:a16="http://schemas.microsoft.com/office/drawing/2014/main" id="{987C6DC0-BA5D-9397-39C0-DD8750187E72}"/>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12</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1113573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Cogniti</a:t>
            </a:r>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17368"/>
            <a:ext cx="2983746"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rPr>
              <a:t>The University of Sydney</a:t>
            </a:r>
            <a:endParaRPr lang="en-US" b="1" dirty="0"/>
          </a:p>
          <a:p>
            <a:pPr>
              <a:buClr>
                <a:srgbClr val="000000"/>
              </a:buClr>
              <a:defRPr/>
            </a:pPr>
            <a:r>
              <a:rPr lang="en-US" sz="1600" b="1" kern="0" dirty="0">
                <a:solidFill>
                  <a:srgbClr val="FF540A"/>
                </a:solidFill>
                <a:latin typeface="Arial" panose="020B0604020202020204"/>
                <a:cs typeface="Arial"/>
                <a:sym typeface="Arial"/>
              </a:rPr>
              <a:t>Camperdown</a:t>
            </a:r>
            <a:r>
              <a:rPr lang="en-US" sz="1600" b="1" kern="0" dirty="0">
                <a:solidFill>
                  <a:srgbClr val="FF540A"/>
                </a:solidFill>
                <a:ea typeface="+mn-lt"/>
                <a:cs typeface="+mn-lt"/>
                <a:sym typeface="Arial"/>
              </a:rPr>
              <a:t>, Australia</a:t>
            </a:r>
            <a:endParaRPr kumimoji="0" lang="en-US" sz="1600" b="1" i="0" u="none" strike="noStrike" kern="0" cap="none" spc="0" normalizeH="0" baseline="0" noProof="0" dirty="0">
              <a:ln>
                <a:noFill/>
              </a:ln>
              <a:solidFill>
                <a:srgbClr val="FF540A"/>
              </a:solidFill>
              <a:effectLst/>
              <a:uLnTx/>
              <a:uFillTx/>
              <a:ea typeface="+mn-lt"/>
              <a:cs typeface="+mn-lt"/>
            </a:endParaRPr>
          </a:p>
        </p:txBody>
      </p:sp>
      <p:sp>
        <p:nvSpPr>
          <p:cNvPr id="8" name="Rectangle 7">
            <a:extLst>
              <a:ext uri="{FF2B5EF4-FFF2-40B4-BE49-F238E27FC236}">
                <a16:creationId xmlns:a16="http://schemas.microsoft.com/office/drawing/2014/main" id="{BFD1BC16-73DD-8E24-5BC2-456B5C1402D3}"/>
              </a:ext>
            </a:extLst>
          </p:cNvPr>
          <p:cNvSpPr/>
          <p:nvPr/>
        </p:nvSpPr>
        <p:spPr>
          <a:xfrm>
            <a:off x="456787" y="4888232"/>
            <a:ext cx="2641465"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dirty="0">
                <a:solidFill>
                  <a:schemeClr val="bg1"/>
                </a:solidFill>
                <a:latin typeface="Arial"/>
                <a:ea typeface="Aptos Narrow"/>
                <a:cs typeface="Arial"/>
              </a:rPr>
              <a:t>Chatbots/virtual assistants</a:t>
            </a:r>
          </a:p>
          <a:p>
            <a:pPr marL="171450" indent="-171450">
              <a:spcBef>
                <a:spcPts val="1200"/>
              </a:spcBef>
              <a:buClr>
                <a:srgbClr val="FFFFFF"/>
              </a:buClr>
              <a:buFont typeface="Wingdings" panose="05000000000000000000" pitchFamily="2" charset="2"/>
              <a:buChar char="Ø"/>
              <a:defRPr/>
            </a:pPr>
            <a:r>
              <a:rPr lang="en-US" sz="1200" dirty="0">
                <a:solidFill>
                  <a:schemeClr val="bg1"/>
                </a:solidFill>
                <a:ea typeface="+mn-lt"/>
                <a:cs typeface="+mn-lt"/>
              </a:rPr>
              <a:t>Generative AI</a:t>
            </a:r>
          </a:p>
          <a:p>
            <a:pPr marL="171450" indent="-171450">
              <a:spcBef>
                <a:spcPts val="1200"/>
              </a:spcBef>
              <a:buClr>
                <a:srgbClr val="FFFFFF"/>
              </a:buClr>
              <a:buFont typeface="Wingdings" panose="05000000000000000000" pitchFamily="2" charset="2"/>
              <a:buChar char="Ø"/>
              <a:defRPr/>
            </a:pPr>
            <a:r>
              <a:rPr lang="en-US" sz="1200" dirty="0">
                <a:solidFill>
                  <a:schemeClr val="bg1"/>
                </a:solidFill>
                <a:ea typeface="+mn-lt"/>
                <a:cs typeface="+mn-lt"/>
              </a:rPr>
              <a:t>Online/blended/hybrid learning</a:t>
            </a:r>
            <a:endParaRPr lang="en-US" sz="1200" dirty="0">
              <a:solidFill>
                <a:schemeClr val="bg1"/>
              </a:solidFill>
              <a:latin typeface="Arial"/>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1123384"/>
            <a:chOff x="457200" y="1155901"/>
            <a:chExt cx="6013682" cy="1123384"/>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latin typeface="Arial" panose="020B0604020202020204"/>
                  <a:cs typeface="Arial"/>
                </a:rPr>
                <a:t>The cost of accessing frontier AI models risked creating educational inequities as their availability was limited for students and educators. In addition, General-purpose AI tools lacked the control, transparency, trust, pedagogical context and integration with existing educational platforms to facilitate faculty adoption into courses.</a:t>
              </a:r>
              <a:endParaRPr lang="en-US" sz="1200" b="0" i="0" u="none" strike="noStrike" kern="1200" cap="none" spc="0" normalizeH="0" baseline="0" noProof="0" dirty="0">
                <a:ln>
                  <a:noFill/>
                </a:ln>
                <a:solidFill>
                  <a:schemeClr val="bg1"/>
                </a:solidFill>
                <a:effectLst/>
                <a:uLnTx/>
                <a:uFillTx/>
                <a:latin typeface="Arial" panose="020B0604020202020204"/>
                <a:cs typeface="Aria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843607"/>
            <a:ext cx="6121262" cy="1677382"/>
            <a:chOff x="457200" y="1155901"/>
            <a:chExt cx="6121262" cy="1677382"/>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677382"/>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A team at the University of Sydney created </a:t>
              </a:r>
              <a:r>
                <a:rPr lang="en-US" sz="1200" dirty="0" err="1">
                  <a:solidFill>
                    <a:prstClr val="white"/>
                  </a:solidFill>
                  <a:ea typeface="+mn-lt"/>
                  <a:cs typeface="+mn-lt"/>
                </a:rPr>
                <a:t>Cogniti</a:t>
              </a:r>
              <a:r>
                <a:rPr lang="en-US" sz="1200" dirty="0">
                  <a:solidFill>
                    <a:prstClr val="white"/>
                  </a:solidFill>
                  <a:ea typeface="+mn-lt"/>
                  <a:cs typeface="+mn-lt"/>
                </a:rPr>
                <a:t>. This is a platform that enables educators to build AI “agents” that can answer questions, provide feedback, give advice, explain concepts, do role plays and guide learning activities. Educators can tailor their agents to specific courses and integrate them into learning management systems, ensuring that the support provided is accurate, relevant and aligned with course objectives. They can also integrate it with the learning management system via Learning Tools Interoperability (LTI).</a:t>
              </a:r>
              <a:endParaRPr lang="en-US" dirty="0">
                <a:solidFill>
                  <a:prstClr val="white"/>
                </a:solidFill>
                <a:ea typeface="+mn-lt"/>
                <a:cs typeface="+mn-lt"/>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49035"/>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0F68B0C3-8AF6-9F27-FDBD-6D5C0EC1484B}"/>
              </a:ext>
            </a:extLst>
          </p:cNvPr>
          <p:cNvSpPr/>
          <p:nvPr/>
        </p:nvSpPr>
        <p:spPr>
          <a:xfrm>
            <a:off x="3239537" y="4922637"/>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schemeClr val="bg1"/>
                </a:solidFill>
                <a:ea typeface="+mn-lt"/>
                <a:cs typeface="+mn-lt"/>
              </a:rPr>
              <a:t>Classroom technologies</a:t>
            </a:r>
            <a:endParaRPr lang="en-US" sz="1200" b="0" i="0" u="none" strike="noStrike" kern="0" cap="none" spc="0" normalizeH="0" baseline="0" noProof="0" dirty="0">
              <a:ln>
                <a:noFill/>
              </a:ln>
              <a:solidFill>
                <a:schemeClr val="bg1"/>
              </a:solidFill>
              <a:effectLst/>
              <a:uLnTx/>
              <a:uFillTx/>
              <a:latin typeface="Arial"/>
              <a:cs typeface="Arial"/>
            </a:endParaRPr>
          </a:p>
          <a:p>
            <a:pPr marL="171450" marR="0" lvl="0" indent="-171450" algn="l" defTabSz="914400">
              <a:lnSpc>
                <a:spcPct val="100000"/>
              </a:lnSpc>
              <a:spcBef>
                <a:spcPts val="1200"/>
              </a:spcBef>
              <a:spcAft>
                <a:spcPts val="0"/>
              </a:spcAft>
              <a:buClr>
                <a:srgbClr val="FFFFFF"/>
              </a:buClr>
              <a:buSzTx/>
              <a:buFont typeface="Wingdings" panose="05000000000000000000" pitchFamily="2" charset="2"/>
              <a:buChar char="Ø"/>
              <a:tabLst/>
              <a:defRPr/>
            </a:pPr>
            <a:r>
              <a:rPr lang="en-US" sz="1200" kern="0" dirty="0">
                <a:solidFill>
                  <a:schemeClr val="bg1"/>
                </a:solidFill>
                <a:ea typeface="+mn-lt"/>
                <a:cs typeface="+mn-lt"/>
              </a:rPr>
              <a:t>Low-code/No-code</a:t>
            </a:r>
            <a:endParaRPr lang="en-US" sz="1200" b="0" i="0" u="none" strike="noStrike" kern="0" cap="none" spc="0" normalizeH="0" baseline="0" noProof="0" dirty="0">
              <a:ln>
                <a:noFill/>
              </a:ln>
              <a:solidFill>
                <a:schemeClr val="bg1"/>
              </a:solidFill>
              <a:effectLst/>
              <a:uLnTx/>
              <a:uFillTx/>
              <a:latin typeface="Arial"/>
              <a:cs typeface="Arial"/>
            </a:endParaRPr>
          </a:p>
          <a:p>
            <a:pPr marL="171450" indent="-171450">
              <a:spcBef>
                <a:spcPts val="1200"/>
              </a:spcBef>
              <a:buClr>
                <a:prstClr val="white"/>
              </a:buClr>
              <a:buFont typeface="Wingdings" panose="05000000000000000000" pitchFamily="2" charset="2"/>
              <a:buChar char="Ø"/>
              <a:defRPr/>
            </a:pPr>
            <a:endParaRPr lang="en-US" sz="1200" kern="0" dirty="0">
              <a:solidFill>
                <a:prstClr val="white"/>
              </a:solidFill>
              <a:latin typeface="Arial"/>
              <a:cs typeface="Arial"/>
            </a:endParaRPr>
          </a:p>
        </p:txBody>
      </p:sp>
      <p:grpSp>
        <p:nvGrpSpPr>
          <p:cNvPr id="16" name="Group 15">
            <a:extLst>
              <a:ext uri="{FF2B5EF4-FFF2-40B4-BE49-F238E27FC236}">
                <a16:creationId xmlns:a16="http://schemas.microsoft.com/office/drawing/2014/main" id="{4C2C8947-387F-DB69-9501-18C3C213C6D5}"/>
              </a:ext>
            </a:extLst>
          </p:cNvPr>
          <p:cNvGrpSpPr/>
          <p:nvPr/>
        </p:nvGrpSpPr>
        <p:grpSpPr>
          <a:xfrm>
            <a:off x="7181063" y="1154310"/>
            <a:ext cx="4631595" cy="4247317"/>
            <a:chOff x="457200" y="4307200"/>
            <a:chExt cx="4631595" cy="4247317"/>
          </a:xfrm>
        </p:grpSpPr>
        <p:sp>
          <p:nvSpPr>
            <p:cNvPr id="17" name="TextBox 16">
              <a:extLst>
                <a:ext uri="{FF2B5EF4-FFF2-40B4-BE49-F238E27FC236}">
                  <a16:creationId xmlns:a16="http://schemas.microsoft.com/office/drawing/2014/main" id="{3FBB2531-0FF2-F3B8-90CB-048C7CED8520}"/>
                </a:ext>
              </a:extLst>
            </p:cNvPr>
            <p:cNvSpPr txBox="1"/>
            <p:nvPr/>
          </p:nvSpPr>
          <p:spPr>
            <a:xfrm>
              <a:off x="465139" y="4307200"/>
              <a:ext cx="3949852" cy="424731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latin typeface="Arial" panose="020B0604020202020204"/>
                </a:rPr>
                <a:t>Educator adoption:</a:t>
              </a:r>
              <a:r>
                <a:rPr lang="en-US" sz="1200" dirty="0">
                  <a:latin typeface="Arial" panose="020B0604020202020204"/>
                </a:rPr>
                <a:t> Since launch in October 2023, 1,200 creators across 90 institutions have created 2,800+ AI agents.</a:t>
              </a:r>
              <a:br>
                <a:rPr lang="en-US" sz="1200" dirty="0">
                  <a:latin typeface="Arial" panose="020B0604020202020204"/>
                </a:rPr>
              </a:br>
              <a:endParaRPr lang="en-US" sz="1200" b="1" dirty="0">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Student adoption</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dirty="0">
                  <a:latin typeface="Arial" panose="020B0604020202020204"/>
                </a:rPr>
                <a:t> F</a:t>
              </a:r>
              <a:r>
                <a:rPr lang="en-US" sz="1200" dirty="0">
                  <a:ea typeface="+mn-lt"/>
                  <a:cs typeface="+mn-lt"/>
                </a:rPr>
                <a:t>acilitated 200,000+ conversations with 45,000+ users.</a:t>
              </a:r>
              <a:br>
                <a:rPr lang="en-US" sz="1200" dirty="0">
                  <a:ea typeface="+mn-lt"/>
                  <a:cs typeface="+mn-lt"/>
                </a:rPr>
              </a:br>
              <a:endParaRPr lang="en-US" sz="1200" b="1" dirty="0">
                <a:ea typeface="+mn-lt"/>
                <a:cs typeface="+mn-lt"/>
              </a:endParaRPr>
            </a:p>
            <a:p>
              <a:pPr marL="182880" indent="-182880" defTabSz="457200">
                <a:spcBef>
                  <a:spcPts val="2400"/>
                </a:spcBef>
                <a:buFont typeface="Wingdings" panose="05000000000000000000" pitchFamily="2" charset="2"/>
                <a:buChar char="Ø"/>
                <a:defRPr/>
              </a:pPr>
              <a:r>
                <a:rPr lang="en-US" sz="1200" b="1" dirty="0">
                  <a:ea typeface="+mn-lt"/>
                  <a:cs typeface="+mn-lt"/>
                </a:rPr>
                <a:t>Scale </a:t>
              </a:r>
              <a:r>
                <a:rPr lang="en-US" sz="1200" b="1" dirty="0">
                  <a:latin typeface="Arial" panose="020B0604020202020204"/>
                </a:rPr>
                <a:t>of impact</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b="1" dirty="0">
                  <a:ea typeface="+mn-lt"/>
                  <a:cs typeface="+mn-lt"/>
                </a:rPr>
                <a:t> </a:t>
              </a:r>
              <a:r>
                <a:rPr lang="en-US" sz="1200" dirty="0">
                  <a:ea typeface="+mn-lt"/>
                  <a:cs typeface="+mn-lt"/>
                </a:rPr>
                <a:t>The tool</a:t>
              </a:r>
              <a:r>
                <a:rPr lang="en-US" sz="1200" b="1" dirty="0">
                  <a:ea typeface="+mn-lt"/>
                  <a:cs typeface="+mn-lt"/>
                </a:rPr>
                <a:t> </a:t>
              </a:r>
              <a:r>
                <a:rPr lang="en-US" sz="1200" dirty="0">
                  <a:ea typeface="+mn-lt"/>
                  <a:cs typeface="+mn-lt"/>
                </a:rPr>
                <a:t>democratizes access to advanced AI tools, enhances teaching and learning, and promotes AI literacy among both educators and students.</a:t>
              </a:r>
              <a:endParaRPr lang="en-US" sz="1200" b="1" i="0" u="none" strike="noStrike" kern="1200" cap="none" spc="0" normalizeH="0" baseline="0" noProof="0" dirty="0">
                <a:ln>
                  <a:noFill/>
                </a:ln>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endParaRPr lang="en-US" sz="1200" i="0" u="none" strike="noStrike" kern="1200" cap="none" spc="0" normalizeH="0" baseline="0" noProof="0" dirty="0">
                <a:ln>
                  <a:noFill/>
                </a:ln>
                <a:solidFill>
                  <a:srgbClr val="000000"/>
                </a:solidFill>
                <a:effectLst/>
                <a:uLnTx/>
                <a:uFillTx/>
                <a:latin typeface="Arial" panose="020B0604020202020204"/>
                <a:cs typeface="Arial"/>
              </a:endParaRPr>
            </a:p>
            <a:p>
              <a:pPr marR="0" lvl="0" algn="l" defTabSz="457200" rtl="0" eaLnBrk="1" fontAlgn="auto" latinLnBrk="0" hangingPunct="1">
                <a:lnSpc>
                  <a:spcPct val="100000"/>
                </a:lnSpc>
                <a:spcBef>
                  <a:spcPts val="2400"/>
                </a:spcBef>
                <a:spcAft>
                  <a:spcPts val="0"/>
                </a:spcAft>
                <a:buClrTx/>
                <a:buSzTx/>
                <a:tabLst/>
                <a:defRPr/>
              </a:pPr>
              <a:endParaRPr lang="en-US" sz="1200" b="1" i="0" u="none" strike="noStrike" kern="1200" cap="none" spc="0" normalizeH="0" baseline="0" noProof="0" dirty="0">
                <a:ln>
                  <a:noFill/>
                </a:ln>
                <a:solidFill>
                  <a:prstClr val="black"/>
                </a:solidFill>
                <a:effectLst/>
                <a:uLnTx/>
                <a:uFillTx/>
                <a:latin typeface="Arial" panose="020B0604020202020204"/>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latin typeface="Arial"/>
                <a:cs typeface="Arial"/>
                <a:sym typeface="Arial"/>
              </a:rPr>
              <a:t>“</a:t>
            </a:r>
            <a:r>
              <a:rPr lang="en-US" sz="1200" i="1" kern="0" dirty="0">
                <a:ea typeface="+mn-lt"/>
                <a:cs typeface="+mn-lt"/>
                <a:sym typeface="Arial"/>
              </a:rPr>
              <a:t>Every student has strongly agreed that it's helped them with their studies and … that it should be used elsewhere more frequently</a:t>
            </a:r>
            <a:r>
              <a:rPr lang="en-US" sz="1200" i="1" kern="0" dirty="0">
                <a:latin typeface="Arial"/>
                <a:cs typeface="Arial"/>
                <a:sym typeface="Arial"/>
              </a:rPr>
              <a:t>.”</a:t>
            </a:r>
            <a:endParaRPr kumimoji="0" lang="en-US" sz="1200" b="0" i="1" u="none" strike="noStrike" kern="0" cap="none" spc="0" normalizeH="0" baseline="0" noProof="0" dirty="0">
              <a:ln>
                <a:noFill/>
              </a:ln>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Assistant professor at </a:t>
            </a:r>
            <a:r>
              <a:rPr lang="en-US" sz="1200" kern="0" dirty="0">
                <a:solidFill>
                  <a:srgbClr val="000000"/>
                </a:solidFill>
                <a:latin typeface="Arial"/>
                <a:cs typeface="Arial"/>
                <a:sym typeface="Arial"/>
              </a:rPr>
              <a:t>The University of Sydney</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The University of Sydney, </a:t>
            </a:r>
            <a:r>
              <a:rPr lang="en-US" sz="800" dirty="0">
                <a:solidFill>
                  <a:schemeClr val="bg1"/>
                </a:solidFill>
                <a:latin typeface="Arial" panose="020B0604020202020204"/>
              </a:rPr>
              <a:t>Camperdown, Australia</a:t>
            </a:r>
            <a:endParaRPr lang="en-US" sz="800" i="0" u="none" strike="noStrike" kern="1200" cap="none" spc="0" normalizeH="0" baseline="0" noProof="0" dirty="0">
              <a:ln>
                <a:noFill/>
              </a:ln>
              <a:solidFill>
                <a:schemeClr val="bg1"/>
              </a:solidFill>
              <a:effectLst/>
              <a:uLnTx/>
              <a:uFillTx/>
              <a:latin typeface="Arial" panose="020B0604020202020204"/>
              <a:cs typeface="Arial"/>
            </a:endParaRPr>
          </a:p>
        </p:txBody>
      </p:sp>
      <p:pic>
        <p:nvPicPr>
          <p:cNvPr id="12" name="Picture 11" descr="The University of Sydney Logo PNG Transparent &amp; SVG Vector - Freebie Supply">
            <a:extLst>
              <a:ext uri="{FF2B5EF4-FFF2-40B4-BE49-F238E27FC236}">
                <a16:creationId xmlns:a16="http://schemas.microsoft.com/office/drawing/2014/main" id="{A3FE283E-F6D9-E55F-075A-51BBE770F39E}"/>
              </a:ext>
            </a:extLst>
          </p:cNvPr>
          <p:cNvPicPr>
            <a:picLocks noChangeAspect="1"/>
          </p:cNvPicPr>
          <p:nvPr/>
        </p:nvPicPr>
        <p:blipFill>
          <a:blip r:embed="rId10"/>
          <a:stretch>
            <a:fillRect/>
          </a:stretch>
        </p:blipFill>
        <p:spPr>
          <a:xfrm>
            <a:off x="10090917" y="319786"/>
            <a:ext cx="1875237" cy="599824"/>
          </a:xfrm>
          <a:prstGeom prst="rect">
            <a:avLst/>
          </a:prstGeom>
        </p:spPr>
      </p:pic>
      <p:pic>
        <p:nvPicPr>
          <p:cNvPr id="23" name="Graphic 22">
            <a:extLst>
              <a:ext uri="{FF2B5EF4-FFF2-40B4-BE49-F238E27FC236}">
                <a16:creationId xmlns:a16="http://schemas.microsoft.com/office/drawing/2014/main" id="{695F3EBD-7CC8-3650-162E-3185D5BB35C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74188" y="3392276"/>
            <a:ext cx="624613" cy="477936"/>
          </a:xfrm>
          <a:prstGeom prst="rect">
            <a:avLst/>
          </a:prstGeom>
        </p:spPr>
      </p:pic>
      <p:pic>
        <p:nvPicPr>
          <p:cNvPr id="24" name="Picture 23" descr="A blue and black logo&#10;&#10;Description automatically generated">
            <a:extLst>
              <a:ext uri="{FF2B5EF4-FFF2-40B4-BE49-F238E27FC236}">
                <a16:creationId xmlns:a16="http://schemas.microsoft.com/office/drawing/2014/main" id="{3B7EA212-DAE3-4416-2495-7434DA460EBC}"/>
              </a:ext>
            </a:extLst>
          </p:cNvPr>
          <p:cNvPicPr>
            <a:picLocks noChangeAspect="1"/>
          </p:cNvPicPr>
          <p:nvPr/>
        </p:nvPicPr>
        <p:blipFill>
          <a:blip r:embed="rId13"/>
          <a:stretch>
            <a:fillRect/>
          </a:stretch>
        </p:blipFill>
        <p:spPr>
          <a:xfrm>
            <a:off x="11261509" y="2546580"/>
            <a:ext cx="449971" cy="404910"/>
          </a:xfrm>
          <a:prstGeom prst="rect">
            <a:avLst/>
          </a:prstGeom>
        </p:spPr>
      </p:pic>
      <p:pic>
        <p:nvPicPr>
          <p:cNvPr id="25" name="Picture 24" descr="A blue logo with a gear in the center&#10;&#10;Description automatically generated">
            <a:extLst>
              <a:ext uri="{FF2B5EF4-FFF2-40B4-BE49-F238E27FC236}">
                <a16:creationId xmlns:a16="http://schemas.microsoft.com/office/drawing/2014/main" id="{8B88A622-ED0E-7331-56AE-D2C31FF829D6}"/>
              </a:ext>
            </a:extLst>
          </p:cNvPr>
          <p:cNvPicPr>
            <a:picLocks noChangeAspect="1"/>
          </p:cNvPicPr>
          <p:nvPr/>
        </p:nvPicPr>
        <p:blipFill>
          <a:blip r:embed="rId14"/>
          <a:stretch>
            <a:fillRect/>
          </a:stretch>
        </p:blipFill>
        <p:spPr>
          <a:xfrm>
            <a:off x="11280139" y="1640595"/>
            <a:ext cx="412711" cy="431074"/>
          </a:xfrm>
          <a:prstGeom prst="rect">
            <a:avLst/>
          </a:prstGeom>
        </p:spPr>
      </p:pic>
      <p:sp>
        <p:nvSpPr>
          <p:cNvPr id="2" name="TextBox 1">
            <a:extLst>
              <a:ext uri="{FF2B5EF4-FFF2-40B4-BE49-F238E27FC236}">
                <a16:creationId xmlns:a16="http://schemas.microsoft.com/office/drawing/2014/main" id="{32B27BB9-6042-31C7-635C-ABAF3D21872C}"/>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13</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2691194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Amplify GenAI</a:t>
            </a:r>
            <a:endParaRPr lang="en-US" dirty="0"/>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17367"/>
            <a:ext cx="2983746"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rPr>
              <a:t>Vanderbilt University</a:t>
            </a:r>
            <a:endParaRPr lang="en-US" b="1" dirty="0"/>
          </a:p>
          <a:p>
            <a:pPr>
              <a:buClr>
                <a:srgbClr val="000000"/>
              </a:buClr>
              <a:defRPr/>
            </a:pPr>
            <a:r>
              <a:rPr lang="en-US" sz="1600" b="1" kern="0" dirty="0">
                <a:solidFill>
                  <a:srgbClr val="FF540A"/>
                </a:solidFill>
                <a:latin typeface="Arial" panose="020B0604020202020204"/>
                <a:cs typeface="Arial"/>
              </a:rPr>
              <a:t>Nashville, Tennessee</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sp>
        <p:nvSpPr>
          <p:cNvPr id="8" name="Rectangle 7">
            <a:extLst>
              <a:ext uri="{FF2B5EF4-FFF2-40B4-BE49-F238E27FC236}">
                <a16:creationId xmlns:a16="http://schemas.microsoft.com/office/drawing/2014/main" id="{BFD1BC16-73DD-8E24-5BC2-456B5C1402D3}"/>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rPr>
              <a:t>Administrative systems</a:t>
            </a: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Hyperautomation</a:t>
            </a: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Chatbots/virtual assistants</a:t>
            </a:r>
            <a:endParaRPr lang="en-US" sz="1200" kern="0" dirty="0">
              <a:solidFill>
                <a:prstClr val="white"/>
              </a:solidFill>
              <a:latin typeface="Arial"/>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938719"/>
            <a:chOff x="457200" y="1155901"/>
            <a:chExt cx="6013682" cy="938719"/>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938719"/>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1"/>
                  </a:solidFill>
                  <a:ea typeface="+mn-lt"/>
                  <a:cs typeface="+mn-lt"/>
                </a:rPr>
                <a:t>Vanderbilt University saw generative AI’s promise hindered by expensive commercial platforms that were not secure, not connected to data, and not built to support multiple LLMs. </a:t>
              </a:r>
              <a:endParaRPr lang="en-US" sz="1200" dirty="0">
                <a:solidFill>
                  <a:schemeClr val="bg1"/>
                </a:solidFill>
                <a:cs typeface="Aria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843607"/>
            <a:ext cx="6121262" cy="1492716"/>
            <a:chOff x="457200" y="1155901"/>
            <a:chExt cx="6121262" cy="1492716"/>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latin typeface="Arial" panose="020B0604020202020204"/>
                  <a:cs typeface="Arial"/>
                </a:rPr>
                <a:t>Amplify GenAI is an advanced open-source GenAI platform that </a:t>
              </a:r>
              <a:r>
                <a:rPr lang="en-US" sz="1200" dirty="0">
                  <a:solidFill>
                    <a:prstClr val="white"/>
                  </a:solidFill>
                  <a:ea typeface="+mn-lt"/>
                  <a:cs typeface="+mn-lt"/>
                </a:rPr>
                <a:t>streamlines workflows and provides secure, contextually relevant and tailor-made responses while integrating seamlessly with existing systems and maintaining data privacy. The platform supports multiple large language models, fosters community engagement, offers a content marketplace, and enables custom AI assistant development and retrieval-augmented generation (RAG). </a:t>
              </a:r>
              <a:endParaRPr lang="en-US" dirty="0">
                <a:solidFill>
                  <a:prstClr val="white"/>
                </a:solidFill>
                <a:cs typeface="Aria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49035"/>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0F68B0C3-8AF6-9F27-FDBD-6D5C0EC1484B}"/>
              </a:ext>
            </a:extLst>
          </p:cNvPr>
          <p:cNvSpPr/>
          <p:nvPr/>
        </p:nvSpPr>
        <p:spPr>
          <a:xfrm>
            <a:off x="3247558" y="4921801"/>
            <a:ext cx="3329949" cy="1200329"/>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rPr>
              <a:t>Classroom technologies</a:t>
            </a: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a:lnSpc>
                <a:spcPct val="100000"/>
              </a:lnSpc>
              <a:spcBef>
                <a:spcPts val="1200"/>
              </a:spcBef>
              <a:spcAft>
                <a:spcPts val="0"/>
              </a:spcAft>
              <a:buClr>
                <a:srgbClr val="FFFFFF"/>
              </a:buClr>
              <a:buSzTx/>
              <a:buFont typeface="Wingdings" panose="05000000000000000000" pitchFamily="2" charset="2"/>
              <a:buChar char="Ø"/>
              <a:tabLst/>
              <a:defRPr/>
            </a:pPr>
            <a:r>
              <a:rPr lang="en-US" sz="1200" kern="0" dirty="0">
                <a:solidFill>
                  <a:prstClr val="white"/>
                </a:solidFill>
                <a:ea typeface="+mn-lt"/>
                <a:cs typeface="+mn-lt"/>
              </a:rPr>
              <a:t>Collaboration</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Generative AI</a:t>
            </a:r>
            <a:endParaRPr lang="en-US" sz="1200" kern="0" dirty="0">
              <a:solidFill>
                <a:prstClr val="white"/>
              </a:solidFill>
              <a:latin typeface="Arial"/>
              <a:cs typeface="Arial"/>
            </a:endParaRPr>
          </a:p>
          <a:p>
            <a:pPr marL="171450" indent="-171450">
              <a:spcBef>
                <a:spcPts val="1200"/>
              </a:spcBef>
              <a:buClr>
                <a:prstClr val="white"/>
              </a:buClr>
              <a:buFont typeface="Wingdings" panose="05000000000000000000" pitchFamily="2" charset="2"/>
              <a:buChar char="Ø"/>
              <a:defRPr/>
            </a:pPr>
            <a:endParaRPr lang="en-US" sz="1200" kern="0" dirty="0">
              <a:solidFill>
                <a:prstClr val="white"/>
              </a:solidFill>
              <a:latin typeface="Arial"/>
              <a:cs typeface="Arial"/>
            </a:endParaRPr>
          </a:p>
        </p:txBody>
      </p:sp>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4370427"/>
            <a:chOff x="457200" y="4291325"/>
            <a:chExt cx="4631595" cy="4370427"/>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437042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latin typeface="Arial" panose="020B0604020202020204"/>
                </a:rPr>
                <a:t>Reduced cost</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b="1" dirty="0">
                  <a:latin typeface="Arial" panose="020B0604020202020204"/>
                </a:rPr>
                <a:t> </a:t>
              </a:r>
              <a:r>
                <a:rPr lang="en-US" sz="1200" dirty="0">
                  <a:latin typeface="Arial" panose="020B0604020202020204"/>
                </a:rPr>
                <a:t>Projected to save the university $1,530,00 annually.</a:t>
              </a:r>
              <a:br>
                <a:rPr lang="en-US" sz="1200" dirty="0">
                  <a:latin typeface="Arial" panose="020B0604020202020204"/>
                </a:rPr>
              </a:br>
              <a:endParaRPr lang="en-US" sz="1200" dirty="0">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Continuous access</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b="1" dirty="0">
                  <a:latin typeface="Arial" panose="020B0604020202020204"/>
                </a:rPr>
                <a:t> </a:t>
              </a:r>
              <a:r>
                <a:rPr lang="en-US" sz="1200" dirty="0">
                  <a:ea typeface="+mn-lt"/>
                  <a:cs typeface="+mn-lt"/>
                </a:rPr>
                <a:t>The platform has maintained 100% uptime since deployment.</a:t>
              </a:r>
              <a:br>
                <a:rPr lang="en-US" sz="1200" dirty="0">
                  <a:ea typeface="+mn-lt"/>
                  <a:cs typeface="+mn-lt"/>
                </a:rPr>
              </a:br>
              <a:endParaRPr lang="en-US" sz="1200" dirty="0">
                <a:ea typeface="+mn-lt"/>
                <a:cs typeface="+mn-lt"/>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User satisfaction</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b="1" dirty="0">
                  <a:latin typeface="Arial" panose="020B0604020202020204"/>
                </a:rPr>
                <a:t> </a:t>
              </a:r>
              <a:r>
                <a:rPr lang="en-US" sz="1200" dirty="0">
                  <a:ea typeface="+mn-lt"/>
                  <a:cs typeface="+mn-lt"/>
                </a:rPr>
                <a:t>93.3% of users are satisfied with Amplify, and 85.71% of users found it to be “good” or “excellent.”</a:t>
              </a:r>
              <a:endParaRPr lang="en-US" sz="1200" dirty="0">
                <a:cs typeface="Arial"/>
              </a:endParaRPr>
            </a:p>
            <a:p>
              <a:pPr marL="182880" indent="-182880" defTabSz="457200">
                <a:spcBef>
                  <a:spcPts val="2400"/>
                </a:spcBef>
                <a:buFont typeface="Wingdings" panose="05000000000000000000" pitchFamily="2" charset="2"/>
                <a:buChar char="Ø"/>
                <a:defRPr/>
              </a:pPr>
              <a:endParaRPr lang="en-US" sz="1200" b="1" i="0" u="none" strike="noStrike" kern="1200" cap="none" spc="0" normalizeH="0" baseline="0" noProof="0" dirty="0">
                <a:ln>
                  <a:noFill/>
                </a:ln>
                <a:solidFill>
                  <a:prstClr val="black"/>
                </a:solidFill>
                <a:effectLst/>
                <a:uLnTx/>
                <a:uFillTx/>
                <a:latin typeface="Arial" panose="020B0604020202020204"/>
                <a:cs typeface="Arial"/>
              </a:endParaRPr>
            </a:p>
            <a:p>
              <a:pPr marL="182880" marR="0" lvl="0" indent="-182880" algn="l" defTabSz="457200" rtl="0" eaLnBrk="1" fontAlgn="auto" latinLnBrk="0" hangingPunct="1">
                <a:lnSpc>
                  <a:spcPct val="100000"/>
                </a:lnSpc>
                <a:spcBef>
                  <a:spcPts val="2400"/>
                </a:spcBef>
                <a:spcAft>
                  <a:spcPts val="0"/>
                </a:spcAft>
                <a:buClrTx/>
                <a:buSzTx/>
                <a:buFont typeface="Wingdings" panose="05000000000000000000" pitchFamily="2" charset="2"/>
                <a:buChar char="Ø"/>
                <a:tabLst/>
                <a:defRPr/>
              </a:pPr>
              <a:endParaRPr kumimoji="0" lang="en-US" sz="1200" i="0" u="none" strike="noStrike" kern="1200" cap="none" spc="0" normalizeH="0" baseline="0" noProof="0" dirty="0">
                <a:ln>
                  <a:noFill/>
                </a:ln>
                <a:solidFill>
                  <a:prstClr val="black"/>
                </a:solidFill>
                <a:effectLst/>
                <a:uLnTx/>
                <a:uFillTx/>
                <a:latin typeface="Arial" panose="020B0604020202020204"/>
                <a:ea typeface="+mn-ea"/>
                <a:cs typeface="+mn-cs"/>
              </a:endParaRPr>
            </a:p>
            <a:p>
              <a:pPr marR="0" lvl="0" algn="l" defTabSz="457200" rtl="0" eaLnBrk="1" fontAlgn="auto" latinLnBrk="0" hangingPunct="1">
                <a:lnSpc>
                  <a:spcPct val="100000"/>
                </a:lnSpc>
                <a:spcBef>
                  <a:spcPts val="2400"/>
                </a:spcBef>
                <a:spcAft>
                  <a:spcPts val="0"/>
                </a:spcAft>
                <a:buClrTx/>
                <a:buSzTx/>
                <a:tabLst/>
                <a:defRPr/>
              </a:pP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latin typeface="Arial"/>
                <a:cs typeface="Arial"/>
                <a:sym typeface="Arial"/>
              </a:rPr>
              <a:t>“</a:t>
            </a:r>
            <a:r>
              <a:rPr lang="en-US" sz="1200" i="1" kern="0" dirty="0">
                <a:ea typeface="+mn-lt"/>
                <a:cs typeface="+mn-lt"/>
                <a:sym typeface="Arial"/>
              </a:rPr>
              <a:t>By releasing Amplify GenAI as open-source software and working with other universities, we can build a community of support around generative AI specific to higher education.”</a:t>
            </a:r>
            <a:endParaRPr kumimoji="0" lang="en-US" sz="1200" b="0" i="1" u="none" strike="noStrike" kern="0" cap="none" spc="0" normalizeH="0" baseline="0" noProof="0" dirty="0">
              <a:ln>
                <a:noFill/>
              </a:ln>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ea typeface="+mn-lt"/>
                <a:cs typeface="+mn-lt"/>
                <a:sym typeface="Arial"/>
              </a:rPr>
              <a:t>Vanderbilt University</a:t>
            </a:r>
            <a:r>
              <a:rPr lang="en-US" sz="1200" kern="0" dirty="0">
                <a:solidFill>
                  <a:srgbClr val="000000"/>
                </a:solidFill>
                <a:latin typeface="Arial"/>
                <a:cs typeface="Arial"/>
                <a:sym typeface="Arial"/>
              </a:rPr>
              <a:t> </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Vanderbilt University, Nashville, Tennessee</a:t>
            </a:r>
            <a:endParaRPr lang="en-US" sz="800" b="0" i="0" u="none" strike="noStrike" kern="1200" cap="none" spc="0" normalizeH="0" baseline="0" noProof="0" dirty="0">
              <a:ln>
                <a:noFill/>
              </a:ln>
              <a:solidFill>
                <a:prstClr val="white"/>
              </a:solidFill>
              <a:effectLst/>
              <a:uLnTx/>
              <a:uFillTx/>
              <a:latin typeface="Arial" panose="020B0604020202020204"/>
              <a:cs typeface="Arial"/>
            </a:endParaRPr>
          </a:p>
        </p:txBody>
      </p:sp>
      <p:pic>
        <p:nvPicPr>
          <p:cNvPr id="12" name="Picture 11" descr="Vanderbilt Commodores Logo and symbol, meaning, history, PNG, brand">
            <a:extLst>
              <a:ext uri="{FF2B5EF4-FFF2-40B4-BE49-F238E27FC236}">
                <a16:creationId xmlns:a16="http://schemas.microsoft.com/office/drawing/2014/main" id="{EFA720E8-AB14-2353-21A0-B20D109BBD4C}"/>
              </a:ext>
            </a:extLst>
          </p:cNvPr>
          <p:cNvPicPr>
            <a:picLocks noChangeAspect="1"/>
          </p:cNvPicPr>
          <p:nvPr/>
        </p:nvPicPr>
        <p:blipFill>
          <a:blip r:embed="rId10"/>
          <a:stretch>
            <a:fillRect/>
          </a:stretch>
        </p:blipFill>
        <p:spPr>
          <a:xfrm>
            <a:off x="10752693" y="252505"/>
            <a:ext cx="1184166" cy="632277"/>
          </a:xfrm>
          <a:prstGeom prst="rect">
            <a:avLst/>
          </a:prstGeom>
        </p:spPr>
      </p:pic>
      <p:pic>
        <p:nvPicPr>
          <p:cNvPr id="21" name="Picture 20" descr="A blue and black logo&#10;&#10;Description automatically generated">
            <a:extLst>
              <a:ext uri="{FF2B5EF4-FFF2-40B4-BE49-F238E27FC236}">
                <a16:creationId xmlns:a16="http://schemas.microsoft.com/office/drawing/2014/main" id="{14C5F65B-2BE4-ACC0-D573-D75C8D2CB033}"/>
              </a:ext>
            </a:extLst>
          </p:cNvPr>
          <p:cNvPicPr>
            <a:picLocks noChangeAspect="1"/>
          </p:cNvPicPr>
          <p:nvPr/>
        </p:nvPicPr>
        <p:blipFill>
          <a:blip r:embed="rId11"/>
          <a:stretch>
            <a:fillRect/>
          </a:stretch>
        </p:blipFill>
        <p:spPr>
          <a:xfrm>
            <a:off x="11254596" y="1711372"/>
            <a:ext cx="593557" cy="397042"/>
          </a:xfrm>
          <a:prstGeom prst="rect">
            <a:avLst/>
          </a:prstGeom>
        </p:spPr>
      </p:pic>
      <p:sp>
        <p:nvSpPr>
          <p:cNvPr id="24" name="Freeform: Shape 23">
            <a:extLst>
              <a:ext uri="{FF2B5EF4-FFF2-40B4-BE49-F238E27FC236}">
                <a16:creationId xmlns:a16="http://schemas.microsoft.com/office/drawing/2014/main" id="{5E52E6E7-CC2E-4679-B914-44A758F3F160}"/>
              </a:ext>
            </a:extLst>
          </p:cNvPr>
          <p:cNvSpPr/>
          <p:nvPr/>
        </p:nvSpPr>
        <p:spPr>
          <a:xfrm>
            <a:off x="11254596" y="2622377"/>
            <a:ext cx="638175" cy="542925"/>
          </a:xfrm>
          <a:custGeom>
            <a:avLst/>
            <a:gdLst>
              <a:gd name="connsiteX0" fmla="*/ 245459 w 638175"/>
              <a:gd name="connsiteY0" fmla="*/ 406792 h 542925"/>
              <a:gd name="connsiteX1" fmla="*/ 320135 w 638175"/>
              <a:gd name="connsiteY1" fmla="*/ 426509 h 542925"/>
              <a:gd name="connsiteX2" fmla="*/ 360807 w 638175"/>
              <a:gd name="connsiteY2" fmla="*/ 420985 h 542925"/>
              <a:gd name="connsiteX3" fmla="*/ 360902 w 638175"/>
              <a:gd name="connsiteY3" fmla="*/ 420985 h 542925"/>
              <a:gd name="connsiteX4" fmla="*/ 360902 w 638175"/>
              <a:gd name="connsiteY4" fmla="*/ 420985 h 542925"/>
              <a:gd name="connsiteX5" fmla="*/ 361283 w 638175"/>
              <a:gd name="connsiteY5" fmla="*/ 420889 h 542925"/>
              <a:gd name="connsiteX6" fmla="*/ 453104 w 638175"/>
              <a:gd name="connsiteY6" fmla="*/ 348976 h 542925"/>
              <a:gd name="connsiteX7" fmla="*/ 467201 w 638175"/>
              <a:gd name="connsiteY7" fmla="*/ 233152 h 542925"/>
              <a:gd name="connsiteX8" fmla="*/ 395288 w 638175"/>
              <a:gd name="connsiteY8" fmla="*/ 141331 h 542925"/>
              <a:gd name="connsiteX9" fmla="*/ 280130 w 638175"/>
              <a:gd name="connsiteY9" fmla="*/ 127138 h 542925"/>
              <a:gd name="connsiteX10" fmla="*/ 279940 w 638175"/>
              <a:gd name="connsiteY10" fmla="*/ 127138 h 542925"/>
              <a:gd name="connsiteX11" fmla="*/ 279845 w 638175"/>
              <a:gd name="connsiteY11" fmla="*/ 127138 h 542925"/>
              <a:gd name="connsiteX12" fmla="*/ 279464 w 638175"/>
              <a:gd name="connsiteY12" fmla="*/ 127234 h 542925"/>
              <a:gd name="connsiteX13" fmla="*/ 187643 w 638175"/>
              <a:gd name="connsiteY13" fmla="*/ 199147 h 542925"/>
              <a:gd name="connsiteX14" fmla="*/ 173546 w 638175"/>
              <a:gd name="connsiteY14" fmla="*/ 314971 h 542925"/>
              <a:gd name="connsiteX15" fmla="*/ 245459 w 638175"/>
              <a:gd name="connsiteY15" fmla="*/ 406792 h 542925"/>
              <a:gd name="connsiteX16" fmla="*/ 216979 w 638175"/>
              <a:gd name="connsiteY16" fmla="*/ 322591 h 542925"/>
              <a:gd name="connsiteX17" fmla="*/ 258890 w 638175"/>
              <a:gd name="connsiteY17" fmla="*/ 310971 h 542925"/>
              <a:gd name="connsiteX18" fmla="*/ 302133 w 638175"/>
              <a:gd name="connsiteY18" fmla="*/ 386885 h 542925"/>
              <a:gd name="connsiteX19" fmla="*/ 264224 w 638175"/>
              <a:gd name="connsiteY19" fmla="*/ 373645 h 542925"/>
              <a:gd name="connsiteX20" fmla="*/ 216979 w 638175"/>
              <a:gd name="connsiteY20" fmla="*/ 322591 h 542925"/>
              <a:gd name="connsiteX21" fmla="*/ 291465 w 638175"/>
              <a:gd name="connsiteY21" fmla="*/ 168096 h 542925"/>
              <a:gd name="connsiteX22" fmla="*/ 345091 w 638175"/>
              <a:gd name="connsiteY22" fmla="*/ 247439 h 542925"/>
              <a:gd name="connsiteX23" fmla="*/ 285655 w 638175"/>
              <a:gd name="connsiteY23" fmla="*/ 264013 h 542925"/>
              <a:gd name="connsiteX24" fmla="*/ 291465 w 638175"/>
              <a:gd name="connsiteY24" fmla="*/ 168096 h 542925"/>
              <a:gd name="connsiteX25" fmla="*/ 349187 w 638175"/>
              <a:gd name="connsiteY25" fmla="*/ 380027 h 542925"/>
              <a:gd name="connsiteX26" fmla="*/ 295561 w 638175"/>
              <a:gd name="connsiteY26" fmla="*/ 300684 h 542925"/>
              <a:gd name="connsiteX27" fmla="*/ 354997 w 638175"/>
              <a:gd name="connsiteY27" fmla="*/ 284110 h 542925"/>
              <a:gd name="connsiteX28" fmla="*/ 349187 w 638175"/>
              <a:gd name="connsiteY28" fmla="*/ 380027 h 542925"/>
              <a:gd name="connsiteX29" fmla="*/ 419862 w 638175"/>
              <a:gd name="connsiteY29" fmla="*/ 330211 h 542925"/>
              <a:gd name="connsiteX30" fmla="*/ 393097 w 638175"/>
              <a:gd name="connsiteY30" fmla="*/ 362120 h 542925"/>
              <a:gd name="connsiteX31" fmla="*/ 391763 w 638175"/>
              <a:gd name="connsiteY31" fmla="*/ 273919 h 542925"/>
              <a:gd name="connsiteX32" fmla="*/ 433959 w 638175"/>
              <a:gd name="connsiteY32" fmla="*/ 262203 h 542925"/>
              <a:gd name="connsiteX33" fmla="*/ 419862 w 638175"/>
              <a:gd name="connsiteY33" fmla="*/ 330211 h 542925"/>
              <a:gd name="connsiteX34" fmla="*/ 423672 w 638175"/>
              <a:gd name="connsiteY34" fmla="*/ 225532 h 542925"/>
              <a:gd name="connsiteX35" fmla="*/ 381762 w 638175"/>
              <a:gd name="connsiteY35" fmla="*/ 237152 h 542925"/>
              <a:gd name="connsiteX36" fmla="*/ 338614 w 638175"/>
              <a:gd name="connsiteY36" fmla="*/ 161333 h 542925"/>
              <a:gd name="connsiteX37" fmla="*/ 376428 w 638175"/>
              <a:gd name="connsiteY37" fmla="*/ 174478 h 542925"/>
              <a:gd name="connsiteX38" fmla="*/ 423672 w 638175"/>
              <a:gd name="connsiteY38" fmla="*/ 225532 h 542925"/>
              <a:gd name="connsiteX39" fmla="*/ 220790 w 638175"/>
              <a:gd name="connsiteY39" fmla="*/ 217912 h 542925"/>
              <a:gd name="connsiteX40" fmla="*/ 247555 w 638175"/>
              <a:gd name="connsiteY40" fmla="*/ 186003 h 542925"/>
              <a:gd name="connsiteX41" fmla="*/ 248888 w 638175"/>
              <a:gd name="connsiteY41" fmla="*/ 274204 h 542925"/>
              <a:gd name="connsiteX42" fmla="*/ 206693 w 638175"/>
              <a:gd name="connsiteY42" fmla="*/ 285920 h 542925"/>
              <a:gd name="connsiteX43" fmla="*/ 220790 w 638175"/>
              <a:gd name="connsiteY43" fmla="*/ 217912 h 542925"/>
              <a:gd name="connsiteX44" fmla="*/ 633603 w 638175"/>
              <a:gd name="connsiteY44" fmla="*/ 191242 h 542925"/>
              <a:gd name="connsiteX45" fmla="*/ 575310 w 638175"/>
              <a:gd name="connsiteY45" fmla="*/ 282586 h 542925"/>
              <a:gd name="connsiteX46" fmla="*/ 483966 w 638175"/>
              <a:gd name="connsiteY46" fmla="*/ 224293 h 542925"/>
              <a:gd name="connsiteX47" fmla="*/ 504444 w 638175"/>
              <a:gd name="connsiteY47" fmla="*/ 192194 h 542925"/>
              <a:gd name="connsiteX48" fmla="*/ 541401 w 638175"/>
              <a:gd name="connsiteY48" fmla="*/ 215721 h 542925"/>
              <a:gd name="connsiteX49" fmla="*/ 389477 w 638175"/>
              <a:gd name="connsiteY49" fmla="*/ 56082 h 542925"/>
              <a:gd name="connsiteX50" fmla="*/ 215170 w 638175"/>
              <a:gd name="connsiteY50" fmla="*/ 71036 h 542925"/>
              <a:gd name="connsiteX51" fmla="*/ 102489 w 638175"/>
              <a:gd name="connsiteY51" fmla="*/ 204862 h 542925"/>
              <a:gd name="connsiteX52" fmla="*/ 66199 w 638175"/>
              <a:gd name="connsiteY52" fmla="*/ 193337 h 542925"/>
              <a:gd name="connsiteX53" fmla="*/ 197644 w 638175"/>
              <a:gd name="connsiteY53" fmla="*/ 37222 h 542925"/>
              <a:gd name="connsiteX54" fmla="*/ 401003 w 638175"/>
              <a:gd name="connsiteY54" fmla="*/ 19792 h 542925"/>
              <a:gd name="connsiteX55" fmla="*/ 578453 w 638175"/>
              <a:gd name="connsiteY55" fmla="*/ 206863 h 542925"/>
              <a:gd name="connsiteX56" fmla="*/ 601504 w 638175"/>
              <a:gd name="connsiteY56" fmla="*/ 170668 h 542925"/>
              <a:gd name="connsiteX57" fmla="*/ 633603 w 638175"/>
              <a:gd name="connsiteY57" fmla="*/ 191242 h 542925"/>
              <a:gd name="connsiteX58" fmla="*/ 538258 w 638175"/>
              <a:gd name="connsiteY58" fmla="*/ 343165 h 542925"/>
              <a:gd name="connsiteX59" fmla="*/ 574548 w 638175"/>
              <a:gd name="connsiteY59" fmla="*/ 354691 h 542925"/>
              <a:gd name="connsiteX60" fmla="*/ 320135 w 638175"/>
              <a:gd name="connsiteY60" fmla="*/ 540809 h 542925"/>
              <a:gd name="connsiteX61" fmla="*/ 239744 w 638175"/>
              <a:gd name="connsiteY61" fmla="*/ 528331 h 542925"/>
              <a:gd name="connsiteX62" fmla="*/ 62294 w 638175"/>
              <a:gd name="connsiteY62" fmla="*/ 341260 h 542925"/>
              <a:gd name="connsiteX63" fmla="*/ 39243 w 638175"/>
              <a:gd name="connsiteY63" fmla="*/ 377455 h 542925"/>
              <a:gd name="connsiteX64" fmla="*/ 7144 w 638175"/>
              <a:gd name="connsiteY64" fmla="*/ 356977 h 542925"/>
              <a:gd name="connsiteX65" fmla="*/ 65437 w 638175"/>
              <a:gd name="connsiteY65" fmla="*/ 265632 h 542925"/>
              <a:gd name="connsiteX66" fmla="*/ 156782 w 638175"/>
              <a:gd name="connsiteY66" fmla="*/ 323925 h 542925"/>
              <a:gd name="connsiteX67" fmla="*/ 136303 w 638175"/>
              <a:gd name="connsiteY67" fmla="*/ 356024 h 542925"/>
              <a:gd name="connsiteX68" fmla="*/ 99441 w 638175"/>
              <a:gd name="connsiteY68" fmla="*/ 332497 h 542925"/>
              <a:gd name="connsiteX69" fmla="*/ 251365 w 638175"/>
              <a:gd name="connsiteY69" fmla="*/ 492136 h 542925"/>
              <a:gd name="connsiteX70" fmla="*/ 538258 w 638175"/>
              <a:gd name="connsiteY70" fmla="*/ 343165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38175" h="542925">
                <a:moveTo>
                  <a:pt x="245459" y="406792"/>
                </a:moveTo>
                <a:cubicBezTo>
                  <a:pt x="268605" y="419842"/>
                  <a:pt x="294227" y="426509"/>
                  <a:pt x="320135" y="426509"/>
                </a:cubicBezTo>
                <a:cubicBezTo>
                  <a:pt x="333661" y="426509"/>
                  <a:pt x="347377" y="424699"/>
                  <a:pt x="360807" y="420985"/>
                </a:cubicBezTo>
                <a:cubicBezTo>
                  <a:pt x="360807" y="420985"/>
                  <a:pt x="360807" y="420985"/>
                  <a:pt x="360902" y="420985"/>
                </a:cubicBezTo>
                <a:cubicBezTo>
                  <a:pt x="360902" y="420985"/>
                  <a:pt x="360902" y="420985"/>
                  <a:pt x="360902" y="420985"/>
                </a:cubicBezTo>
                <a:cubicBezTo>
                  <a:pt x="360998" y="420985"/>
                  <a:pt x="361188" y="420889"/>
                  <a:pt x="361283" y="420889"/>
                </a:cubicBezTo>
                <a:cubicBezTo>
                  <a:pt x="400526" y="409936"/>
                  <a:pt x="433102" y="384409"/>
                  <a:pt x="453104" y="348976"/>
                </a:cubicBezTo>
                <a:cubicBezTo>
                  <a:pt x="473107" y="313543"/>
                  <a:pt x="478155" y="272395"/>
                  <a:pt x="467201" y="233152"/>
                </a:cubicBezTo>
                <a:cubicBezTo>
                  <a:pt x="456248" y="193909"/>
                  <a:pt x="430721" y="161333"/>
                  <a:pt x="395288" y="141331"/>
                </a:cubicBezTo>
                <a:cubicBezTo>
                  <a:pt x="360045" y="121423"/>
                  <a:pt x="319088" y="116375"/>
                  <a:pt x="280130" y="127138"/>
                </a:cubicBezTo>
                <a:cubicBezTo>
                  <a:pt x="280035" y="127138"/>
                  <a:pt x="280035" y="127138"/>
                  <a:pt x="279940" y="127138"/>
                </a:cubicBezTo>
                <a:cubicBezTo>
                  <a:pt x="279940" y="127138"/>
                  <a:pt x="279940" y="127138"/>
                  <a:pt x="279845" y="127138"/>
                </a:cubicBezTo>
                <a:cubicBezTo>
                  <a:pt x="279750" y="127138"/>
                  <a:pt x="279654" y="127138"/>
                  <a:pt x="279464" y="127234"/>
                </a:cubicBezTo>
                <a:cubicBezTo>
                  <a:pt x="240221" y="138187"/>
                  <a:pt x="207645" y="163714"/>
                  <a:pt x="187643" y="199147"/>
                </a:cubicBezTo>
                <a:cubicBezTo>
                  <a:pt x="167640" y="234580"/>
                  <a:pt x="162592" y="275728"/>
                  <a:pt x="173546" y="314971"/>
                </a:cubicBezTo>
                <a:cubicBezTo>
                  <a:pt x="184500" y="354214"/>
                  <a:pt x="209931" y="386790"/>
                  <a:pt x="245459" y="406792"/>
                </a:cubicBezTo>
                <a:close/>
                <a:moveTo>
                  <a:pt x="216979" y="322591"/>
                </a:moveTo>
                <a:lnTo>
                  <a:pt x="258890" y="310971"/>
                </a:lnTo>
                <a:cubicBezTo>
                  <a:pt x="269653" y="340975"/>
                  <a:pt x="285655" y="367359"/>
                  <a:pt x="302133" y="386885"/>
                </a:cubicBezTo>
                <a:cubicBezTo>
                  <a:pt x="288989" y="384790"/>
                  <a:pt x="276225" y="380408"/>
                  <a:pt x="264224" y="373645"/>
                </a:cubicBezTo>
                <a:cubicBezTo>
                  <a:pt x="243173" y="361739"/>
                  <a:pt x="226981" y="344023"/>
                  <a:pt x="216979" y="322591"/>
                </a:cubicBezTo>
                <a:close/>
                <a:moveTo>
                  <a:pt x="291465" y="168096"/>
                </a:moveTo>
                <a:cubicBezTo>
                  <a:pt x="304705" y="178288"/>
                  <a:pt x="329756" y="206291"/>
                  <a:pt x="345091" y="247439"/>
                </a:cubicBezTo>
                <a:lnTo>
                  <a:pt x="285655" y="264013"/>
                </a:lnTo>
                <a:cubicBezTo>
                  <a:pt x="277940" y="220674"/>
                  <a:pt x="285179" y="183622"/>
                  <a:pt x="291465" y="168096"/>
                </a:cubicBezTo>
                <a:close/>
                <a:moveTo>
                  <a:pt x="349187" y="380027"/>
                </a:moveTo>
                <a:cubicBezTo>
                  <a:pt x="335947" y="369835"/>
                  <a:pt x="310896" y="341832"/>
                  <a:pt x="295561" y="300684"/>
                </a:cubicBezTo>
                <a:lnTo>
                  <a:pt x="354997" y="284110"/>
                </a:lnTo>
                <a:cubicBezTo>
                  <a:pt x="362712" y="327449"/>
                  <a:pt x="355473" y="364501"/>
                  <a:pt x="349187" y="380027"/>
                </a:cubicBezTo>
                <a:close/>
                <a:moveTo>
                  <a:pt x="419862" y="330211"/>
                </a:moveTo>
                <a:cubicBezTo>
                  <a:pt x="412814" y="342594"/>
                  <a:pt x="403765" y="353357"/>
                  <a:pt x="393097" y="362120"/>
                </a:cubicBezTo>
                <a:cubicBezTo>
                  <a:pt x="397478" y="335831"/>
                  <a:pt x="397383" y="304113"/>
                  <a:pt x="391763" y="273919"/>
                </a:cubicBezTo>
                <a:lnTo>
                  <a:pt x="433959" y="262203"/>
                </a:lnTo>
                <a:cubicBezTo>
                  <a:pt x="436436" y="285730"/>
                  <a:pt x="431673" y="309256"/>
                  <a:pt x="419862" y="330211"/>
                </a:cubicBezTo>
                <a:close/>
                <a:moveTo>
                  <a:pt x="423672" y="225532"/>
                </a:moveTo>
                <a:lnTo>
                  <a:pt x="381762" y="237152"/>
                </a:lnTo>
                <a:cubicBezTo>
                  <a:pt x="370999" y="207148"/>
                  <a:pt x="354997" y="180859"/>
                  <a:pt x="338614" y="161333"/>
                </a:cubicBezTo>
                <a:cubicBezTo>
                  <a:pt x="351758" y="163524"/>
                  <a:pt x="364522" y="167810"/>
                  <a:pt x="376428" y="174478"/>
                </a:cubicBezTo>
                <a:cubicBezTo>
                  <a:pt x="397478" y="186384"/>
                  <a:pt x="413766" y="204100"/>
                  <a:pt x="423672" y="225532"/>
                </a:cubicBezTo>
                <a:close/>
                <a:moveTo>
                  <a:pt x="220790" y="217912"/>
                </a:moveTo>
                <a:cubicBezTo>
                  <a:pt x="227838" y="205529"/>
                  <a:pt x="236887" y="194766"/>
                  <a:pt x="247555" y="186003"/>
                </a:cubicBezTo>
                <a:cubicBezTo>
                  <a:pt x="243173" y="212292"/>
                  <a:pt x="243269" y="244010"/>
                  <a:pt x="248888" y="274204"/>
                </a:cubicBezTo>
                <a:lnTo>
                  <a:pt x="206693" y="285920"/>
                </a:lnTo>
                <a:cubicBezTo>
                  <a:pt x="204216" y="262393"/>
                  <a:pt x="208979" y="238867"/>
                  <a:pt x="220790" y="217912"/>
                </a:cubicBezTo>
                <a:close/>
                <a:moveTo>
                  <a:pt x="633603" y="191242"/>
                </a:moveTo>
                <a:lnTo>
                  <a:pt x="575310" y="282586"/>
                </a:lnTo>
                <a:lnTo>
                  <a:pt x="483966" y="224293"/>
                </a:lnTo>
                <a:lnTo>
                  <a:pt x="504444" y="192194"/>
                </a:lnTo>
                <a:lnTo>
                  <a:pt x="541401" y="215721"/>
                </a:lnTo>
                <a:cubicBezTo>
                  <a:pt x="521780" y="140664"/>
                  <a:pt x="465582" y="80180"/>
                  <a:pt x="389477" y="56082"/>
                </a:cubicBezTo>
                <a:cubicBezTo>
                  <a:pt x="331280" y="37603"/>
                  <a:pt x="269367" y="42937"/>
                  <a:pt x="215170" y="71036"/>
                </a:cubicBezTo>
                <a:cubicBezTo>
                  <a:pt x="160973" y="99135"/>
                  <a:pt x="120968" y="146665"/>
                  <a:pt x="102489" y="204862"/>
                </a:cubicBezTo>
                <a:lnTo>
                  <a:pt x="66199" y="193337"/>
                </a:lnTo>
                <a:cubicBezTo>
                  <a:pt x="87725" y="125424"/>
                  <a:pt x="134398" y="69988"/>
                  <a:pt x="197644" y="37222"/>
                </a:cubicBezTo>
                <a:cubicBezTo>
                  <a:pt x="260890" y="4456"/>
                  <a:pt x="333089" y="-1830"/>
                  <a:pt x="401003" y="19792"/>
                </a:cubicBezTo>
                <a:cubicBezTo>
                  <a:pt x="490061" y="47986"/>
                  <a:pt x="555784" y="118947"/>
                  <a:pt x="578453" y="206863"/>
                </a:cubicBezTo>
                <a:lnTo>
                  <a:pt x="601504" y="170668"/>
                </a:lnTo>
                <a:lnTo>
                  <a:pt x="633603" y="191242"/>
                </a:lnTo>
                <a:close/>
                <a:moveTo>
                  <a:pt x="538258" y="343165"/>
                </a:moveTo>
                <a:lnTo>
                  <a:pt x="574548" y="354691"/>
                </a:lnTo>
                <a:cubicBezTo>
                  <a:pt x="538544" y="468133"/>
                  <a:pt x="433292" y="540809"/>
                  <a:pt x="320135" y="540809"/>
                </a:cubicBezTo>
                <a:cubicBezTo>
                  <a:pt x="293466" y="540809"/>
                  <a:pt x="266414" y="536809"/>
                  <a:pt x="239744" y="528331"/>
                </a:cubicBezTo>
                <a:cubicBezTo>
                  <a:pt x="150971" y="500137"/>
                  <a:pt x="85058" y="429176"/>
                  <a:pt x="62294" y="341260"/>
                </a:cubicBezTo>
                <a:lnTo>
                  <a:pt x="39243" y="377455"/>
                </a:lnTo>
                <a:lnTo>
                  <a:pt x="7144" y="356977"/>
                </a:lnTo>
                <a:lnTo>
                  <a:pt x="65437" y="265632"/>
                </a:lnTo>
                <a:lnTo>
                  <a:pt x="156782" y="323925"/>
                </a:lnTo>
                <a:lnTo>
                  <a:pt x="136303" y="356024"/>
                </a:lnTo>
                <a:lnTo>
                  <a:pt x="99441" y="332497"/>
                </a:lnTo>
                <a:cubicBezTo>
                  <a:pt x="119063" y="407459"/>
                  <a:pt x="175451" y="468038"/>
                  <a:pt x="251365" y="492136"/>
                </a:cubicBezTo>
                <a:cubicBezTo>
                  <a:pt x="371380" y="530046"/>
                  <a:pt x="500158" y="463276"/>
                  <a:pt x="538258" y="343165"/>
                </a:cubicBezTo>
                <a:close/>
              </a:path>
            </a:pathLst>
          </a:custGeom>
          <a:solidFill>
            <a:srgbClr val="002856"/>
          </a:solidFill>
          <a:ln w="9525" cap="flat">
            <a:noFill/>
            <a:prstDash val="solid"/>
            <a:miter/>
          </a:ln>
        </p:spPr>
        <p:txBody>
          <a:bodyPr rtlCol="0" anchor="ctr"/>
          <a:lstStyle/>
          <a:p>
            <a:endParaRPr lang="en-US" dirty="0"/>
          </a:p>
        </p:txBody>
      </p:sp>
      <p:pic>
        <p:nvPicPr>
          <p:cNvPr id="25" name="Picture 24" descr="A blue thumb up symbol&#10;&#10;Description automatically generated">
            <a:extLst>
              <a:ext uri="{FF2B5EF4-FFF2-40B4-BE49-F238E27FC236}">
                <a16:creationId xmlns:a16="http://schemas.microsoft.com/office/drawing/2014/main" id="{2D658755-581C-F297-0F48-4793E5895BCB}"/>
              </a:ext>
            </a:extLst>
          </p:cNvPr>
          <p:cNvPicPr>
            <a:picLocks noChangeAspect="1"/>
          </p:cNvPicPr>
          <p:nvPr/>
        </p:nvPicPr>
        <p:blipFill>
          <a:blip r:embed="rId12"/>
          <a:stretch>
            <a:fillRect/>
          </a:stretch>
        </p:blipFill>
        <p:spPr>
          <a:xfrm>
            <a:off x="11344776" y="3608639"/>
            <a:ext cx="483268" cy="502318"/>
          </a:xfrm>
          <a:prstGeom prst="rect">
            <a:avLst/>
          </a:prstGeom>
        </p:spPr>
      </p:pic>
      <p:sp>
        <p:nvSpPr>
          <p:cNvPr id="2" name="TextBox 1">
            <a:extLst>
              <a:ext uri="{FF2B5EF4-FFF2-40B4-BE49-F238E27FC236}">
                <a16:creationId xmlns:a16="http://schemas.microsoft.com/office/drawing/2014/main" id="{94D1CB4E-62C3-42A6-5963-718630A04A0A}"/>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14</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33073373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a:spcBef>
                <a:spcPts val="600"/>
              </a:spcBef>
            </a:pPr>
            <a:r>
              <a:rPr lang="en-US" sz="1400" b="0" noProof="0" dirty="0">
                <a:solidFill>
                  <a:srgbClr val="002856"/>
                </a:solidFill>
                <a:latin typeface="+mj-lt"/>
              </a:rPr>
              <a:t>				</a:t>
            </a:r>
          </a:p>
          <a:p>
            <a:pPr>
              <a:spcBef>
                <a:spcPts val="600"/>
              </a:spcBef>
            </a:pPr>
            <a:endParaRPr lang="en-US" sz="1400" b="0" noProof="0" dirty="0">
              <a:solidFill>
                <a:srgbClr val="6F7878"/>
              </a:solidFill>
              <a:latin typeface="+mj-lt"/>
            </a:endParaRPr>
          </a:p>
          <a:p>
            <a:pPr algn="l">
              <a:spcBef>
                <a:spcPts val="600"/>
              </a:spcBef>
            </a:pPr>
            <a:endParaRPr lang="en-US" sz="1400" dirty="0"/>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22507" y="238047"/>
            <a:ext cx="5819775" cy="451231"/>
          </a:xfrm>
        </p:spPr>
        <p:txBody>
          <a:bodyPr/>
          <a:lstStyle/>
          <a:p>
            <a:r>
              <a:rPr lang="en-US" dirty="0">
                <a:solidFill>
                  <a:schemeClr val="bg1"/>
                </a:solidFill>
              </a:rPr>
              <a:t>Strategic Acceleration of AI in Education </a:t>
            </a:r>
          </a:p>
        </p:txBody>
      </p:sp>
      <p:sp>
        <p:nvSpPr>
          <p:cNvPr id="7" name="TextBox 6">
            <a:extLst>
              <a:ext uri="{FF2B5EF4-FFF2-40B4-BE49-F238E27FC236}">
                <a16:creationId xmlns:a16="http://schemas.microsoft.com/office/drawing/2014/main" id="{8D21CB09-BCBB-5D55-6F98-A6C974764DBF}"/>
              </a:ext>
            </a:extLst>
          </p:cNvPr>
          <p:cNvSpPr txBox="1"/>
          <p:nvPr/>
        </p:nvSpPr>
        <p:spPr>
          <a:xfrm>
            <a:off x="7102362" y="247271"/>
            <a:ext cx="2956037" cy="553998"/>
          </a:xfrm>
          <a:prstGeom prst="rect">
            <a:avLst/>
          </a:prstGeom>
          <a:noFill/>
        </p:spPr>
        <p:txBody>
          <a:bodyPr wrap="square" lIns="91440" tIns="0" rIns="91440" bIns="0" rtlCol="0" anchor="ctr" anchorCtr="0">
            <a:spAutoFit/>
          </a:bodyPr>
          <a:lstStyle/>
          <a:p>
            <a:pPr>
              <a:defRPr/>
            </a:pPr>
            <a:r>
              <a:rPr lang="en-US" b="1" kern="0" dirty="0">
                <a:solidFill>
                  <a:schemeClr val="accent5"/>
                </a:solidFill>
                <a:ea typeface="+mn-lt"/>
                <a:cs typeface="+mn-lt"/>
                <a:sym typeface="Arial"/>
              </a:rPr>
              <a:t>Vitru Educação</a:t>
            </a:r>
            <a:endParaRPr lang="en-US" b="1" dirty="0">
              <a:solidFill>
                <a:schemeClr val="accent5"/>
              </a:solidFill>
              <a:cs typeface="Arial"/>
            </a:endParaRPr>
          </a:p>
          <a:p>
            <a:pPr>
              <a:defRPr/>
            </a:pPr>
            <a:r>
              <a:rPr lang="en-US" b="1" kern="0" dirty="0">
                <a:solidFill>
                  <a:schemeClr val="accent5"/>
                </a:solidFill>
                <a:latin typeface="Arial" panose="020B0604020202020204"/>
                <a:cs typeface="Arial"/>
                <a:sym typeface="Arial"/>
              </a:rPr>
              <a:t>Florianopolis, Brazil</a:t>
            </a:r>
            <a:endParaRPr lang="en-US" dirty="0"/>
          </a:p>
        </p:txBody>
      </p:sp>
      <p:sp>
        <p:nvSpPr>
          <p:cNvPr id="40" name="TextBox 39">
            <a:extLst>
              <a:ext uri="{FF2B5EF4-FFF2-40B4-BE49-F238E27FC236}">
                <a16:creationId xmlns:a16="http://schemas.microsoft.com/office/drawing/2014/main" id="{8BDBAD64-9C5A-F913-FEB8-3F512B749AE3}"/>
              </a:ext>
            </a:extLst>
          </p:cNvPr>
          <p:cNvSpPr txBox="1"/>
          <p:nvPr/>
        </p:nvSpPr>
        <p:spPr>
          <a:xfrm>
            <a:off x="456787" y="1136923"/>
            <a:ext cx="6013682" cy="1292662"/>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Problem/Opportunity</a:t>
            </a:r>
          </a:p>
          <a:p>
            <a:pPr>
              <a:spcBef>
                <a:spcPts val="600"/>
              </a:spcBef>
            </a:pPr>
            <a:r>
              <a:rPr lang="en-US" sz="1200" dirty="0">
                <a:solidFill>
                  <a:schemeClr val="bg1"/>
                </a:solidFill>
                <a:ea typeface="+mn-lt"/>
                <a:cs typeface="+mn-lt"/>
              </a:rPr>
              <a:t>Vitru Educação recognized the "boom" of AIs and the evolution of AI applications in real processes as an opportunity to enhance financial results, improve the student experience and train employees and partners. </a:t>
            </a:r>
            <a:endParaRPr lang="en-US" dirty="0">
              <a:cs typeface="Arial" panose="020B0604020202020204"/>
            </a:endParaRPr>
          </a:p>
          <a:p>
            <a:pPr>
              <a:spcBef>
                <a:spcPts val="600"/>
              </a:spcBef>
            </a:pPr>
            <a:endParaRPr lang="en-US" dirty="0">
              <a:cs typeface="Arial" panose="020B0604020202020204"/>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6787" y="1430836"/>
            <a:ext cx="6007564" cy="0"/>
          </a:xfrm>
          <a:prstGeom prst="line">
            <a:avLst/>
          </a:prstGeom>
          <a:noFill/>
          <a:ln w="12700" cap="flat" cmpd="sng">
            <a:solidFill>
              <a:srgbClr val="6F7878"/>
            </a:solidFill>
            <a:prstDash val="solid"/>
            <a:round/>
            <a:headEnd type="none" w="lg" len="med"/>
            <a:tailEnd type="none" w="lg" len="med"/>
          </a:ln>
        </p:spPr>
      </p:cxn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Key Technologies Used</a:t>
            </a:r>
            <a:endParaRPr lang="en-US" sz="1200" dirty="0"/>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3370153"/>
            <a:chOff x="457200" y="4291325"/>
            <a:chExt cx="4631595" cy="3370153"/>
          </a:xfrm>
        </p:grpSpPr>
        <p:sp>
          <p:nvSpPr>
            <p:cNvPr id="17" name="TextBox 16">
              <a:extLst>
                <a:ext uri="{FF2B5EF4-FFF2-40B4-BE49-F238E27FC236}">
                  <a16:creationId xmlns:a16="http://schemas.microsoft.com/office/drawing/2014/main" id="{3FBB2531-0FF2-F3B8-90CB-048C7CED8520}"/>
                </a:ext>
              </a:extLst>
            </p:cNvPr>
            <p:cNvSpPr txBox="1"/>
            <p:nvPr/>
          </p:nvSpPr>
          <p:spPr>
            <a:xfrm>
              <a:off x="457200" y="4291325"/>
              <a:ext cx="4041291" cy="3370153"/>
            </a:xfrm>
            <a:prstGeom prst="rect">
              <a:avLst/>
            </a:prstGeom>
            <a:noFill/>
          </p:spPr>
          <p:txBody>
            <a:bodyPr wrap="square" lIns="0" tIns="45720" rIns="0" bIns="45720" rtlCol="0" anchor="t">
              <a:spAutoFit/>
            </a:bodyPr>
            <a:lstStyle/>
            <a:p>
              <a:pPr algn="l">
                <a:spcBef>
                  <a:spcPts val="600"/>
                </a:spcBef>
              </a:pPr>
              <a:r>
                <a:rPr lang="en-US" sz="1400" dirty="0">
                  <a:solidFill>
                    <a:schemeClr val="tx2"/>
                  </a:solidFill>
                  <a:latin typeface="+mj-lt"/>
                </a:rPr>
                <a:t>Outcomes</a:t>
              </a:r>
            </a:p>
            <a:p>
              <a:pPr algn="l">
                <a:spcBef>
                  <a:spcPts val="600"/>
                </a:spcBef>
              </a:pPr>
              <a:endParaRPr lang="en-US" sz="1400" dirty="0">
                <a:solidFill>
                  <a:schemeClr val="tx2"/>
                </a:solidFill>
                <a:latin typeface="+mj-lt"/>
              </a:endParaRPr>
            </a:p>
            <a:p>
              <a:pPr marL="182880" indent="-182880">
                <a:buFont typeface="Wingdings" panose="05000000000000000000" pitchFamily="2" charset="2"/>
                <a:buChar char="Ø"/>
              </a:pPr>
              <a:r>
                <a:rPr lang="en-US" sz="1200" b="1" dirty="0"/>
                <a:t>Widespread user interaction</a:t>
              </a:r>
              <a:endParaRPr lang="en-US" dirty="0">
                <a:cs typeface="Arial"/>
              </a:endParaRPr>
            </a:p>
            <a:p>
              <a:pPr marL="640080" lvl="1" indent="-182880">
                <a:buFont typeface="Wingdings" panose="05000000000000000000" pitchFamily="2" charset="2"/>
                <a:buChar char="Ø"/>
              </a:pPr>
              <a:r>
                <a:rPr lang="en-US" sz="1200" dirty="0"/>
                <a:t>Impacted over 5,000 employees and educators.</a:t>
              </a:r>
              <a:endParaRPr lang="en-US" sz="1200" dirty="0">
                <a:cs typeface="Arial"/>
              </a:endParaRPr>
            </a:p>
            <a:p>
              <a:pPr marL="640080" lvl="1" indent="-182880">
                <a:buFont typeface="Wingdings" panose="05000000000000000000" pitchFamily="2" charset="2"/>
                <a:buChar char="Ø"/>
              </a:pPr>
              <a:r>
                <a:rPr lang="en-US" sz="1200" dirty="0">
                  <a:cs typeface="Arial"/>
                </a:rPr>
                <a:t>Over 2,000 hours of educational content.</a:t>
              </a:r>
            </a:p>
            <a:p>
              <a:pPr marL="640080" lvl="1" indent="-182880">
                <a:buFont typeface="Wingdings" panose="05000000000000000000" pitchFamily="2" charset="2"/>
                <a:buChar char="Ø"/>
              </a:pPr>
              <a:r>
                <a:rPr lang="en-US" sz="1200" dirty="0">
                  <a:cs typeface="Arial"/>
                </a:rPr>
                <a:t>9.6 average satisfaction rating.</a:t>
              </a:r>
            </a:p>
            <a:p>
              <a:pPr marL="640080" lvl="1" indent="-182880">
                <a:buFont typeface="Wingdings" panose="05000000000000000000" pitchFamily="2" charset="2"/>
                <a:buChar char="Ø"/>
              </a:pPr>
              <a:endParaRPr lang="en-US" sz="1200" dirty="0"/>
            </a:p>
            <a:p>
              <a:pPr marL="182880" indent="-182880">
                <a:buFont typeface="Wingdings" panose="05000000000000000000" pitchFamily="2" charset="2"/>
                <a:buChar char="Ø"/>
              </a:pPr>
              <a:r>
                <a:rPr lang="en-US" sz="1200" b="1" dirty="0">
                  <a:cs typeface="Arial"/>
                </a:rPr>
                <a:t>Improved operational efficiency</a:t>
              </a:r>
            </a:p>
            <a:p>
              <a:pPr marL="640080" lvl="1" indent="-182880">
                <a:buFont typeface="Wingdings" panose="05000000000000000000" pitchFamily="2" charset="2"/>
                <a:buChar char="Ø"/>
              </a:pPr>
              <a:r>
                <a:rPr lang="en-US" sz="1200" dirty="0">
                  <a:cs typeface="Arial"/>
                </a:rPr>
                <a:t>Conducted over five proofs of concept and three pilots.</a:t>
              </a:r>
            </a:p>
            <a:p>
              <a:pPr marL="640080" lvl="1" indent="-182880">
                <a:buFont typeface="Wingdings" panose="05000000000000000000" pitchFamily="2" charset="2"/>
                <a:buChar char="Ø"/>
              </a:pPr>
              <a:r>
                <a:rPr lang="en-US" sz="1200" dirty="0">
                  <a:cs typeface="Arial"/>
                </a:rPr>
                <a:t>40% of student inquiries are resolved on first contact within minutes.</a:t>
              </a:r>
              <a:endParaRPr lang="en-US" sz="1200" b="1" dirty="0">
                <a:cs typeface="Arial"/>
              </a:endParaRPr>
            </a:p>
            <a:p>
              <a:pPr lvl="1"/>
              <a:endParaRPr lang="en-US" sz="1200" dirty="0">
                <a:cs typeface="Arial" panose="020B0604020202020204"/>
              </a:endParaRPr>
            </a:p>
            <a:p>
              <a:pPr marL="182880" indent="-182880">
                <a:buFont typeface="Wingdings" panose="05000000000000000000" pitchFamily="2" charset="2"/>
                <a:buChar char="Ø"/>
              </a:pPr>
              <a:r>
                <a:rPr lang="en-US" sz="1200" b="1" dirty="0">
                  <a:cs typeface="Arial"/>
                </a:rPr>
                <a:t>Increased user engagement</a:t>
              </a:r>
            </a:p>
            <a:p>
              <a:pPr marL="640080" lvl="1" indent="-182880">
                <a:buFont typeface="Wingdings" panose="05000000000000000000" pitchFamily="2" charset="2"/>
                <a:buChar char="Ø"/>
              </a:pPr>
              <a:r>
                <a:rPr lang="en-US" sz="1200" dirty="0">
                  <a:cs typeface="Arial"/>
                </a:rPr>
                <a:t>Culture of innovation and ethical use of AI have strengthened teacher/student engagement.</a:t>
              </a:r>
            </a:p>
            <a:p>
              <a:endParaRPr lang="en-US" sz="1200" dirty="0">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182880" bIns="91440" rtlCol="0" anchor="ctr"/>
          <a:lstStyle/>
          <a:p>
            <a:pPr algn="r">
              <a:buClr>
                <a:srgbClr val="000000"/>
              </a:buClr>
              <a:defRPr/>
            </a:pP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latin typeface="Arial"/>
                <a:cs typeface="Arial"/>
                <a:sym typeface="Arial"/>
              </a:rPr>
              <a:t>Our ability to rapidly adapt innovations to real needs, with continuous feedback and strategic governance, sets us apart in the education market.”</a:t>
            </a:r>
            <a:br>
              <a:rPr lang="en-US" sz="1200" i="1" u="none" strike="noStrike" kern="0" cap="none" spc="0" normalizeH="0" baseline="0" noProof="0" dirty="0">
                <a:ln>
                  <a:noFill/>
                </a:ln>
                <a:effectLst/>
                <a:uLnTx/>
                <a:uFillTx/>
                <a:latin typeface="Arial"/>
                <a:cs typeface="Arial"/>
              </a:rPr>
            </a:b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 </a:t>
            </a:r>
            <a:br>
              <a:rPr lang="en-US" sz="120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i="0" u="none" strike="noStrike" kern="0" cap="none" spc="0" normalizeH="0" baseline="0" noProof="0" dirty="0">
                <a:ln>
                  <a:noFill/>
                </a:ln>
                <a:solidFill>
                  <a:srgbClr val="000000"/>
                </a:solidFill>
                <a:effectLst/>
                <a:uLnTx/>
                <a:uFillTx/>
                <a:latin typeface="Arial"/>
                <a:ea typeface="+mn-ea"/>
                <a:cs typeface="Arial"/>
                <a:sym typeface="Arial"/>
              </a:rPr>
              <a:t> Senior executive </a:t>
            </a:r>
            <a:r>
              <a:rPr lang="en-US" sz="1200" kern="0" dirty="0">
                <a:solidFill>
                  <a:srgbClr val="000000"/>
                </a:solidFill>
                <a:latin typeface="Arial"/>
                <a:cs typeface="Arial"/>
                <a:sym typeface="Arial"/>
              </a:rPr>
              <a:t>at </a:t>
            </a:r>
            <a:r>
              <a:rPr lang="en-US" sz="1200" kern="0" dirty="0">
                <a:solidFill>
                  <a:srgbClr val="1F1F1F"/>
                </a:solidFill>
                <a:ea typeface="+mn-lt"/>
                <a:cs typeface="+mn-lt"/>
                <a:sym typeface="Arial"/>
              </a:rPr>
              <a:t>Vitru Educação</a:t>
            </a:r>
            <a:endParaRPr kumimoji="0" lang="en-US" sz="120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5305"/>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algn="l">
                <a:spcBef>
                  <a:spcPts val="600"/>
                </a:spcBef>
              </a:pPr>
              <a:endParaRPr lang="en-US" dirty="0"/>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49097"/>
            <a:ext cx="5968375" cy="215444"/>
          </a:xfrm>
          <a:prstGeom prst="rect">
            <a:avLst/>
          </a:prstGeom>
          <a:noFill/>
        </p:spPr>
        <p:txBody>
          <a:bodyPr wrap="square" lIns="0" tIns="45720" rIns="0" bIns="45720" rtlCol="0" anchor="t">
            <a:spAutoFit/>
          </a:bodyPr>
          <a:lstStyle/>
          <a:p>
            <a:r>
              <a:rPr lang="en-US" sz="800" dirty="0">
                <a:solidFill>
                  <a:schemeClr val="bg1"/>
                </a:solidFill>
              </a:rPr>
              <a:t>Source: Gartner 2024 Eye on Innovation Awards for Higher Education, </a:t>
            </a:r>
            <a:r>
              <a:rPr lang="en-US" sz="800" dirty="0">
                <a:solidFill>
                  <a:schemeClr val="bg1"/>
                </a:solidFill>
                <a:ea typeface="+mn-lt"/>
                <a:cs typeface="+mn-lt"/>
              </a:rPr>
              <a:t>Vitru Educação, Florianopolis, Brazil</a:t>
            </a:r>
            <a:endParaRPr lang="en-US" sz="800" dirty="0">
              <a:solidFill>
                <a:schemeClr val="bg1"/>
              </a:solidFill>
            </a:endParaRPr>
          </a:p>
        </p:txBody>
      </p:sp>
      <p:sp>
        <p:nvSpPr>
          <p:cNvPr id="24" name="Rectangle 23">
            <a:extLst>
              <a:ext uri="{FF2B5EF4-FFF2-40B4-BE49-F238E27FC236}">
                <a16:creationId xmlns:a16="http://schemas.microsoft.com/office/drawing/2014/main" id="{E3EFB814-7A18-4B08-7C12-5FAC4590F980}"/>
              </a:ext>
            </a:extLst>
          </p:cNvPr>
          <p:cNvSpPr/>
          <p:nvPr/>
        </p:nvSpPr>
        <p:spPr>
          <a:xfrm>
            <a:off x="456787" y="5018045"/>
            <a:ext cx="3050667"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sym typeface="Arial"/>
              </a:rPr>
              <a:t>Generative AI</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Online/blended/hybrid learning</a:t>
            </a:r>
          </a:p>
          <a:p>
            <a:pPr>
              <a:spcBef>
                <a:spcPts val="1200"/>
              </a:spcBef>
              <a:buClr>
                <a:srgbClr val="FFFFFF"/>
              </a:buClr>
              <a:defRPr/>
            </a:pPr>
            <a:endParaRPr lang="en-US" sz="1200" kern="0" dirty="0">
              <a:solidFill>
                <a:schemeClr val="bg1"/>
              </a:solidFill>
              <a:latin typeface="Arial"/>
              <a:cs typeface="Arial"/>
            </a:endParaRPr>
          </a:p>
        </p:txBody>
      </p:sp>
      <p:sp>
        <p:nvSpPr>
          <p:cNvPr id="25" name="Rectangle 24">
            <a:extLst>
              <a:ext uri="{FF2B5EF4-FFF2-40B4-BE49-F238E27FC236}">
                <a16:creationId xmlns:a16="http://schemas.microsoft.com/office/drawing/2014/main" id="{FA7E23CE-6C12-EFBE-B5A9-A68E41B869A8}"/>
              </a:ext>
            </a:extLst>
          </p:cNvPr>
          <p:cNvSpPr/>
          <p:nvPr/>
        </p:nvSpPr>
        <p:spPr>
          <a:xfrm>
            <a:off x="3248100" y="5093031"/>
            <a:ext cx="3329949" cy="184666"/>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endParaRPr lang="en-US" sz="1200" kern="0" dirty="0">
              <a:solidFill>
                <a:schemeClr val="bg1"/>
              </a:solidFill>
              <a:latin typeface="Arial"/>
              <a:cs typeface="Arial"/>
            </a:endParaRPr>
          </a:p>
        </p:txBody>
      </p:sp>
      <p:sp>
        <p:nvSpPr>
          <p:cNvPr id="26" name="TextBox 25">
            <a:extLst>
              <a:ext uri="{FF2B5EF4-FFF2-40B4-BE49-F238E27FC236}">
                <a16:creationId xmlns:a16="http://schemas.microsoft.com/office/drawing/2014/main" id="{0AB6A2AB-163F-1571-1BAA-236DB792AEDF}"/>
              </a:ext>
            </a:extLst>
          </p:cNvPr>
          <p:cNvSpPr txBox="1"/>
          <p:nvPr/>
        </p:nvSpPr>
        <p:spPr>
          <a:xfrm>
            <a:off x="456787" y="2637129"/>
            <a:ext cx="6121262" cy="1308050"/>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Solution</a:t>
            </a:r>
          </a:p>
          <a:p>
            <a:pPr>
              <a:spcBef>
                <a:spcPts val="600"/>
              </a:spcBef>
            </a:pPr>
            <a:r>
              <a:rPr lang="en-US" sz="1200" dirty="0">
                <a:solidFill>
                  <a:schemeClr val="bg1"/>
                </a:solidFill>
                <a:cs typeface="Arial"/>
              </a:rPr>
              <a:t>The </a:t>
            </a:r>
            <a:r>
              <a:rPr lang="en-US" sz="1200" dirty="0" err="1">
                <a:solidFill>
                  <a:schemeClr val="bg1"/>
                </a:solidFill>
                <a:ea typeface="+mn-lt"/>
                <a:cs typeface="+mn-lt"/>
              </a:rPr>
              <a:t>Geração</a:t>
            </a:r>
            <a:r>
              <a:rPr lang="en-US" sz="1200" dirty="0">
                <a:solidFill>
                  <a:schemeClr val="bg1"/>
                </a:solidFill>
                <a:ea typeface="+mn-lt"/>
                <a:cs typeface="+mn-lt"/>
              </a:rPr>
              <a:t> Artificial Intelligence program uses advanced technologies, proofs of concept, and pilots that evolve into robust, scalable and sustainable projects. It features a learning community, a resource repository and an ethical AI usage manifesto. Furthermore, teachers are offered ongoing trainings that enable them to use AI to make teaching more dynamic and engaging, transforming them into inspiring guides for their students.</a:t>
            </a:r>
          </a:p>
        </p:txBody>
      </p:sp>
      <p:cxnSp>
        <p:nvCxnSpPr>
          <p:cNvPr id="2" name="Straight Connector 1">
            <a:extLst>
              <a:ext uri="{FF2B5EF4-FFF2-40B4-BE49-F238E27FC236}">
                <a16:creationId xmlns:a16="http://schemas.microsoft.com/office/drawing/2014/main" id="{5A0E706B-CA39-B189-ED9F-89E87484660D}"/>
              </a:ext>
            </a:extLst>
          </p:cNvPr>
          <p:cNvCxnSpPr>
            <a:cxnSpLocks/>
          </p:cNvCxnSpPr>
          <p:nvPr/>
        </p:nvCxnSpPr>
        <p:spPr>
          <a:xfrm>
            <a:off x="456787" y="2921838"/>
            <a:ext cx="6007564" cy="0"/>
          </a:xfrm>
          <a:prstGeom prst="line">
            <a:avLst/>
          </a:prstGeom>
          <a:noFill/>
          <a:ln w="12700" cap="flat" cmpd="sng">
            <a:solidFill>
              <a:srgbClr val="6F7878"/>
            </a:solidFill>
            <a:prstDash val="solid"/>
            <a:round/>
            <a:headEnd type="none" w="lg" len="med"/>
            <a:tailEnd type="none" w="lg" len="med"/>
          </a:ln>
        </p:spPr>
      </p:cxnSp>
      <p:pic>
        <p:nvPicPr>
          <p:cNvPr id="23" name="Picture 22" descr="A blue gears on a black background&#10;&#10;Description automatically generated">
            <a:extLst>
              <a:ext uri="{FF2B5EF4-FFF2-40B4-BE49-F238E27FC236}">
                <a16:creationId xmlns:a16="http://schemas.microsoft.com/office/drawing/2014/main" id="{3FC9964F-79C8-F0C7-D2E4-741DE1BFAA0E}"/>
              </a:ext>
            </a:extLst>
          </p:cNvPr>
          <p:cNvPicPr>
            <a:picLocks noChangeAspect="1"/>
          </p:cNvPicPr>
          <p:nvPr/>
        </p:nvPicPr>
        <p:blipFill>
          <a:blip r:embed="rId10"/>
          <a:stretch>
            <a:fillRect/>
          </a:stretch>
        </p:blipFill>
        <p:spPr>
          <a:xfrm>
            <a:off x="11299844" y="2562796"/>
            <a:ext cx="365760" cy="343593"/>
          </a:xfrm>
          <a:prstGeom prst="rect">
            <a:avLst/>
          </a:prstGeom>
        </p:spPr>
      </p:pic>
      <p:sp>
        <p:nvSpPr>
          <p:cNvPr id="15" name="Freeform: Shape 14">
            <a:extLst>
              <a:ext uri="{FF2B5EF4-FFF2-40B4-BE49-F238E27FC236}">
                <a16:creationId xmlns:a16="http://schemas.microsoft.com/office/drawing/2014/main" id="{F367C369-6FD6-84CE-D3FC-A7EE859344FA}"/>
              </a:ext>
            </a:extLst>
          </p:cNvPr>
          <p:cNvSpPr/>
          <p:nvPr/>
        </p:nvSpPr>
        <p:spPr>
          <a:xfrm>
            <a:off x="11298939" y="3595378"/>
            <a:ext cx="371475" cy="304800"/>
          </a:xfrm>
          <a:custGeom>
            <a:avLst/>
            <a:gdLst>
              <a:gd name="connsiteX0" fmla="*/ 502444 w 504825"/>
              <a:gd name="connsiteY0" fmla="*/ 388144 h 428625"/>
              <a:gd name="connsiteX1" fmla="*/ 502444 w 504825"/>
              <a:gd name="connsiteY1" fmla="*/ 426244 h 428625"/>
              <a:gd name="connsiteX2" fmla="*/ 7144 w 504825"/>
              <a:gd name="connsiteY2" fmla="*/ 426244 h 428625"/>
              <a:gd name="connsiteX3" fmla="*/ 7144 w 504825"/>
              <a:gd name="connsiteY3" fmla="*/ 7144 h 428625"/>
              <a:gd name="connsiteX4" fmla="*/ 45244 w 504825"/>
              <a:gd name="connsiteY4" fmla="*/ 7144 h 428625"/>
              <a:gd name="connsiteX5" fmla="*/ 45244 w 504825"/>
              <a:gd name="connsiteY5" fmla="*/ 388144 h 428625"/>
              <a:gd name="connsiteX6" fmla="*/ 502444 w 504825"/>
              <a:gd name="connsiteY6" fmla="*/ 388144 h 428625"/>
              <a:gd name="connsiteX7" fmla="*/ 235744 w 504825"/>
              <a:gd name="connsiteY7" fmla="*/ 224600 h 428625"/>
              <a:gd name="connsiteX8" fmla="*/ 292894 w 504825"/>
              <a:gd name="connsiteY8" fmla="*/ 281750 h 428625"/>
              <a:gd name="connsiteX9" fmla="*/ 445294 w 504825"/>
              <a:gd name="connsiteY9" fmla="*/ 129350 h 428625"/>
              <a:gd name="connsiteX10" fmla="*/ 445294 w 504825"/>
              <a:gd name="connsiteY10" fmla="*/ 216694 h 428625"/>
              <a:gd name="connsiteX11" fmla="*/ 483394 w 504825"/>
              <a:gd name="connsiteY11" fmla="*/ 216694 h 428625"/>
              <a:gd name="connsiteX12" fmla="*/ 483394 w 504825"/>
              <a:gd name="connsiteY12" fmla="*/ 64294 h 428625"/>
              <a:gd name="connsiteX13" fmla="*/ 330994 w 504825"/>
              <a:gd name="connsiteY13" fmla="*/ 64294 h 428625"/>
              <a:gd name="connsiteX14" fmla="*/ 330994 w 504825"/>
              <a:gd name="connsiteY14" fmla="*/ 102394 h 428625"/>
              <a:gd name="connsiteX15" fmla="*/ 418338 w 504825"/>
              <a:gd name="connsiteY15" fmla="*/ 102394 h 428625"/>
              <a:gd name="connsiteX16" fmla="*/ 292894 w 504825"/>
              <a:gd name="connsiteY16" fmla="*/ 227838 h 428625"/>
              <a:gd name="connsiteX17" fmla="*/ 235744 w 504825"/>
              <a:gd name="connsiteY17" fmla="*/ 170688 h 428625"/>
              <a:gd name="connsiteX18" fmla="*/ 84201 w 504825"/>
              <a:gd name="connsiteY18" fmla="*/ 322326 h 428625"/>
              <a:gd name="connsiteX19" fmla="*/ 111157 w 504825"/>
              <a:gd name="connsiteY19" fmla="*/ 349282 h 428625"/>
              <a:gd name="connsiteX20" fmla="*/ 235744 w 504825"/>
              <a:gd name="connsiteY20" fmla="*/ 22460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04825" h="428625">
                <a:moveTo>
                  <a:pt x="502444" y="388144"/>
                </a:moveTo>
                <a:lnTo>
                  <a:pt x="502444" y="426244"/>
                </a:lnTo>
                <a:lnTo>
                  <a:pt x="7144" y="426244"/>
                </a:lnTo>
                <a:lnTo>
                  <a:pt x="7144" y="7144"/>
                </a:lnTo>
                <a:lnTo>
                  <a:pt x="45244" y="7144"/>
                </a:lnTo>
                <a:lnTo>
                  <a:pt x="45244" y="388144"/>
                </a:lnTo>
                <a:lnTo>
                  <a:pt x="502444" y="388144"/>
                </a:lnTo>
                <a:close/>
                <a:moveTo>
                  <a:pt x="235744" y="224600"/>
                </a:moveTo>
                <a:lnTo>
                  <a:pt x="292894" y="281750"/>
                </a:lnTo>
                <a:lnTo>
                  <a:pt x="445294" y="129350"/>
                </a:lnTo>
                <a:lnTo>
                  <a:pt x="445294" y="216694"/>
                </a:lnTo>
                <a:lnTo>
                  <a:pt x="483394" y="216694"/>
                </a:lnTo>
                <a:lnTo>
                  <a:pt x="483394" y="64294"/>
                </a:lnTo>
                <a:lnTo>
                  <a:pt x="330994" y="64294"/>
                </a:lnTo>
                <a:lnTo>
                  <a:pt x="330994" y="102394"/>
                </a:lnTo>
                <a:lnTo>
                  <a:pt x="418338" y="102394"/>
                </a:lnTo>
                <a:lnTo>
                  <a:pt x="292894" y="227838"/>
                </a:lnTo>
                <a:lnTo>
                  <a:pt x="235744" y="170688"/>
                </a:lnTo>
                <a:lnTo>
                  <a:pt x="84201" y="322326"/>
                </a:lnTo>
                <a:lnTo>
                  <a:pt x="111157" y="349282"/>
                </a:lnTo>
                <a:lnTo>
                  <a:pt x="235744" y="224600"/>
                </a:lnTo>
                <a:close/>
              </a:path>
            </a:pathLst>
          </a:custGeom>
          <a:solidFill>
            <a:srgbClr val="002856"/>
          </a:solidFill>
          <a:ln w="9525" cap="flat">
            <a:noFill/>
            <a:prstDash val="solid"/>
            <a:miter/>
          </a:ln>
        </p:spPr>
        <p:txBody>
          <a:bodyPr rtlCol="0" anchor="ctr"/>
          <a:lstStyle/>
          <a:p>
            <a:endParaRPr lang="en-US" dirty="0"/>
          </a:p>
        </p:txBody>
      </p:sp>
      <p:pic>
        <p:nvPicPr>
          <p:cNvPr id="28" name="Picture 27" descr="A group of blue people&#10;&#10;Description automatically generated">
            <a:extLst>
              <a:ext uri="{FF2B5EF4-FFF2-40B4-BE49-F238E27FC236}">
                <a16:creationId xmlns:a16="http://schemas.microsoft.com/office/drawing/2014/main" id="{56B5D609-4972-E281-CD2D-9CCE45216690}"/>
              </a:ext>
            </a:extLst>
          </p:cNvPr>
          <p:cNvPicPr>
            <a:picLocks noChangeAspect="1"/>
          </p:cNvPicPr>
          <p:nvPr/>
        </p:nvPicPr>
        <p:blipFill>
          <a:blip r:embed="rId11"/>
          <a:stretch>
            <a:fillRect/>
          </a:stretch>
        </p:blipFill>
        <p:spPr>
          <a:xfrm>
            <a:off x="11250083" y="1717675"/>
            <a:ext cx="389468" cy="330201"/>
          </a:xfrm>
          <a:prstGeom prst="rect">
            <a:avLst/>
          </a:prstGeom>
        </p:spPr>
      </p:pic>
      <p:pic>
        <p:nvPicPr>
          <p:cNvPr id="8" name="Picture 7" descr="A black background with purple letters&#10;&#10;Description automatically generated">
            <a:extLst>
              <a:ext uri="{FF2B5EF4-FFF2-40B4-BE49-F238E27FC236}">
                <a16:creationId xmlns:a16="http://schemas.microsoft.com/office/drawing/2014/main" id="{935FAF4F-9115-5EDA-59C3-90740E0EFC7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058399" y="247569"/>
            <a:ext cx="1906639" cy="810322"/>
          </a:xfrm>
          <a:prstGeom prst="rect">
            <a:avLst/>
          </a:prstGeom>
        </p:spPr>
      </p:pic>
      <p:sp>
        <p:nvSpPr>
          <p:cNvPr id="4" name="TextBox 3">
            <a:extLst>
              <a:ext uri="{FF2B5EF4-FFF2-40B4-BE49-F238E27FC236}">
                <a16:creationId xmlns:a16="http://schemas.microsoft.com/office/drawing/2014/main" id="{D7C8EF06-1121-A94A-02C1-B4550D8E3FE4}"/>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15</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
        <p:nvSpPr>
          <p:cNvPr id="11" name="TextBox 10">
            <a:extLst>
              <a:ext uri="{FF2B5EF4-FFF2-40B4-BE49-F238E27FC236}">
                <a16:creationId xmlns:a16="http://schemas.microsoft.com/office/drawing/2014/main" id="{7FF52F21-1EE9-F2DD-CE78-F99873177FFE}"/>
              </a:ext>
            </a:extLst>
          </p:cNvPr>
          <p:cNvSpPr txBox="1"/>
          <p:nvPr/>
        </p:nvSpPr>
        <p:spPr>
          <a:xfrm>
            <a:off x="694944" y="6302222"/>
            <a:ext cx="2313432" cy="107722"/>
          </a:xfrm>
          <a:prstGeom prst="rect">
            <a:avLst/>
          </a:prstGeom>
          <a:noFill/>
        </p:spPr>
        <p:txBody>
          <a:bodyPr wrap="square" lIns="0" tIns="0" rIns="0" bIns="0" rtlCol="0" anchor="b" anchorCtr="0">
            <a:spAutoFit/>
          </a:bodyPr>
          <a:lstStyle>
            <a:defPPr>
              <a:defRPr lang="en-US"/>
            </a:defPPr>
            <a:lvl1pPr>
              <a:lnSpc>
                <a:spcPct val="100000"/>
              </a:lnSpc>
              <a:spcBef>
                <a:spcPts val="0"/>
              </a:spcBef>
              <a:spcAft>
                <a:spcPts val="0"/>
              </a:spcAft>
              <a:defRPr sz="700" b="1"/>
            </a:lvl1pPr>
          </a:lstStyle>
          <a:p>
            <a:pPr lvl="0"/>
            <a:r>
              <a:rPr lang="en-US" dirty="0">
                <a:solidFill>
                  <a:schemeClr val="bg2"/>
                </a:solidFill>
              </a:rPr>
              <a:t>RESTRICTED</a:t>
            </a:r>
          </a:p>
        </p:txBody>
      </p:sp>
    </p:spTree>
    <p:extLst>
      <p:ext uri="{BB962C8B-B14F-4D97-AF65-F5344CB8AC3E}">
        <p14:creationId xmlns:p14="http://schemas.microsoft.com/office/powerpoint/2010/main" val="19882234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34B22693-D9D7-5149-FC10-F8C81F3D60D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857A316-3A5D-C482-D3C1-0639B9C600C7}"/>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6935EC0F-F520-D8D2-7D48-EAB4BCB685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6935EC0F-F520-D8D2-7D48-EAB4BCB685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07622AF-15F7-98ED-74B5-11967550C5F7}"/>
              </a:ext>
            </a:extLst>
          </p:cNvPr>
          <p:cNvSpPr>
            <a:spLocks noGrp="1"/>
          </p:cNvSpPr>
          <p:nvPr>
            <p:ph type="title"/>
          </p:nvPr>
        </p:nvSpPr>
        <p:spPr>
          <a:xfrm>
            <a:off x="456787" y="424481"/>
            <a:ext cx="6519672" cy="588637"/>
          </a:xfrm>
        </p:spPr>
        <p:txBody>
          <a:bodyPr/>
          <a:lstStyle/>
          <a:p>
            <a:r>
              <a:rPr lang="en-US" dirty="0">
                <a:solidFill>
                  <a:schemeClr val="bg1"/>
                </a:solidFill>
              </a:rPr>
              <a:t>AI Tool Box</a:t>
            </a:r>
          </a:p>
        </p:txBody>
      </p:sp>
      <p:sp>
        <p:nvSpPr>
          <p:cNvPr id="7" name="TextBox 6">
            <a:extLst>
              <a:ext uri="{FF2B5EF4-FFF2-40B4-BE49-F238E27FC236}">
                <a16:creationId xmlns:a16="http://schemas.microsoft.com/office/drawing/2014/main" id="{D48B58D7-7D2B-429F-1B17-012C0DBD3A36}"/>
              </a:ext>
            </a:extLst>
          </p:cNvPr>
          <p:cNvSpPr txBox="1"/>
          <p:nvPr/>
        </p:nvSpPr>
        <p:spPr>
          <a:xfrm>
            <a:off x="7107172" y="355838"/>
            <a:ext cx="2983746" cy="492443"/>
          </a:xfrm>
          <a:prstGeom prst="rect">
            <a:avLst/>
          </a:prstGeom>
          <a:noFill/>
        </p:spPr>
        <p:txBody>
          <a:bodyPr wrap="square" lIns="91440" tIns="0" rIns="91440" bIns="0" rtlCol="0" anchor="ctr" anchorCtr="0">
            <a:spAutoFit/>
          </a:bodyPr>
          <a:lstStyle/>
          <a:p>
            <a:pPr>
              <a:buClr>
                <a:srgbClr val="000000"/>
              </a:buClr>
              <a:defRPr/>
            </a:pPr>
            <a:r>
              <a:rPr lang="en-US" sz="1600" b="1" kern="0" dirty="0">
                <a:solidFill>
                  <a:srgbClr val="FF540A"/>
                </a:solidFill>
                <a:latin typeface="Arial" panose="020B0604020202020204"/>
                <a:cs typeface="Arial"/>
                <a:sym typeface="Arial"/>
              </a:rPr>
              <a:t>Washington University</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a:buClr>
                <a:srgbClr val="000000"/>
              </a:buClr>
              <a:defRPr/>
            </a:pPr>
            <a:r>
              <a:rPr lang="en-US" sz="1600" b="1" kern="0" dirty="0">
                <a:solidFill>
                  <a:srgbClr val="FF540A"/>
                </a:solidFill>
                <a:latin typeface="Arial" panose="020B0604020202020204"/>
                <a:cs typeface="Arial"/>
                <a:sym typeface="Arial"/>
              </a:rPr>
              <a:t>St. Louis</a:t>
            </a:r>
            <a:r>
              <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rPr>
              <a:t>, </a:t>
            </a:r>
            <a:r>
              <a:rPr lang="en-US" sz="1600" b="1" kern="0" dirty="0">
                <a:solidFill>
                  <a:srgbClr val="FF540A"/>
                </a:solidFill>
                <a:latin typeface="Arial" panose="020B0604020202020204"/>
                <a:cs typeface="Arial"/>
                <a:sym typeface="Arial"/>
              </a:rPr>
              <a:t>USA</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603699B7-59D4-3C42-E336-3542BA5BD605}"/>
              </a:ext>
            </a:extLst>
          </p:cNvPr>
          <p:cNvGrpSpPr/>
          <p:nvPr/>
        </p:nvGrpSpPr>
        <p:grpSpPr>
          <a:xfrm>
            <a:off x="456787" y="1136923"/>
            <a:ext cx="6013682" cy="1123384"/>
            <a:chOff x="457200" y="1155901"/>
            <a:chExt cx="6013682" cy="1123384"/>
          </a:xfrm>
        </p:grpSpPr>
        <p:sp>
          <p:nvSpPr>
            <p:cNvPr id="40" name="TextBox 39">
              <a:extLst>
                <a:ext uri="{FF2B5EF4-FFF2-40B4-BE49-F238E27FC236}">
                  <a16:creationId xmlns:a16="http://schemas.microsoft.com/office/drawing/2014/main" id="{013FFEEC-7CF8-25FF-58A6-7F16F1414DAC}"/>
                </a:ext>
              </a:extLst>
            </p:cNvPr>
            <p:cNvSpPr txBox="1"/>
            <p:nvPr/>
          </p:nvSpPr>
          <p:spPr>
            <a:xfrm>
              <a:off x="457200" y="1155901"/>
              <a:ext cx="601368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WashU researchers and staff wanted to use generative AI but faced data privacy risks, especially with HIPAA and FERPA regulations. Public tools lacked secure, academic-focused workflows. The university saw an opportunity to build a compliant AI Toolbox, empowering innovation while safeguarding sensitive information.</a:t>
              </a:r>
              <a:endParaRPr lang="en-US" dirty="0">
                <a:solidFill>
                  <a:prstClr val="white"/>
                </a:solidFill>
                <a:ea typeface="+mn-ea"/>
                <a:cs typeface="+mn-cs"/>
              </a:endParaRPr>
            </a:p>
          </p:txBody>
        </p:sp>
        <p:cxnSp>
          <p:nvCxnSpPr>
            <p:cNvPr id="42" name="Straight Connector 41">
              <a:extLst>
                <a:ext uri="{FF2B5EF4-FFF2-40B4-BE49-F238E27FC236}">
                  <a16:creationId xmlns:a16="http://schemas.microsoft.com/office/drawing/2014/main" id="{751E7C3E-79D6-BCCD-B3D9-F46BC2D032F3}"/>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D11B7175-B9EF-8EAD-3216-D739DF8AF422}"/>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Artificial Intelligence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Cloud</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Automation</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A6EE518F-E304-F864-E64E-E263C442100D}"/>
              </a:ext>
            </a:extLst>
          </p:cNvPr>
          <p:cNvGrpSpPr/>
          <p:nvPr/>
        </p:nvGrpSpPr>
        <p:grpSpPr>
          <a:xfrm>
            <a:off x="456787" y="2637129"/>
            <a:ext cx="6121262" cy="1308050"/>
            <a:chOff x="457200" y="1155901"/>
            <a:chExt cx="6121262" cy="1308050"/>
          </a:xfrm>
        </p:grpSpPr>
        <p:sp>
          <p:nvSpPr>
            <p:cNvPr id="45" name="TextBox 44">
              <a:extLst>
                <a:ext uri="{FF2B5EF4-FFF2-40B4-BE49-F238E27FC236}">
                  <a16:creationId xmlns:a16="http://schemas.microsoft.com/office/drawing/2014/main" id="{9A8E73CB-B93F-FE97-A879-13329134420E}"/>
                </a:ext>
              </a:extLst>
            </p:cNvPr>
            <p:cNvSpPr txBox="1"/>
            <p:nvPr/>
          </p:nvSpPr>
          <p:spPr>
            <a:xfrm>
              <a:off x="457200" y="1155901"/>
              <a:ext cx="612126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WashU created the AI Toolbox, a secure suite of generative AI tools built on Azure, including WashU ChatGPT and a no-code chatbot creator. Hosted in a HIPAA- and FERPA-compliant environment, the Toolbox enables faculty and staff to use AI for research, automation, and instruction without compromising security. Researchers can also deploy their own LLMs within the toolbox. </a:t>
              </a:r>
              <a:endParaRPr lang="en-US" dirty="0">
                <a:solidFill>
                  <a:prstClr val="white"/>
                </a:solidFill>
                <a:ea typeface="+mn-ea"/>
                <a:cs typeface="+mn-cs"/>
              </a:endParaRPr>
            </a:p>
          </p:txBody>
        </p:sp>
        <p:cxnSp>
          <p:nvCxnSpPr>
            <p:cNvPr id="46" name="Straight Connector 45">
              <a:extLst>
                <a:ext uri="{FF2B5EF4-FFF2-40B4-BE49-F238E27FC236}">
                  <a16:creationId xmlns:a16="http://schemas.microsoft.com/office/drawing/2014/main" id="{4B979E0E-5DB6-4C0A-6BE7-95639FAB484F}"/>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02671D79-65F1-43CF-3934-4C33ABAE2159}"/>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AB71CF36-C1B7-F727-4290-08150CD7518B}"/>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C182219E-36AD-8D0F-8422-3B5B280CEFB7}"/>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4E17D9B-B6E3-1734-580C-63E95B05E692}"/>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C23C5974-3C86-F66C-B906-FCF88BECA232}"/>
              </a:ext>
            </a:extLst>
          </p:cNvPr>
          <p:cNvSpPr/>
          <p:nvPr/>
        </p:nvSpPr>
        <p:spPr>
          <a:xfrm>
            <a:off x="3138549" y="4923845"/>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Generative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API</a:t>
            </a: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cs typeface="Arial"/>
              </a:rPr>
              <a:t>Agentic AI</a:t>
            </a:r>
          </a:p>
        </p:txBody>
      </p:sp>
      <p:sp>
        <p:nvSpPr>
          <p:cNvPr id="5" name="TextBox 4">
            <a:extLst>
              <a:ext uri="{FF2B5EF4-FFF2-40B4-BE49-F238E27FC236}">
                <a16:creationId xmlns:a16="http://schemas.microsoft.com/office/drawing/2014/main" id="{6C4ABB91-5BD4-8238-CF3A-09F985B5A578}"/>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16</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21CEEEDB-CD26-D7C3-4D16-7C4A6AD75172}"/>
              </a:ext>
            </a:extLst>
          </p:cNvPr>
          <p:cNvGrpSpPr/>
          <p:nvPr/>
        </p:nvGrpSpPr>
        <p:grpSpPr>
          <a:xfrm>
            <a:off x="7181063" y="1138435"/>
            <a:ext cx="4631595" cy="3077766"/>
            <a:chOff x="457200" y="4291325"/>
            <a:chExt cx="4631595" cy="3077766"/>
          </a:xfrm>
        </p:grpSpPr>
        <p:sp>
          <p:nvSpPr>
            <p:cNvPr id="17" name="TextBox 16">
              <a:extLst>
                <a:ext uri="{FF2B5EF4-FFF2-40B4-BE49-F238E27FC236}">
                  <a16:creationId xmlns:a16="http://schemas.microsoft.com/office/drawing/2014/main" id="{EE17096C-AFEB-40BF-D490-A69757FD0C15}"/>
                </a:ext>
              </a:extLst>
            </p:cNvPr>
            <p:cNvSpPr txBox="1"/>
            <p:nvPr/>
          </p:nvSpPr>
          <p:spPr>
            <a:xfrm>
              <a:off x="457201" y="4291325"/>
              <a:ext cx="3949852" cy="307776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Strong Adoption</a:t>
              </a:r>
              <a:r>
                <a:rPr kumimoji="0" lang="en-US" sz="1200" b="1" i="0" u="none" strike="noStrike" kern="1200" cap="none" spc="0" normalizeH="0" baseline="0" noProof="0" dirty="0">
                  <a:ln>
                    <a:noFill/>
                  </a:ln>
                  <a:solidFill>
                    <a:prstClr val="black"/>
                  </a:solidFill>
                  <a:effectLst/>
                  <a:uLnTx/>
                  <a:uFillTx/>
                  <a:ea typeface="+mn-lt"/>
                  <a:cs typeface="+mn-lt"/>
                </a:rPr>
                <a:t>: </a:t>
              </a:r>
              <a:endParaRPr lang="en-US" sz="1200" b="1" dirty="0">
                <a:solidFill>
                  <a:prstClr val="black"/>
                </a:solidFill>
                <a:ea typeface="+mn-lt"/>
                <a:cs typeface="+mn-lt"/>
              </a:endParaRPr>
            </a:p>
            <a:p>
              <a:pPr marL="640080" lvl="1" indent="-182880" defTabSz="457200">
                <a:buFont typeface="Courier New" panose="05000000000000000000" pitchFamily="2" charset="2"/>
                <a:buChar char="o"/>
                <a:defRPr/>
              </a:pPr>
              <a:r>
                <a:rPr lang="en-US" sz="1200" dirty="0">
                  <a:solidFill>
                    <a:prstClr val="black"/>
                  </a:solidFill>
                  <a:ea typeface="+mn-lt"/>
                  <a:cs typeface="+mn-lt"/>
                </a:rPr>
                <a:t>11,000+ unique users</a:t>
              </a:r>
              <a:endParaRPr lang="en-US" sz="1200" b="1" dirty="0">
                <a:solidFill>
                  <a:prstClr val="black"/>
                </a:solidFill>
                <a:ea typeface="+mn-lt"/>
                <a:cs typeface="+mn-lt"/>
              </a:endParaRPr>
            </a:p>
            <a:p>
              <a:pPr marL="640080" lvl="1" indent="-182880" defTabSz="457200">
                <a:buFont typeface="Courier New" panose="05000000000000000000" pitchFamily="2" charset="2"/>
                <a:buChar char="o"/>
                <a:defRPr/>
              </a:pPr>
              <a:r>
                <a:rPr lang="en-US" sz="1200" dirty="0" err="1">
                  <a:solidFill>
                    <a:prstClr val="black"/>
                  </a:solidFill>
                  <a:ea typeface="+mn-lt"/>
                  <a:cs typeface="+mn-lt"/>
                </a:rPr>
                <a:t>1M</a:t>
              </a:r>
              <a:r>
                <a:rPr lang="en-US" sz="1200" dirty="0">
                  <a:solidFill>
                    <a:prstClr val="black"/>
                  </a:solidFill>
                  <a:ea typeface="+mn-lt"/>
                  <a:cs typeface="+mn-lt"/>
                </a:rPr>
                <a:t>+ chats</a:t>
              </a:r>
              <a:endParaRPr lang="en-US" sz="1200" b="1" dirty="0">
                <a:solidFill>
                  <a:prstClr val="black"/>
                </a:solidFill>
                <a:ea typeface="+mn-lt"/>
                <a:cs typeface="+mn-lt"/>
              </a:endParaRPr>
            </a:p>
            <a:p>
              <a:pPr marL="640080" lvl="1" indent="-182880" defTabSz="457200">
                <a:buFont typeface="Courier New" panose="05000000000000000000" pitchFamily="2" charset="2"/>
                <a:buChar char="o"/>
                <a:defRPr/>
              </a:pPr>
              <a:r>
                <a:rPr lang="en-US" sz="1200" dirty="0">
                  <a:solidFill>
                    <a:prstClr val="black"/>
                  </a:solidFill>
                  <a:ea typeface="+mn-lt"/>
                  <a:cs typeface="+mn-lt"/>
                </a:rPr>
                <a:t>9,300 documents uploaded</a:t>
              </a:r>
              <a:endParaRPr lang="en-US" sz="1200" b="1" dirty="0">
                <a:solidFill>
                  <a:prstClr val="black"/>
                </a:solidFill>
                <a:ea typeface="+mn-lt"/>
                <a:cs typeface="+mn-lt"/>
              </a:endParaRPr>
            </a:p>
            <a:p>
              <a:pPr marL="640080" lvl="1" indent="-182880" defTabSz="457200">
                <a:buFont typeface="Courier New" panose="05000000000000000000" pitchFamily="2" charset="2"/>
                <a:buChar char="o"/>
                <a:defRPr/>
              </a:pPr>
              <a:r>
                <a:rPr lang="en-US" sz="1200" dirty="0" err="1">
                  <a:solidFill>
                    <a:prstClr val="black"/>
                  </a:solidFill>
                  <a:ea typeface="+mn-lt"/>
                  <a:cs typeface="+mn-lt"/>
                </a:rPr>
                <a:t>1.98B</a:t>
              </a:r>
              <a:r>
                <a:rPr lang="en-US" sz="1200" dirty="0">
                  <a:solidFill>
                    <a:prstClr val="black"/>
                  </a:solidFill>
                  <a:ea typeface="+mn-lt"/>
                  <a:cs typeface="+mn-lt"/>
                </a:rPr>
                <a:t> tokens processed.</a:t>
              </a:r>
              <a:endParaRPr lang="en-US" sz="1200" b="1" i="0" u="none" strike="noStrike" kern="1200" cap="none" spc="0" normalizeH="0" baseline="0" noProof="0" dirty="0">
                <a:ln>
                  <a:noFill/>
                </a:ln>
                <a:solidFill>
                  <a:prstClr val="black"/>
                </a:solidFill>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API Usage</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500,000+ calls handled by secure OpenAI API across 30 active users and labs.</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indent="-182880" defTabSz="457200">
                <a:spcBef>
                  <a:spcPts val="2400"/>
                </a:spcBef>
                <a:buFont typeface="Wingdings" panose="05000000000000000000" pitchFamily="2" charset="2"/>
                <a:buChar char="Ø"/>
                <a:defRPr/>
              </a:pPr>
              <a:r>
                <a:rPr lang="en-US" sz="1200" b="1" dirty="0" err="1">
                  <a:solidFill>
                    <a:prstClr val="black"/>
                  </a:solidFill>
                  <a:ea typeface="+mn-lt"/>
                  <a:cs typeface="+mn-lt"/>
                </a:rPr>
                <a:t>Nocode</a:t>
              </a:r>
              <a:r>
                <a:rPr lang="en-US" sz="1200" b="1" dirty="0">
                  <a:solidFill>
                    <a:prstClr val="black"/>
                  </a:solidFill>
                  <a:ea typeface="+mn-lt"/>
                  <a:cs typeface="+mn-lt"/>
                </a:rPr>
                <a:t> Creation:</a:t>
              </a:r>
              <a:r>
                <a:rPr lang="en-US" sz="1200" dirty="0">
                  <a:solidFill>
                    <a:prstClr val="black"/>
                  </a:solidFill>
                  <a:ea typeface="+mn-lt"/>
                  <a:cs typeface="+mn-lt"/>
                </a:rPr>
                <a:t> Beta Chatbot Creator enabled 30+ custom AI chatbots without programming, which can use agentic AI to connect to APIs.</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908AD838-5CA4-3DAF-98FF-ED46DAB5E783}"/>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255D5E77-DDD2-AEB3-D516-FCB0AA1C5236}"/>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13D08250-82B7-A764-0834-01FFF3A7DC01}"/>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Faculty across disciplines have integrated it into projects, from mental health and law to urban health and migration storytelling —demonstrating its reach, adaptability, and impact.</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Washington University</a:t>
            </a:r>
            <a:endParaRPr kumimoji="0" lang="en-US" sz="12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3AAF5E05-7DA0-14BF-B3DA-85617C3642ED}"/>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6C0B96BB-FBF5-0938-CA52-4AB1B6C06554}"/>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9F7235E4-0688-EF8D-F68B-F33C430C83EF}"/>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E8468A2A-2831-0C0C-EDF5-80A8CB556FC0}"/>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Washington University</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St. Louis, USA</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13" name="Picture 12" descr="Washington University in St. Louis - Wikipedia">
            <a:extLst>
              <a:ext uri="{FF2B5EF4-FFF2-40B4-BE49-F238E27FC236}">
                <a16:creationId xmlns:a16="http://schemas.microsoft.com/office/drawing/2014/main" id="{C00F5D13-A1DE-B733-8836-61F5947AF022}"/>
              </a:ext>
            </a:extLst>
          </p:cNvPr>
          <p:cNvPicPr>
            <a:picLocks noChangeAspect="1"/>
          </p:cNvPicPr>
          <p:nvPr/>
        </p:nvPicPr>
        <p:blipFill>
          <a:blip r:embed="rId10"/>
          <a:stretch>
            <a:fillRect/>
          </a:stretch>
        </p:blipFill>
        <p:spPr>
          <a:xfrm>
            <a:off x="10776215" y="162560"/>
            <a:ext cx="1036320" cy="1097280"/>
          </a:xfrm>
          <a:prstGeom prst="rect">
            <a:avLst/>
          </a:prstGeom>
        </p:spPr>
      </p:pic>
      <p:pic>
        <p:nvPicPr>
          <p:cNvPr id="2" name="Picture 1" descr="A blue arrow pointing up&#10;&#10;AI-generated content may be incorrect.">
            <a:extLst>
              <a:ext uri="{FF2B5EF4-FFF2-40B4-BE49-F238E27FC236}">
                <a16:creationId xmlns:a16="http://schemas.microsoft.com/office/drawing/2014/main" id="{01212F45-025C-E9D9-D3C0-8F3ADE36A515}"/>
              </a:ext>
            </a:extLst>
          </p:cNvPr>
          <p:cNvPicPr>
            <a:picLocks noChangeAspect="1"/>
          </p:cNvPicPr>
          <p:nvPr/>
        </p:nvPicPr>
        <p:blipFill>
          <a:blip r:embed="rId11"/>
          <a:stretch>
            <a:fillRect/>
          </a:stretch>
        </p:blipFill>
        <p:spPr>
          <a:xfrm>
            <a:off x="11492515" y="1694303"/>
            <a:ext cx="284603" cy="374023"/>
          </a:xfrm>
          <a:prstGeom prst="rect">
            <a:avLst/>
          </a:prstGeom>
        </p:spPr>
      </p:pic>
      <p:pic>
        <p:nvPicPr>
          <p:cNvPr id="11" name="Picture 10" descr="A blue and black logo&#10;&#10;AI-generated content may be incorrect.">
            <a:extLst>
              <a:ext uri="{FF2B5EF4-FFF2-40B4-BE49-F238E27FC236}">
                <a16:creationId xmlns:a16="http://schemas.microsoft.com/office/drawing/2014/main" id="{D4E89F74-2353-8F42-1890-60FFAC34C88C}"/>
              </a:ext>
            </a:extLst>
          </p:cNvPr>
          <p:cNvPicPr>
            <a:picLocks noChangeAspect="1"/>
          </p:cNvPicPr>
          <p:nvPr/>
        </p:nvPicPr>
        <p:blipFill>
          <a:blip r:embed="rId12"/>
          <a:stretch>
            <a:fillRect/>
          </a:stretch>
        </p:blipFill>
        <p:spPr>
          <a:xfrm>
            <a:off x="11455792" y="2841204"/>
            <a:ext cx="358508" cy="357039"/>
          </a:xfrm>
          <a:prstGeom prst="rect">
            <a:avLst/>
          </a:prstGeom>
        </p:spPr>
      </p:pic>
      <p:pic>
        <p:nvPicPr>
          <p:cNvPr id="12" name="Picture 11" descr="A blue arrows in a circle&#10;&#10;AI-generated content may be incorrect.">
            <a:extLst>
              <a:ext uri="{FF2B5EF4-FFF2-40B4-BE49-F238E27FC236}">
                <a16:creationId xmlns:a16="http://schemas.microsoft.com/office/drawing/2014/main" id="{34181E76-1130-1F3E-7E9A-A1FF0E23F522}"/>
              </a:ext>
            </a:extLst>
          </p:cNvPr>
          <p:cNvPicPr>
            <a:picLocks noChangeAspect="1"/>
          </p:cNvPicPr>
          <p:nvPr/>
        </p:nvPicPr>
        <p:blipFill>
          <a:blip r:embed="rId13"/>
          <a:stretch>
            <a:fillRect/>
          </a:stretch>
        </p:blipFill>
        <p:spPr>
          <a:xfrm>
            <a:off x="11455792" y="3664428"/>
            <a:ext cx="364590" cy="363121"/>
          </a:xfrm>
          <a:prstGeom prst="rect">
            <a:avLst/>
          </a:prstGeom>
        </p:spPr>
      </p:pic>
    </p:spTree>
    <p:extLst>
      <p:ext uri="{BB962C8B-B14F-4D97-AF65-F5344CB8AC3E}">
        <p14:creationId xmlns:p14="http://schemas.microsoft.com/office/powerpoint/2010/main" val="14994619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Automated University Response Assistant</a:t>
            </a:r>
            <a:endParaRPr lang="en-US" dirty="0">
              <a:solidFill>
                <a:schemeClr val="bg1"/>
              </a:solidFill>
            </a:endParaRPr>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25061"/>
            <a:ext cx="2983746" cy="492443"/>
          </a:xfrm>
          <a:prstGeom prst="rect">
            <a:avLst/>
          </a:prstGeom>
          <a:noFill/>
        </p:spPr>
        <p:txBody>
          <a:bodyPr wrap="square" lIns="91440" tIns="0" rIns="91440" bIns="0" rtlCol="0" anchor="ctr" anchorCtr="0">
            <a:spAutoFit/>
          </a:bodyPr>
          <a:lstStyle/>
          <a:p>
            <a:pPr>
              <a:buClr>
                <a:srgbClr val="000000"/>
              </a:buClr>
              <a:defRPr/>
            </a:pPr>
            <a:r>
              <a:rPr lang="en-US" sz="1600" b="1" kern="0" dirty="0">
                <a:solidFill>
                  <a:srgbClr val="FF540A"/>
                </a:solidFill>
                <a:latin typeface="Arial" panose="020B0604020202020204"/>
                <a:cs typeface="Arial"/>
              </a:rPr>
              <a:t>York University </a:t>
            </a:r>
            <a:endParaRPr lang="en-US" sz="1600" b="1" i="0" u="none" strike="noStrike" kern="0" cap="none" spc="0" normalizeH="0" baseline="0" noProof="0" dirty="0">
              <a:ln>
                <a:noFill/>
              </a:ln>
              <a:solidFill>
                <a:srgbClr val="FF540A"/>
              </a:solidFill>
              <a:effectLst/>
              <a:uLnTx/>
              <a:uFillTx/>
              <a:latin typeface="Arial" panose="020B0604020202020204"/>
              <a:cs typeface="Arial"/>
            </a:endParaRPr>
          </a:p>
          <a:p>
            <a:pPr>
              <a:defRPr/>
            </a:pPr>
            <a:r>
              <a:rPr lang="en-US" sz="1600" b="1" kern="0" dirty="0">
                <a:solidFill>
                  <a:srgbClr val="FF540A"/>
                </a:solidFill>
                <a:ea typeface="+mn-lt"/>
                <a:cs typeface="+mn-lt"/>
              </a:rPr>
              <a:t>Toronto, Ontario</a:t>
            </a:r>
            <a:endParaRPr lang="en-US" b="1" dirty="0"/>
          </a:p>
        </p:txBody>
      </p:sp>
      <p:sp>
        <p:nvSpPr>
          <p:cNvPr id="8" name="Rectangle 7">
            <a:extLst>
              <a:ext uri="{FF2B5EF4-FFF2-40B4-BE49-F238E27FC236}">
                <a16:creationId xmlns:a16="http://schemas.microsoft.com/office/drawing/2014/main" id="{BFD1BC16-73DD-8E24-5BC2-456B5C1402D3}"/>
              </a:ext>
            </a:extLst>
          </p:cNvPr>
          <p:cNvSpPr/>
          <p:nvPr/>
        </p:nvSpPr>
        <p:spPr>
          <a:xfrm>
            <a:off x="456787" y="4923011"/>
            <a:ext cx="2221992"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ea typeface="+mn-lt"/>
                <a:cs typeface="+mn-lt"/>
              </a:rPr>
              <a:t>Artificial Intelligence (AI)</a:t>
            </a:r>
            <a:endParaRPr lang="en-US" sz="1200" kern="0" dirty="0">
              <a:solidFill>
                <a:schemeClr val="bg1"/>
              </a:solidFill>
              <a:ea typeface="+mn-lt"/>
              <a:cs typeface="+mn-lt"/>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ea typeface="+mn-lt"/>
                <a:cs typeface="+mn-lt"/>
              </a:rPr>
              <a:t>Chatbots/virtual assistants</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ea typeface="+mn-lt"/>
                <a:cs typeface="+mn-lt"/>
              </a:rPr>
              <a:t>Collaboration</a:t>
            </a:r>
            <a:endParaRPr lang="en-US" sz="1200" kern="0" dirty="0">
              <a:solidFill>
                <a:schemeClr val="bg1"/>
              </a:solidFill>
              <a:latin typeface="Arial"/>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1308050"/>
            <a:chOff x="457200" y="1155901"/>
            <a:chExt cx="6013682" cy="1308050"/>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Developing AI solutions at universities requires significant time, technical expertise and financial resources. Data is often stored across various sources comprising different file types, making integrating data into AI models challenging. Data security and privacy are critical concerns, especially when handling sensitive information in educational institutions. </a:t>
              </a:r>
              <a:endParaRPr lang="en-US" dirty="0">
                <a:solidFill>
                  <a:schemeClr val="bg2"/>
                </a:solidFil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843607"/>
            <a:ext cx="6121262" cy="1492716"/>
            <a:chOff x="457200" y="1155901"/>
            <a:chExt cx="6121262" cy="1492716"/>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York University developed the Automated University Response Assistant (YU AURA), a no-code platform. It has a unique retrieval-augmented generation (RAG) architecture that allows users to create GenAI solutions using diverse data sources, with full control over development, testing, performance, security and deployment. It has targeted the integration of diverse knowledge sources into GenAI solutions to enhance system intelligence and ensure hallucination-free responses.</a:t>
              </a:r>
              <a:endParaRPr lang="en-US" dirty="0">
                <a:solidFill>
                  <a:prstClr val="white"/>
                </a:solidFil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49035"/>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0F68B0C3-8AF6-9F27-FDBD-6D5C0EC1484B}"/>
              </a:ext>
            </a:extLst>
          </p:cNvPr>
          <p:cNvSpPr/>
          <p:nvPr/>
        </p:nvSpPr>
        <p:spPr>
          <a:xfrm>
            <a:off x="3245887" y="4924809"/>
            <a:ext cx="3329949" cy="1200329"/>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Generative AI</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latin typeface="Arial"/>
                <a:cs typeface="Arial"/>
              </a:rPr>
              <a:t>Low-code/no-code</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Natural language processing</a:t>
            </a:r>
            <a:endParaRPr lang="en-US" sz="1200" kern="0" dirty="0">
              <a:solidFill>
                <a:prstClr val="white"/>
              </a:solidFill>
              <a:latin typeface="Arial"/>
              <a:cs typeface="Arial"/>
            </a:endParaRPr>
          </a:p>
          <a:p>
            <a:pPr marL="171450" indent="-171450">
              <a:spcBef>
                <a:spcPts val="1200"/>
              </a:spcBef>
              <a:buClr>
                <a:prstClr val="white"/>
              </a:buClr>
              <a:buFont typeface="Wingdings" panose="05000000000000000000" pitchFamily="2" charset="2"/>
              <a:buChar char="Ø"/>
              <a:defRPr/>
            </a:pPr>
            <a:endParaRPr lang="en-US" sz="1200" kern="0" dirty="0">
              <a:solidFill>
                <a:prstClr val="white"/>
              </a:solidFill>
              <a:latin typeface="Arial"/>
              <a:cs typeface="Arial"/>
            </a:endParaRPr>
          </a:p>
        </p:txBody>
      </p:sp>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4062651"/>
            <a:chOff x="457200" y="4291325"/>
            <a:chExt cx="4631595" cy="4062651"/>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4062651"/>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latin typeface="Arial" panose="020B0604020202020204"/>
                </a:rPr>
                <a:t>Accelerated production timelines</a:t>
              </a:r>
              <a:r>
                <a:rPr kumimoji="0" lang="en-US" sz="1200" b="1" i="0" u="none" strike="noStrike" kern="1200" cap="none" spc="0" normalizeH="0" baseline="0" noProof="0" dirty="0">
                  <a:ln>
                    <a:noFill/>
                  </a:ln>
                  <a:effectLst/>
                  <a:uLnTx/>
                  <a:uFillTx/>
                  <a:latin typeface="Arial" panose="020B0604020202020204"/>
                  <a:ea typeface="+mn-ea"/>
                  <a:cs typeface="+mn-cs"/>
                </a:rPr>
                <a:t>: </a:t>
              </a:r>
              <a:r>
                <a:rPr lang="en-US" sz="1200" dirty="0">
                  <a:latin typeface="Arial" panose="020B0604020202020204"/>
                </a:rPr>
                <a:t>The platform drastically reduces AI solution development time by 99.03%. </a:t>
              </a:r>
              <a:br>
                <a:rPr lang="en-US" sz="1200" dirty="0">
                  <a:latin typeface="Arial" panose="020B0604020202020204"/>
                </a:rPr>
              </a:br>
              <a:endParaRPr lang="en-US" sz="1200" dirty="0">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Reduction in resources</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b="1" dirty="0">
                  <a:latin typeface="Arial" panose="020B0604020202020204"/>
                </a:rPr>
                <a:t> </a:t>
              </a:r>
              <a:r>
                <a:rPr lang="en-US" sz="1200" dirty="0">
                  <a:latin typeface="Arial" panose="020B0604020202020204"/>
                  <a:cs typeface="Arial"/>
                </a:rPr>
                <a:t>The platform needs 6 to 10 content experts compared to 148 staff for previously used systems.</a:t>
              </a:r>
              <a:endParaRPr lang="en-US" sz="1200" b="1" dirty="0">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Cost savings</a:t>
              </a:r>
              <a:r>
                <a:rPr kumimoji="0" lang="en-US" sz="1200" b="1" i="0" u="none" strike="noStrike" kern="1200" cap="none" spc="0" normalizeH="0" baseline="0" noProof="0" dirty="0">
                  <a:ln>
                    <a:noFill/>
                  </a:ln>
                  <a:effectLst/>
                  <a:uLnTx/>
                  <a:uFillTx/>
                  <a:latin typeface="Arial" panose="020B0604020202020204"/>
                  <a:ea typeface="+mn-ea"/>
                  <a:cs typeface="+mn-cs"/>
                </a:rPr>
                <a:t>:</a:t>
              </a:r>
              <a:r>
                <a:rPr kumimoji="0" lang="en-US" sz="1200" i="0" u="none" strike="noStrike" kern="1200" cap="none" spc="0" normalizeH="0" baseline="0" noProof="0" dirty="0">
                  <a:ln>
                    <a:noFill/>
                  </a:ln>
                  <a:effectLst/>
                  <a:uLnTx/>
                  <a:uFillTx/>
                  <a:latin typeface="Arial" panose="020B0604020202020204"/>
                  <a:ea typeface="+mn-ea"/>
                  <a:cs typeface="+mn-cs"/>
                </a:rPr>
                <a:t> </a:t>
              </a:r>
              <a:r>
                <a:rPr lang="en-US" sz="1200" dirty="0">
                  <a:ea typeface="+mn-lt"/>
                  <a:cs typeface="+mn-lt"/>
                </a:rPr>
                <a:t>The project has led to significant cost savings (99.13%) in comparison to previous AI services. </a:t>
              </a:r>
              <a:endParaRPr lang="en-US" sz="1200" dirty="0">
                <a:cs typeface="+mn-lt"/>
              </a:endParaRPr>
            </a:p>
            <a:p>
              <a:pPr marL="182880" indent="-182880" defTabSz="457200">
                <a:spcBef>
                  <a:spcPts val="2400"/>
                </a:spcBef>
                <a:buFont typeface="Wingdings" panose="05000000000000000000" pitchFamily="2" charset="2"/>
                <a:buChar char="Ø"/>
                <a:defRPr/>
              </a:pPr>
              <a:endParaRPr lang="en-US" sz="1200" dirty="0">
                <a:solidFill>
                  <a:prstClr val="black"/>
                </a:solidFill>
                <a:latin typeface="Arial" panose="020B0604020202020204"/>
              </a:endParaRPr>
            </a:p>
            <a:p>
              <a:pPr defTabSz="457200">
                <a:spcBef>
                  <a:spcPts val="2400"/>
                </a:spcBef>
                <a:defRPr/>
              </a:pP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buFont typeface="Arial"/>
              <a:defRPr/>
            </a:pPr>
            <a:r>
              <a:rPr lang="en-US" sz="1200" i="1" kern="0" dirty="0">
                <a:solidFill>
                  <a:srgbClr val="000000"/>
                </a:solidFill>
                <a:ea typeface="+mn-lt"/>
                <a:cs typeface="+mn-lt"/>
                <a:sym typeface="Arial"/>
              </a:rPr>
              <a:t>“This is a prime example of IT innovation, streamlining business processes, boosting productivity and delivering exceptional services to York University's students, faculty and staff.”</a:t>
            </a:r>
            <a:endParaRPr lang="en-US" dirty="0">
              <a:ea typeface="+mn-ea"/>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York University </a:t>
            </a:r>
            <a:endParaRPr kumimoji="0" lang="en-US" sz="12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York University, </a:t>
            </a:r>
            <a:r>
              <a:rPr lang="en-US" sz="800" dirty="0">
                <a:solidFill>
                  <a:prstClr val="white"/>
                </a:solidFill>
                <a:ea typeface="+mn-lt"/>
                <a:cs typeface="+mn-lt"/>
              </a:rPr>
              <a:t>Toronto, Ontario</a:t>
            </a:r>
            <a:endParaRPr lang="en-US" sz="800" i="0" u="none" strike="noStrike" kern="1200" cap="none" spc="0" normalizeH="0" baseline="0" noProof="0" dirty="0">
              <a:ln>
                <a:noFill/>
              </a:ln>
              <a:solidFill>
                <a:prstClr val="white"/>
              </a:solidFill>
              <a:effectLst/>
              <a:uLnTx/>
              <a:uFillTx/>
              <a:latin typeface="Arial" panose="020B0604020202020204"/>
              <a:cs typeface="Arial" panose="020B0604020202020204"/>
            </a:endParaRPr>
          </a:p>
        </p:txBody>
      </p:sp>
      <p:pic>
        <p:nvPicPr>
          <p:cNvPr id="12" name="Picture 11" descr="Anthroguide - York University, Department of Anthropology">
            <a:extLst>
              <a:ext uri="{FF2B5EF4-FFF2-40B4-BE49-F238E27FC236}">
                <a16:creationId xmlns:a16="http://schemas.microsoft.com/office/drawing/2014/main" id="{83D0AD9D-ACC0-CA07-C740-009CF6329B0D}"/>
              </a:ext>
            </a:extLst>
          </p:cNvPr>
          <p:cNvPicPr>
            <a:picLocks noChangeAspect="1"/>
          </p:cNvPicPr>
          <p:nvPr/>
        </p:nvPicPr>
        <p:blipFill>
          <a:blip r:embed="rId10"/>
          <a:stretch>
            <a:fillRect/>
          </a:stretch>
        </p:blipFill>
        <p:spPr>
          <a:xfrm>
            <a:off x="11027920" y="224860"/>
            <a:ext cx="793041" cy="824386"/>
          </a:xfrm>
          <a:prstGeom prst="rect">
            <a:avLst/>
          </a:prstGeom>
        </p:spPr>
      </p:pic>
      <p:pic>
        <p:nvPicPr>
          <p:cNvPr id="24" name="Picture 23" descr="A blue and black calendar&#10;&#10;Description automatically generated">
            <a:extLst>
              <a:ext uri="{FF2B5EF4-FFF2-40B4-BE49-F238E27FC236}">
                <a16:creationId xmlns:a16="http://schemas.microsoft.com/office/drawing/2014/main" id="{E199C2A2-E3D6-00FB-E688-B8543AD8E8E9}"/>
              </a:ext>
            </a:extLst>
          </p:cNvPr>
          <p:cNvPicPr>
            <a:picLocks noChangeAspect="1"/>
          </p:cNvPicPr>
          <p:nvPr/>
        </p:nvPicPr>
        <p:blipFill>
          <a:blip r:embed="rId11"/>
          <a:stretch>
            <a:fillRect/>
          </a:stretch>
        </p:blipFill>
        <p:spPr>
          <a:xfrm>
            <a:off x="11449050" y="1716087"/>
            <a:ext cx="334963" cy="385763"/>
          </a:xfrm>
          <a:prstGeom prst="rect">
            <a:avLst/>
          </a:prstGeom>
        </p:spPr>
      </p:pic>
      <p:sp>
        <p:nvSpPr>
          <p:cNvPr id="28" name="Freeform: Shape 27">
            <a:extLst>
              <a:ext uri="{FF2B5EF4-FFF2-40B4-BE49-F238E27FC236}">
                <a16:creationId xmlns:a16="http://schemas.microsoft.com/office/drawing/2014/main" id="{C8B6E2AC-D9F3-27F5-AA2C-4687B65FEA33}"/>
              </a:ext>
            </a:extLst>
          </p:cNvPr>
          <p:cNvSpPr/>
          <p:nvPr/>
        </p:nvSpPr>
        <p:spPr>
          <a:xfrm>
            <a:off x="11389161" y="2737960"/>
            <a:ext cx="431800" cy="431800"/>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121444 w 542925"/>
              <a:gd name="connsiteY10" fmla="*/ 254794 h 542925"/>
              <a:gd name="connsiteX11" fmla="*/ 426244 w 542925"/>
              <a:gd name="connsiteY11" fmla="*/ 254794 h 542925"/>
              <a:gd name="connsiteX12" fmla="*/ 426244 w 542925"/>
              <a:gd name="connsiteY12" fmla="*/ 292894 h 542925"/>
              <a:gd name="connsiteX13" fmla="*/ 121444 w 542925"/>
              <a:gd name="connsiteY13" fmla="*/ 292894 h 542925"/>
              <a:gd name="connsiteX14" fmla="*/ 121444 w 542925"/>
              <a:gd name="connsiteY14" fmla="*/ 25479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2925" h="542925">
                <a:moveTo>
                  <a:pt x="273844" y="7144"/>
                </a:moveTo>
                <a:cubicBezTo>
                  <a:pt x="126587" y="7144"/>
                  <a:pt x="7144" y="126587"/>
                  <a:pt x="7144" y="273844"/>
                </a:cubicBezTo>
                <a:cubicBezTo>
                  <a:pt x="7144" y="421100"/>
                  <a:pt x="126587" y="540544"/>
                  <a:pt x="273844" y="540544"/>
                </a:cubicBezTo>
                <a:cubicBezTo>
                  <a:pt x="421100" y="540544"/>
                  <a:pt x="540544" y="421100"/>
                  <a:pt x="540544" y="273844"/>
                </a:cubicBezTo>
                <a:cubicBezTo>
                  <a:pt x="540544" y="126587"/>
                  <a:pt x="421100" y="7144"/>
                  <a:pt x="273844" y="7144"/>
                </a:cubicBezTo>
                <a:close/>
                <a:moveTo>
                  <a:pt x="273844" y="502444"/>
                </a:moveTo>
                <a:cubicBezTo>
                  <a:pt x="147828" y="502444"/>
                  <a:pt x="45244" y="399860"/>
                  <a:pt x="45244" y="273844"/>
                </a:cubicBezTo>
                <a:cubicBezTo>
                  <a:pt x="45244" y="147828"/>
                  <a:pt x="147828" y="45244"/>
                  <a:pt x="273844" y="45244"/>
                </a:cubicBezTo>
                <a:cubicBezTo>
                  <a:pt x="399860" y="45244"/>
                  <a:pt x="502444" y="147828"/>
                  <a:pt x="502444" y="273844"/>
                </a:cubicBezTo>
                <a:cubicBezTo>
                  <a:pt x="502444" y="399860"/>
                  <a:pt x="399860" y="502444"/>
                  <a:pt x="273844" y="502444"/>
                </a:cubicBezTo>
                <a:close/>
                <a:moveTo>
                  <a:pt x="121444" y="254794"/>
                </a:moveTo>
                <a:lnTo>
                  <a:pt x="426244" y="254794"/>
                </a:lnTo>
                <a:lnTo>
                  <a:pt x="426244" y="292894"/>
                </a:lnTo>
                <a:lnTo>
                  <a:pt x="121444" y="292894"/>
                </a:lnTo>
                <a:lnTo>
                  <a:pt x="121444" y="254794"/>
                </a:lnTo>
                <a:close/>
              </a:path>
            </a:pathLst>
          </a:custGeom>
          <a:solidFill>
            <a:srgbClr val="002856"/>
          </a:solidFill>
          <a:ln w="9525" cap="flat">
            <a:noFill/>
            <a:prstDash val="solid"/>
            <a:miter/>
          </a:ln>
        </p:spPr>
        <p:txBody>
          <a:bodyPr rtlCol="0" anchor="ctr"/>
          <a:lstStyle/>
          <a:p>
            <a:endParaRPr lang="en-US" dirty="0"/>
          </a:p>
        </p:txBody>
      </p:sp>
      <p:pic>
        <p:nvPicPr>
          <p:cNvPr id="30" name="Picture 29" descr="A blue and black logo&#10;&#10;Description automatically generated">
            <a:extLst>
              <a:ext uri="{FF2B5EF4-FFF2-40B4-BE49-F238E27FC236}">
                <a16:creationId xmlns:a16="http://schemas.microsoft.com/office/drawing/2014/main" id="{49F09704-ACFD-44CB-0A31-5A1BCB0DA3F0}"/>
              </a:ext>
            </a:extLst>
          </p:cNvPr>
          <p:cNvPicPr>
            <a:picLocks noChangeAspect="1"/>
          </p:cNvPicPr>
          <p:nvPr/>
        </p:nvPicPr>
        <p:blipFill>
          <a:blip r:embed="rId12"/>
          <a:stretch>
            <a:fillRect/>
          </a:stretch>
        </p:blipFill>
        <p:spPr>
          <a:xfrm>
            <a:off x="11277240" y="3571002"/>
            <a:ext cx="583142" cy="359306"/>
          </a:xfrm>
          <a:prstGeom prst="rect">
            <a:avLst/>
          </a:prstGeom>
        </p:spPr>
      </p:pic>
      <p:sp>
        <p:nvSpPr>
          <p:cNvPr id="2" name="TextBox 1">
            <a:extLst>
              <a:ext uri="{FF2B5EF4-FFF2-40B4-BE49-F238E27FC236}">
                <a16:creationId xmlns:a16="http://schemas.microsoft.com/office/drawing/2014/main" id="{AD6D9F5A-02C8-4E5F-67BA-242BF02A1FEF}"/>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17</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16591081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chor="t">
            <a:noAutofit/>
          </a:bodyPr>
          <a:lstStyle/>
          <a:p>
            <a:pPr>
              <a:spcBef>
                <a:spcPts val="600"/>
              </a:spcBef>
            </a:pPr>
            <a:endParaRPr lang="en-US" sz="1400" b="0" noProof="0" dirty="0">
              <a:solidFill>
                <a:srgbClr val="002856"/>
              </a:solidFill>
              <a:latin typeface="+mj-lt"/>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362012" y="271666"/>
            <a:ext cx="6460841" cy="451231"/>
          </a:xfrm>
        </p:spPr>
        <p:txBody>
          <a:bodyPr/>
          <a:lstStyle/>
          <a:p>
            <a:r>
              <a:rPr lang="en-US" sz="2800" dirty="0">
                <a:solidFill>
                  <a:schemeClr val="bg1"/>
                </a:solidFill>
              </a:rPr>
              <a:t>Enablers: Generative AI Strategy for Scaling Educational Products</a:t>
            </a:r>
          </a:p>
        </p:txBody>
      </p:sp>
      <p:sp>
        <p:nvSpPr>
          <p:cNvPr id="7" name="TextBox 6">
            <a:extLst>
              <a:ext uri="{FF2B5EF4-FFF2-40B4-BE49-F238E27FC236}">
                <a16:creationId xmlns:a16="http://schemas.microsoft.com/office/drawing/2014/main" id="{8D21CB09-BCBB-5D55-6F98-A6C974764DBF}"/>
              </a:ext>
            </a:extLst>
          </p:cNvPr>
          <p:cNvSpPr txBox="1"/>
          <p:nvPr/>
        </p:nvSpPr>
        <p:spPr>
          <a:xfrm>
            <a:off x="7102362" y="247269"/>
            <a:ext cx="2956037" cy="553998"/>
          </a:xfrm>
          <a:prstGeom prst="rect">
            <a:avLst/>
          </a:prstGeom>
          <a:noFill/>
        </p:spPr>
        <p:txBody>
          <a:bodyPr wrap="square" lIns="91440" tIns="0" rIns="91440" bIns="0" rtlCol="0" anchor="ctr" anchorCtr="0">
            <a:spAutoFit/>
          </a:bodyPr>
          <a:lstStyle/>
          <a:p>
            <a:pPr>
              <a:defRPr/>
            </a:pPr>
            <a:r>
              <a:rPr lang="en-US" b="1" kern="0" dirty="0">
                <a:solidFill>
                  <a:schemeClr val="accent5"/>
                </a:solidFill>
                <a:latin typeface="Arial" panose="020B0604020202020204"/>
                <a:cs typeface="Arial"/>
                <a:sym typeface="Arial"/>
              </a:rPr>
              <a:t>YDUQS S.A.</a:t>
            </a:r>
            <a:endParaRPr lang="en-US" dirty="0"/>
          </a:p>
          <a:p>
            <a:pPr>
              <a:defRPr/>
            </a:pPr>
            <a:r>
              <a:rPr lang="en-US" b="1" kern="0" dirty="0">
                <a:solidFill>
                  <a:schemeClr val="accent5"/>
                </a:solidFill>
                <a:latin typeface="Arial" panose="020B0604020202020204"/>
                <a:cs typeface="Arial"/>
                <a:sym typeface="Arial"/>
              </a:rPr>
              <a:t>Rio de Janeiro, Brazil</a:t>
            </a:r>
            <a:endParaRPr lang="en-US" dirty="0">
              <a:solidFill>
                <a:schemeClr val="accent5"/>
              </a:solidFill>
            </a:endParaRPr>
          </a:p>
        </p:txBody>
      </p:sp>
      <p:sp>
        <p:nvSpPr>
          <p:cNvPr id="40" name="TextBox 39">
            <a:extLst>
              <a:ext uri="{FF2B5EF4-FFF2-40B4-BE49-F238E27FC236}">
                <a16:creationId xmlns:a16="http://schemas.microsoft.com/office/drawing/2014/main" id="{8BDBAD64-9C5A-F913-FEB8-3F512B749AE3}"/>
              </a:ext>
            </a:extLst>
          </p:cNvPr>
          <p:cNvSpPr txBox="1"/>
          <p:nvPr/>
        </p:nvSpPr>
        <p:spPr>
          <a:xfrm>
            <a:off x="456787" y="1136923"/>
            <a:ext cx="6013682" cy="1123384"/>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Problem/Opportunity</a:t>
            </a:r>
          </a:p>
          <a:p>
            <a:pPr>
              <a:spcBef>
                <a:spcPts val="600"/>
              </a:spcBef>
            </a:pPr>
            <a:r>
              <a:rPr lang="en-US" sz="1200" dirty="0">
                <a:solidFill>
                  <a:schemeClr val="bg1"/>
                </a:solidFill>
                <a:cs typeface="Arial"/>
              </a:rPr>
              <a:t>YDUQS identified the opportunity to scale the adoption of AI within educational products. Such an initiative would involve enhancing personalization for customers and increasing productivity for employees while ensuring that AI implementation is safe, ethical and compliant with regulations.</a:t>
            </a: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6787" y="1430836"/>
            <a:ext cx="6007564" cy="0"/>
          </a:xfrm>
          <a:prstGeom prst="line">
            <a:avLst/>
          </a:prstGeom>
          <a:noFill/>
          <a:ln w="12700" cap="flat" cmpd="sng">
            <a:solidFill>
              <a:srgbClr val="6F7878"/>
            </a:solidFill>
            <a:prstDash val="solid"/>
            <a:round/>
            <a:headEnd type="none" w="lg" len="med"/>
            <a:tailEnd type="none" w="lg" len="med"/>
          </a:ln>
        </p:spPr>
      </p:cxn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Key Technologies Used</a:t>
            </a:r>
            <a:endParaRPr lang="en-US" sz="1200" dirty="0"/>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3185487"/>
            <a:chOff x="457200" y="4291325"/>
            <a:chExt cx="4631595" cy="3185487"/>
          </a:xfrm>
        </p:grpSpPr>
        <p:sp>
          <p:nvSpPr>
            <p:cNvPr id="17" name="TextBox 16">
              <a:extLst>
                <a:ext uri="{FF2B5EF4-FFF2-40B4-BE49-F238E27FC236}">
                  <a16:creationId xmlns:a16="http://schemas.microsoft.com/office/drawing/2014/main" id="{3FBB2531-0FF2-F3B8-90CB-048C7CED8520}"/>
                </a:ext>
              </a:extLst>
            </p:cNvPr>
            <p:cNvSpPr txBox="1"/>
            <p:nvPr/>
          </p:nvSpPr>
          <p:spPr>
            <a:xfrm>
              <a:off x="457200" y="4291325"/>
              <a:ext cx="4041291" cy="3185487"/>
            </a:xfrm>
            <a:prstGeom prst="rect">
              <a:avLst/>
            </a:prstGeom>
            <a:noFill/>
          </p:spPr>
          <p:txBody>
            <a:bodyPr wrap="square" lIns="0" tIns="45720" rIns="0" bIns="45720" rtlCol="0" anchor="t">
              <a:spAutoFit/>
            </a:bodyPr>
            <a:lstStyle/>
            <a:p>
              <a:pPr algn="l">
                <a:spcBef>
                  <a:spcPts val="600"/>
                </a:spcBef>
              </a:pPr>
              <a:r>
                <a:rPr lang="en-US" sz="1400" dirty="0">
                  <a:solidFill>
                    <a:schemeClr val="tx2"/>
                  </a:solidFill>
                  <a:latin typeface="+mj-lt"/>
                </a:rPr>
                <a:t>Outcomes</a:t>
              </a:r>
            </a:p>
            <a:p>
              <a:pPr algn="l">
                <a:spcBef>
                  <a:spcPts val="600"/>
                </a:spcBef>
              </a:pPr>
              <a:endParaRPr lang="en-US" sz="1400" dirty="0">
                <a:solidFill>
                  <a:schemeClr val="tx2"/>
                </a:solidFill>
                <a:latin typeface="+mj-lt"/>
              </a:endParaRPr>
            </a:p>
            <a:p>
              <a:pPr marL="182880" indent="-182880">
                <a:buFont typeface="Wingdings" panose="05000000000000000000" pitchFamily="2" charset="2"/>
                <a:buChar char="Ø"/>
              </a:pPr>
              <a:r>
                <a:rPr lang="en-US" sz="1200" b="1" dirty="0"/>
                <a:t>Quality assurance</a:t>
              </a:r>
              <a:endParaRPr lang="en-US" dirty="0">
                <a:cs typeface="Arial"/>
              </a:endParaRPr>
            </a:p>
            <a:p>
              <a:pPr marL="640080" lvl="1" indent="-182880">
                <a:buFont typeface="Wingdings" panose="05000000000000000000" pitchFamily="2" charset="2"/>
                <a:buChar char="Ø"/>
              </a:pPr>
              <a:r>
                <a:rPr lang="en-US" sz="1200" dirty="0">
                  <a:cs typeface="Arial"/>
                </a:rPr>
                <a:t>GenAI-generated questions were of higher quality than those previously generated.</a:t>
              </a:r>
            </a:p>
            <a:p>
              <a:pPr marL="640080" lvl="1" indent="-182880">
                <a:buFont typeface="Wingdings" panose="05000000000000000000" pitchFamily="2" charset="2"/>
                <a:buChar char="Ø"/>
              </a:pPr>
              <a:endParaRPr lang="en-US" sz="1200" dirty="0"/>
            </a:p>
            <a:p>
              <a:pPr marL="182880" indent="-182880">
                <a:buFont typeface="Wingdings" panose="05000000000000000000" pitchFamily="2" charset="2"/>
                <a:buChar char="Ø"/>
              </a:pPr>
              <a:r>
                <a:rPr lang="en-US" sz="1200" b="1" dirty="0"/>
                <a:t>Increased operational efficiency</a:t>
              </a:r>
              <a:endParaRPr lang="en-US" dirty="0">
                <a:cs typeface="Arial"/>
              </a:endParaRPr>
            </a:p>
            <a:p>
              <a:pPr marL="640080" lvl="1" indent="-182880">
                <a:buFont typeface="Wingdings" panose="05000000000000000000" pitchFamily="2" charset="2"/>
                <a:buChar char="Ø"/>
              </a:pPr>
              <a:r>
                <a:rPr lang="en-US" sz="1200" dirty="0">
                  <a:cs typeface="Arial"/>
                </a:rPr>
                <a:t>Questions generator can achieve the annual goal of 300k generated questions in a few minutes.</a:t>
              </a:r>
            </a:p>
            <a:p>
              <a:pPr lvl="1"/>
              <a:endParaRPr lang="en-US" sz="1200" dirty="0">
                <a:cs typeface="Arial"/>
              </a:endParaRPr>
            </a:p>
            <a:p>
              <a:pPr marL="182880" indent="-182880">
                <a:buFont typeface="Wingdings" panose="05000000000000000000" pitchFamily="2" charset="2"/>
                <a:buChar char="Ø"/>
              </a:pPr>
              <a:r>
                <a:rPr lang="en-US" sz="1200" b="1" dirty="0">
                  <a:cs typeface="Arial"/>
                </a:rPr>
                <a:t>Improved user experience</a:t>
              </a:r>
              <a:endParaRPr lang="en-US" dirty="0">
                <a:cs typeface="Arial"/>
              </a:endParaRPr>
            </a:p>
            <a:p>
              <a:pPr marL="640080" lvl="1" indent="-182880">
                <a:buFont typeface="Wingdings" panose="05000000000000000000" pitchFamily="2" charset="2"/>
                <a:buChar char="Ø"/>
              </a:pPr>
              <a:r>
                <a:rPr lang="en-US" sz="1200" dirty="0">
                  <a:cs typeface="Arial"/>
                </a:rPr>
                <a:t>82% satisfaction using TacIA.</a:t>
              </a:r>
            </a:p>
            <a:p>
              <a:pPr lvl="1"/>
              <a:endParaRPr lang="en-US" sz="1200" dirty="0">
                <a:cs typeface="Arial"/>
              </a:endParaRPr>
            </a:p>
            <a:p>
              <a:pPr marL="182880" indent="-182880">
                <a:buFont typeface="Wingdings" panose="05000000000000000000" pitchFamily="2" charset="2"/>
                <a:buChar char="Ø"/>
              </a:pPr>
              <a:r>
                <a:rPr lang="en-US" sz="1200" b="1" dirty="0">
                  <a:cs typeface="Arial"/>
                </a:rPr>
                <a:t>Cost Savings</a:t>
              </a:r>
            </a:p>
            <a:p>
              <a:pPr marL="640080" lvl="1" indent="-182880">
                <a:buFont typeface="Wingdings" panose="05000000000000000000" pitchFamily="2" charset="2"/>
                <a:buChar char="Ø"/>
              </a:pPr>
              <a:r>
                <a:rPr lang="en-US" sz="1200" dirty="0">
                  <a:cs typeface="Arial"/>
                </a:rPr>
                <a:t>Replacing human activity decreased costs by BRL 1.5 million per year. </a:t>
              </a: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182880" bIns="91440" rtlCol="0" anchor="ctr"/>
          <a:lstStyle/>
          <a:p>
            <a:pPr algn="r">
              <a:buClr>
                <a:srgbClr val="000000"/>
              </a:buClr>
              <a:defRPr/>
            </a:pP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latin typeface="Arial"/>
                <a:cs typeface="Arial"/>
                <a:sym typeface="Arial"/>
              </a:rPr>
              <a:t>Systems are built to provide personalized learning experiences. This includes suggesting and creating educational content suited to individual learner needs.”</a:t>
            </a:r>
            <a:br>
              <a:rPr lang="en-US" sz="1200" i="1" u="none" strike="noStrike" kern="0" cap="none" spc="0" normalizeH="0" baseline="0" noProof="0" dirty="0">
                <a:ln>
                  <a:noFill/>
                </a:ln>
                <a:effectLst/>
                <a:uLnTx/>
                <a:uFillTx/>
                <a:latin typeface="Arial"/>
                <a:cs typeface="Arial"/>
              </a:rPr>
            </a:b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 </a:t>
            </a:r>
            <a:br>
              <a:rPr lang="en-US" sz="120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i="0" u="none" strike="noStrike" kern="0" cap="none" spc="0" normalizeH="0" baseline="0" noProof="0" dirty="0">
                <a:ln>
                  <a:noFill/>
                </a:ln>
                <a:solidFill>
                  <a:srgbClr val="000000"/>
                </a:solidFill>
                <a:effectLst/>
                <a:uLnTx/>
                <a:uFillTx/>
                <a:latin typeface="Arial"/>
                <a:ea typeface="+mn-ea"/>
                <a:cs typeface="Arial"/>
                <a:sym typeface="Arial"/>
              </a:rPr>
              <a:t> Senior executive </a:t>
            </a:r>
            <a:r>
              <a:rPr lang="en-US" sz="1200" kern="0" dirty="0">
                <a:solidFill>
                  <a:srgbClr val="000000"/>
                </a:solidFill>
                <a:latin typeface="Arial"/>
                <a:cs typeface="Arial"/>
                <a:sym typeface="Arial"/>
              </a:rPr>
              <a:t>at YDUQS S.A.</a:t>
            </a:r>
            <a:endParaRPr kumimoji="0" lang="en-US" sz="120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494345"/>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algn="l">
                <a:spcBef>
                  <a:spcPts val="600"/>
                </a:spcBef>
              </a:pPr>
              <a:endParaRPr lang="en-US" dirty="0"/>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49097"/>
            <a:ext cx="5968375" cy="215444"/>
          </a:xfrm>
          <a:prstGeom prst="rect">
            <a:avLst/>
          </a:prstGeom>
          <a:noFill/>
        </p:spPr>
        <p:txBody>
          <a:bodyPr wrap="square" lIns="0" tIns="45720" rIns="0" bIns="45720" rtlCol="0" anchor="t">
            <a:spAutoFit/>
          </a:bodyPr>
          <a:lstStyle/>
          <a:p>
            <a:r>
              <a:rPr lang="en-US" sz="800" dirty="0">
                <a:solidFill>
                  <a:schemeClr val="bg1"/>
                </a:solidFill>
              </a:rPr>
              <a:t>Source: Gartner 2024 Eye on Innovation Awards for Higher Education, YDUQS S.A., Rio de Janeiro, Brazil</a:t>
            </a:r>
            <a:endParaRPr lang="en-US" dirty="0">
              <a:solidFill>
                <a:schemeClr val="bg1"/>
              </a:solidFill>
            </a:endParaRPr>
          </a:p>
        </p:txBody>
      </p:sp>
      <p:sp>
        <p:nvSpPr>
          <p:cNvPr id="24" name="Rectangle 23">
            <a:extLst>
              <a:ext uri="{FF2B5EF4-FFF2-40B4-BE49-F238E27FC236}">
                <a16:creationId xmlns:a16="http://schemas.microsoft.com/office/drawing/2014/main" id="{E3EFB814-7A18-4B08-7C12-5FAC4590F980}"/>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sym typeface="Arial"/>
              </a:rPr>
              <a:t>Artificial Intelligence (AI)</a:t>
            </a:r>
            <a:endParaRPr lang="en-US" sz="1200" kern="0" dirty="0">
              <a:solidFill>
                <a:schemeClr val="bg1"/>
              </a:solidFill>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Machine learning</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Chatbots/virtual assistants</a:t>
            </a:r>
          </a:p>
        </p:txBody>
      </p:sp>
      <p:sp>
        <p:nvSpPr>
          <p:cNvPr id="25" name="Rectangle 24">
            <a:extLst>
              <a:ext uri="{FF2B5EF4-FFF2-40B4-BE49-F238E27FC236}">
                <a16:creationId xmlns:a16="http://schemas.microsoft.com/office/drawing/2014/main" id="{FA7E23CE-6C12-EFBE-B5A9-A68E41B869A8}"/>
              </a:ext>
            </a:extLst>
          </p:cNvPr>
          <p:cNvSpPr/>
          <p:nvPr/>
        </p:nvSpPr>
        <p:spPr>
          <a:xfrm>
            <a:off x="3332394" y="4923010"/>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Generative AI</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Data and analytics</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cs typeface="Arial"/>
              </a:rPr>
              <a:t>Content/knowledge management</a:t>
            </a:r>
          </a:p>
        </p:txBody>
      </p:sp>
      <p:sp>
        <p:nvSpPr>
          <p:cNvPr id="26" name="TextBox 25">
            <a:extLst>
              <a:ext uri="{FF2B5EF4-FFF2-40B4-BE49-F238E27FC236}">
                <a16:creationId xmlns:a16="http://schemas.microsoft.com/office/drawing/2014/main" id="{0AB6A2AB-163F-1571-1BAA-236DB792AEDF}"/>
              </a:ext>
            </a:extLst>
          </p:cNvPr>
          <p:cNvSpPr txBox="1"/>
          <p:nvPr/>
        </p:nvSpPr>
        <p:spPr>
          <a:xfrm>
            <a:off x="456787" y="2637129"/>
            <a:ext cx="6121262" cy="1677382"/>
          </a:xfrm>
          <a:prstGeom prst="rect">
            <a:avLst/>
          </a:prstGeom>
          <a:noFill/>
        </p:spPr>
        <p:txBody>
          <a:bodyPr wrap="square" lIns="0" tIns="45720" rIns="0" bIns="45720" rtlCol="0" anchor="t">
            <a:spAutoFit/>
          </a:bodyPr>
          <a:lstStyle/>
          <a:p>
            <a:pPr>
              <a:spcBef>
                <a:spcPts val="600"/>
              </a:spcBef>
            </a:pPr>
            <a:r>
              <a:rPr lang="en-US" sz="1400" dirty="0">
                <a:solidFill>
                  <a:schemeClr val="accent5"/>
                </a:solidFill>
                <a:latin typeface="+mj-lt"/>
              </a:rPr>
              <a:t>Solution</a:t>
            </a:r>
          </a:p>
          <a:p>
            <a:pPr>
              <a:spcBef>
                <a:spcPts val="600"/>
              </a:spcBef>
            </a:pPr>
            <a:r>
              <a:rPr lang="en-US" sz="1200" dirty="0">
                <a:solidFill>
                  <a:schemeClr val="bg1"/>
                </a:solidFill>
                <a:cs typeface="Arial"/>
              </a:rPr>
              <a:t>YDUQS’ strategy uses a variety of technologies to enable the development of products that directly impact the lives of students and employees. GenAI is used to evaluate letters of intent for higher education admission and provide employees with internal feature assistance. Additionally, a virtual assistant (TacIA) is available to all students, changing how they interact with content. The YDUQS AI Gateway overarches this, ensuring governance and guardrails by centralizing all AI-related data traffic, such as cost monitoring, input/output/ data context and quality. </a:t>
            </a:r>
          </a:p>
        </p:txBody>
      </p:sp>
      <p:cxnSp>
        <p:nvCxnSpPr>
          <p:cNvPr id="2" name="Straight Connector 1">
            <a:extLst>
              <a:ext uri="{FF2B5EF4-FFF2-40B4-BE49-F238E27FC236}">
                <a16:creationId xmlns:a16="http://schemas.microsoft.com/office/drawing/2014/main" id="{5A0E706B-CA39-B189-ED9F-89E87484660D}"/>
              </a:ext>
            </a:extLst>
          </p:cNvPr>
          <p:cNvCxnSpPr>
            <a:cxnSpLocks/>
          </p:cNvCxnSpPr>
          <p:nvPr/>
        </p:nvCxnSpPr>
        <p:spPr>
          <a:xfrm>
            <a:off x="456787" y="2921838"/>
            <a:ext cx="6007564" cy="0"/>
          </a:xfrm>
          <a:prstGeom prst="line">
            <a:avLst/>
          </a:prstGeom>
          <a:noFill/>
          <a:ln w="12700" cap="flat" cmpd="sng">
            <a:solidFill>
              <a:srgbClr val="6F7878"/>
            </a:solidFill>
            <a:prstDash val="solid"/>
            <a:round/>
            <a:headEnd type="none" w="lg" len="med"/>
            <a:tailEnd type="none" w="lg" len="med"/>
          </a:ln>
        </p:spPr>
      </p:cxnSp>
      <p:pic>
        <p:nvPicPr>
          <p:cNvPr id="23" name="Picture 22" descr="A blue gears on a black background&#10;&#10;Description automatically generated">
            <a:extLst>
              <a:ext uri="{FF2B5EF4-FFF2-40B4-BE49-F238E27FC236}">
                <a16:creationId xmlns:a16="http://schemas.microsoft.com/office/drawing/2014/main" id="{3FC9964F-79C8-F0C7-D2E4-741DE1BFAA0E}"/>
              </a:ext>
            </a:extLst>
          </p:cNvPr>
          <p:cNvPicPr>
            <a:picLocks noChangeAspect="1"/>
          </p:cNvPicPr>
          <p:nvPr/>
        </p:nvPicPr>
        <p:blipFill>
          <a:blip r:embed="rId10"/>
          <a:stretch>
            <a:fillRect/>
          </a:stretch>
        </p:blipFill>
        <p:spPr>
          <a:xfrm>
            <a:off x="11309369" y="2381821"/>
            <a:ext cx="365760" cy="343593"/>
          </a:xfrm>
          <a:prstGeom prst="rect">
            <a:avLst/>
          </a:prstGeom>
        </p:spPr>
      </p:pic>
      <p:pic>
        <p:nvPicPr>
          <p:cNvPr id="12" name="Picture 11" descr="A group of blue letters&#10;&#10;Description automatically generated">
            <a:extLst>
              <a:ext uri="{FF2B5EF4-FFF2-40B4-BE49-F238E27FC236}">
                <a16:creationId xmlns:a16="http://schemas.microsoft.com/office/drawing/2014/main" id="{D686F43B-5676-EE4D-4570-2E263FE5F4A7}"/>
              </a:ext>
            </a:extLst>
          </p:cNvPr>
          <p:cNvPicPr>
            <a:picLocks noChangeAspect="1"/>
          </p:cNvPicPr>
          <p:nvPr/>
        </p:nvPicPr>
        <p:blipFill>
          <a:blip r:embed="rId11"/>
          <a:stretch>
            <a:fillRect/>
          </a:stretch>
        </p:blipFill>
        <p:spPr>
          <a:xfrm>
            <a:off x="10277413" y="324393"/>
            <a:ext cx="1552575" cy="390525"/>
          </a:xfrm>
          <a:prstGeom prst="rect">
            <a:avLst/>
          </a:prstGeom>
        </p:spPr>
      </p:pic>
      <p:sp>
        <p:nvSpPr>
          <p:cNvPr id="15" name="Freeform: Shape 14">
            <a:extLst>
              <a:ext uri="{FF2B5EF4-FFF2-40B4-BE49-F238E27FC236}">
                <a16:creationId xmlns:a16="http://schemas.microsoft.com/office/drawing/2014/main" id="{FB7B09F4-C157-4BA6-038A-E33120D990B2}"/>
              </a:ext>
            </a:extLst>
          </p:cNvPr>
          <p:cNvSpPr/>
          <p:nvPr/>
        </p:nvSpPr>
        <p:spPr>
          <a:xfrm>
            <a:off x="11305951" y="3718070"/>
            <a:ext cx="371475" cy="428625"/>
          </a:xfrm>
          <a:custGeom>
            <a:avLst/>
            <a:gdLst>
              <a:gd name="connsiteX0" fmla="*/ 534162 w 533400"/>
              <a:gd name="connsiteY0" fmla="*/ 226219 h 542925"/>
              <a:gd name="connsiteX1" fmla="*/ 467106 w 533400"/>
              <a:gd name="connsiteY1" fmla="*/ 159544 h 542925"/>
              <a:gd name="connsiteX2" fmla="*/ 467106 w 533400"/>
              <a:gd name="connsiteY2" fmla="*/ 178594 h 542925"/>
              <a:gd name="connsiteX3" fmla="*/ 467106 w 533400"/>
              <a:gd name="connsiteY3" fmla="*/ 197644 h 542925"/>
              <a:gd name="connsiteX4" fmla="*/ 495872 w 533400"/>
              <a:gd name="connsiteY4" fmla="*/ 226219 h 542925"/>
              <a:gd name="connsiteX5" fmla="*/ 476822 w 533400"/>
              <a:gd name="connsiteY5" fmla="*/ 252984 h 542925"/>
              <a:gd name="connsiteX6" fmla="*/ 467106 w 533400"/>
              <a:gd name="connsiteY6" fmla="*/ 236411 h 542925"/>
              <a:gd name="connsiteX7" fmla="*/ 323374 w 533400"/>
              <a:gd name="connsiteY7" fmla="*/ 159544 h 542925"/>
              <a:gd name="connsiteX8" fmla="*/ 208788 w 533400"/>
              <a:gd name="connsiteY8" fmla="*/ 159544 h 542925"/>
              <a:gd name="connsiteX9" fmla="*/ 141351 w 533400"/>
              <a:gd name="connsiteY9" fmla="*/ 130969 h 542925"/>
              <a:gd name="connsiteX10" fmla="*/ 103061 w 533400"/>
              <a:gd name="connsiteY10" fmla="*/ 130969 h 542925"/>
              <a:gd name="connsiteX11" fmla="*/ 103061 w 533400"/>
              <a:gd name="connsiteY11" fmla="*/ 169069 h 542925"/>
              <a:gd name="connsiteX12" fmla="*/ 103061 w 533400"/>
              <a:gd name="connsiteY12" fmla="*/ 195453 h 542925"/>
              <a:gd name="connsiteX13" fmla="*/ 54007 w 533400"/>
              <a:gd name="connsiteY13" fmla="*/ 254794 h 542925"/>
              <a:gd name="connsiteX14" fmla="*/ 45434 w 533400"/>
              <a:gd name="connsiteY14" fmla="*/ 254794 h 542925"/>
              <a:gd name="connsiteX15" fmla="*/ 7144 w 533400"/>
              <a:gd name="connsiteY15" fmla="*/ 254794 h 542925"/>
              <a:gd name="connsiteX16" fmla="*/ 7144 w 533400"/>
              <a:gd name="connsiteY16" fmla="*/ 292894 h 542925"/>
              <a:gd name="connsiteX17" fmla="*/ 7144 w 533400"/>
              <a:gd name="connsiteY17" fmla="*/ 369094 h 542925"/>
              <a:gd name="connsiteX18" fmla="*/ 7144 w 533400"/>
              <a:gd name="connsiteY18" fmla="*/ 407194 h 542925"/>
              <a:gd name="connsiteX19" fmla="*/ 45434 w 533400"/>
              <a:gd name="connsiteY19" fmla="*/ 407194 h 542925"/>
              <a:gd name="connsiteX20" fmla="*/ 53912 w 533400"/>
              <a:gd name="connsiteY20" fmla="*/ 407194 h 542925"/>
              <a:gd name="connsiteX21" fmla="*/ 122111 w 533400"/>
              <a:gd name="connsiteY21" fmla="*/ 479298 h 542925"/>
              <a:gd name="connsiteX22" fmla="*/ 122111 w 533400"/>
              <a:gd name="connsiteY22" fmla="*/ 502444 h 542925"/>
              <a:gd name="connsiteX23" fmla="*/ 122111 w 533400"/>
              <a:gd name="connsiteY23" fmla="*/ 540544 h 542925"/>
              <a:gd name="connsiteX24" fmla="*/ 160401 w 533400"/>
              <a:gd name="connsiteY24" fmla="*/ 540544 h 542925"/>
              <a:gd name="connsiteX25" fmla="*/ 208312 w 533400"/>
              <a:gd name="connsiteY25" fmla="*/ 540544 h 542925"/>
              <a:gd name="connsiteX26" fmla="*/ 246602 w 533400"/>
              <a:gd name="connsiteY26" fmla="*/ 540544 h 542925"/>
              <a:gd name="connsiteX27" fmla="*/ 246602 w 533400"/>
              <a:gd name="connsiteY27" fmla="*/ 502444 h 542925"/>
              <a:gd name="connsiteX28" fmla="*/ 284893 w 533400"/>
              <a:gd name="connsiteY28" fmla="*/ 502444 h 542925"/>
              <a:gd name="connsiteX29" fmla="*/ 284893 w 533400"/>
              <a:gd name="connsiteY29" fmla="*/ 540544 h 542925"/>
              <a:gd name="connsiteX30" fmla="*/ 323183 w 533400"/>
              <a:gd name="connsiteY30" fmla="*/ 540544 h 542925"/>
              <a:gd name="connsiteX31" fmla="*/ 371094 w 533400"/>
              <a:gd name="connsiteY31" fmla="*/ 540544 h 542925"/>
              <a:gd name="connsiteX32" fmla="*/ 409385 w 533400"/>
              <a:gd name="connsiteY32" fmla="*/ 540544 h 542925"/>
              <a:gd name="connsiteX33" fmla="*/ 409385 w 533400"/>
              <a:gd name="connsiteY33" fmla="*/ 502444 h 542925"/>
              <a:gd name="connsiteX34" fmla="*/ 409385 w 533400"/>
              <a:gd name="connsiteY34" fmla="*/ 479298 h 542925"/>
              <a:gd name="connsiteX35" fmla="*/ 495586 w 533400"/>
              <a:gd name="connsiteY35" fmla="*/ 330994 h 542925"/>
              <a:gd name="connsiteX36" fmla="*/ 490061 w 533400"/>
              <a:gd name="connsiteY36" fmla="*/ 288703 h 542925"/>
              <a:gd name="connsiteX37" fmla="*/ 534162 w 533400"/>
              <a:gd name="connsiteY37" fmla="*/ 226219 h 542925"/>
              <a:gd name="connsiteX38" fmla="*/ 371285 w 533400"/>
              <a:gd name="connsiteY38" fmla="*/ 455390 h 542925"/>
              <a:gd name="connsiteX39" fmla="*/ 371285 w 533400"/>
              <a:gd name="connsiteY39" fmla="*/ 502444 h 542925"/>
              <a:gd name="connsiteX40" fmla="*/ 323374 w 533400"/>
              <a:gd name="connsiteY40" fmla="*/ 502444 h 542925"/>
              <a:gd name="connsiteX41" fmla="*/ 323374 w 533400"/>
              <a:gd name="connsiteY41" fmla="*/ 464344 h 542925"/>
              <a:gd name="connsiteX42" fmla="*/ 208407 w 533400"/>
              <a:gd name="connsiteY42" fmla="*/ 464344 h 542925"/>
              <a:gd name="connsiteX43" fmla="*/ 208407 w 533400"/>
              <a:gd name="connsiteY43" fmla="*/ 502444 h 542925"/>
              <a:gd name="connsiteX44" fmla="*/ 160496 w 533400"/>
              <a:gd name="connsiteY44" fmla="*/ 502444 h 542925"/>
              <a:gd name="connsiteX45" fmla="*/ 160496 w 533400"/>
              <a:gd name="connsiteY45" fmla="*/ 455390 h 542925"/>
              <a:gd name="connsiteX46" fmla="*/ 79915 w 533400"/>
              <a:gd name="connsiteY46" fmla="*/ 369094 h 542925"/>
              <a:gd name="connsiteX47" fmla="*/ 45434 w 533400"/>
              <a:gd name="connsiteY47" fmla="*/ 369094 h 542925"/>
              <a:gd name="connsiteX48" fmla="*/ 45434 w 533400"/>
              <a:gd name="connsiteY48" fmla="*/ 292894 h 542925"/>
              <a:gd name="connsiteX49" fmla="*/ 79820 w 533400"/>
              <a:gd name="connsiteY49" fmla="*/ 292894 h 542925"/>
              <a:gd name="connsiteX50" fmla="*/ 141256 w 533400"/>
              <a:gd name="connsiteY50" fmla="*/ 215646 h 542925"/>
              <a:gd name="connsiteX51" fmla="*/ 141256 w 533400"/>
              <a:gd name="connsiteY51" fmla="*/ 169069 h 542925"/>
              <a:gd name="connsiteX52" fmla="*/ 189167 w 533400"/>
              <a:gd name="connsiteY52" fmla="*/ 197644 h 542925"/>
              <a:gd name="connsiteX53" fmla="*/ 208312 w 533400"/>
              <a:gd name="connsiteY53" fmla="*/ 197644 h 542925"/>
              <a:gd name="connsiteX54" fmla="*/ 323374 w 533400"/>
              <a:gd name="connsiteY54" fmla="*/ 197644 h 542925"/>
              <a:gd name="connsiteX55" fmla="*/ 457486 w 533400"/>
              <a:gd name="connsiteY55" fmla="*/ 330994 h 542925"/>
              <a:gd name="connsiteX56" fmla="*/ 371285 w 533400"/>
              <a:gd name="connsiteY56" fmla="*/ 455390 h 542925"/>
              <a:gd name="connsiteX57" fmla="*/ 217170 w 533400"/>
              <a:gd name="connsiteY57" fmla="*/ 216694 h 542925"/>
              <a:gd name="connsiteX58" fmla="*/ 332137 w 533400"/>
              <a:gd name="connsiteY58" fmla="*/ 216694 h 542925"/>
              <a:gd name="connsiteX59" fmla="*/ 332137 w 533400"/>
              <a:gd name="connsiteY59" fmla="*/ 254794 h 542925"/>
              <a:gd name="connsiteX60" fmla="*/ 217170 w 533400"/>
              <a:gd name="connsiteY60" fmla="*/ 254794 h 542925"/>
              <a:gd name="connsiteX61" fmla="*/ 217170 w 533400"/>
              <a:gd name="connsiteY61" fmla="*/ 216694 h 542925"/>
              <a:gd name="connsiteX62" fmla="*/ 274701 w 533400"/>
              <a:gd name="connsiteY62" fmla="*/ 140494 h 542925"/>
              <a:gd name="connsiteX63" fmla="*/ 341757 w 533400"/>
              <a:gd name="connsiteY63" fmla="*/ 73819 h 542925"/>
              <a:gd name="connsiteX64" fmla="*/ 274701 w 533400"/>
              <a:gd name="connsiteY64" fmla="*/ 7144 h 542925"/>
              <a:gd name="connsiteX65" fmla="*/ 207645 w 533400"/>
              <a:gd name="connsiteY65" fmla="*/ 73819 h 542925"/>
              <a:gd name="connsiteX66" fmla="*/ 274701 w 533400"/>
              <a:gd name="connsiteY66" fmla="*/ 140494 h 542925"/>
              <a:gd name="connsiteX67" fmla="*/ 274701 w 533400"/>
              <a:gd name="connsiteY67" fmla="*/ 45244 h 542925"/>
              <a:gd name="connsiteX68" fmla="*/ 303467 w 533400"/>
              <a:gd name="connsiteY68" fmla="*/ 73819 h 542925"/>
              <a:gd name="connsiteX69" fmla="*/ 274701 w 533400"/>
              <a:gd name="connsiteY69" fmla="*/ 102394 h 542925"/>
              <a:gd name="connsiteX70" fmla="*/ 245936 w 533400"/>
              <a:gd name="connsiteY70" fmla="*/ 73819 h 542925"/>
              <a:gd name="connsiteX71" fmla="*/ 274701 w 533400"/>
              <a:gd name="connsiteY71" fmla="*/ 452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33400" h="542925">
                <a:moveTo>
                  <a:pt x="534162" y="226219"/>
                </a:moveTo>
                <a:cubicBezTo>
                  <a:pt x="534162" y="189452"/>
                  <a:pt x="504063" y="159544"/>
                  <a:pt x="467106" y="159544"/>
                </a:cubicBezTo>
                <a:lnTo>
                  <a:pt x="467106" y="178594"/>
                </a:lnTo>
                <a:lnTo>
                  <a:pt x="467106" y="197644"/>
                </a:lnTo>
                <a:cubicBezTo>
                  <a:pt x="482918" y="197644"/>
                  <a:pt x="495872" y="210503"/>
                  <a:pt x="495872" y="226219"/>
                </a:cubicBezTo>
                <a:cubicBezTo>
                  <a:pt x="495872" y="238601"/>
                  <a:pt x="487871" y="249079"/>
                  <a:pt x="476822" y="252984"/>
                </a:cubicBezTo>
                <a:cubicBezTo>
                  <a:pt x="473869" y="247269"/>
                  <a:pt x="470725" y="241744"/>
                  <a:pt x="467106" y="236411"/>
                </a:cubicBezTo>
                <a:cubicBezTo>
                  <a:pt x="436150" y="190119"/>
                  <a:pt x="383286" y="159544"/>
                  <a:pt x="323374" y="159544"/>
                </a:cubicBezTo>
                <a:lnTo>
                  <a:pt x="208788" y="159544"/>
                </a:lnTo>
                <a:cubicBezTo>
                  <a:pt x="191834" y="141542"/>
                  <a:pt x="167640" y="130969"/>
                  <a:pt x="141351" y="130969"/>
                </a:cubicBezTo>
                <a:lnTo>
                  <a:pt x="103061" y="130969"/>
                </a:lnTo>
                <a:lnTo>
                  <a:pt x="103061" y="169069"/>
                </a:lnTo>
                <a:lnTo>
                  <a:pt x="103061" y="195453"/>
                </a:lnTo>
                <a:cubicBezTo>
                  <a:pt x="82296" y="211360"/>
                  <a:pt x="65532" y="231648"/>
                  <a:pt x="54007" y="254794"/>
                </a:cubicBezTo>
                <a:lnTo>
                  <a:pt x="45434" y="254794"/>
                </a:lnTo>
                <a:lnTo>
                  <a:pt x="7144" y="254794"/>
                </a:lnTo>
                <a:lnTo>
                  <a:pt x="7144" y="292894"/>
                </a:lnTo>
                <a:lnTo>
                  <a:pt x="7144" y="369094"/>
                </a:lnTo>
                <a:lnTo>
                  <a:pt x="7144" y="407194"/>
                </a:lnTo>
                <a:lnTo>
                  <a:pt x="45434" y="407194"/>
                </a:lnTo>
                <a:lnTo>
                  <a:pt x="53912" y="407194"/>
                </a:lnTo>
                <a:cubicBezTo>
                  <a:pt x="68961" y="437198"/>
                  <a:pt x="92869" y="462439"/>
                  <a:pt x="122111" y="479298"/>
                </a:cubicBezTo>
                <a:lnTo>
                  <a:pt x="122111" y="502444"/>
                </a:lnTo>
                <a:lnTo>
                  <a:pt x="122111" y="540544"/>
                </a:lnTo>
                <a:lnTo>
                  <a:pt x="160401" y="540544"/>
                </a:lnTo>
                <a:lnTo>
                  <a:pt x="208312" y="540544"/>
                </a:lnTo>
                <a:lnTo>
                  <a:pt x="246602" y="540544"/>
                </a:lnTo>
                <a:lnTo>
                  <a:pt x="246602" y="502444"/>
                </a:lnTo>
                <a:lnTo>
                  <a:pt x="284893" y="502444"/>
                </a:lnTo>
                <a:lnTo>
                  <a:pt x="284893" y="540544"/>
                </a:lnTo>
                <a:lnTo>
                  <a:pt x="323183" y="540544"/>
                </a:lnTo>
                <a:lnTo>
                  <a:pt x="371094" y="540544"/>
                </a:lnTo>
                <a:lnTo>
                  <a:pt x="409385" y="540544"/>
                </a:lnTo>
                <a:lnTo>
                  <a:pt x="409385" y="502444"/>
                </a:lnTo>
                <a:lnTo>
                  <a:pt x="409385" y="479298"/>
                </a:lnTo>
                <a:cubicBezTo>
                  <a:pt x="461867" y="449009"/>
                  <a:pt x="495586" y="392335"/>
                  <a:pt x="495586" y="330994"/>
                </a:cubicBezTo>
                <a:cubicBezTo>
                  <a:pt x="495586" y="316325"/>
                  <a:pt x="493490" y="302228"/>
                  <a:pt x="490061" y="288703"/>
                </a:cubicBezTo>
                <a:cubicBezTo>
                  <a:pt x="515874" y="279273"/>
                  <a:pt x="534162" y="254889"/>
                  <a:pt x="534162" y="226219"/>
                </a:cubicBezTo>
                <a:close/>
                <a:moveTo>
                  <a:pt x="371285" y="455390"/>
                </a:moveTo>
                <a:lnTo>
                  <a:pt x="371285" y="502444"/>
                </a:lnTo>
                <a:lnTo>
                  <a:pt x="323374" y="502444"/>
                </a:lnTo>
                <a:lnTo>
                  <a:pt x="323374" y="464344"/>
                </a:lnTo>
                <a:lnTo>
                  <a:pt x="208407" y="464344"/>
                </a:lnTo>
                <a:lnTo>
                  <a:pt x="208407" y="502444"/>
                </a:lnTo>
                <a:lnTo>
                  <a:pt x="160496" y="502444"/>
                </a:lnTo>
                <a:lnTo>
                  <a:pt x="160496" y="455390"/>
                </a:lnTo>
                <a:cubicBezTo>
                  <a:pt x="121825" y="440626"/>
                  <a:pt x="91821" y="408813"/>
                  <a:pt x="79915" y="369094"/>
                </a:cubicBezTo>
                <a:lnTo>
                  <a:pt x="45434" y="369094"/>
                </a:lnTo>
                <a:lnTo>
                  <a:pt x="45434" y="292894"/>
                </a:lnTo>
                <a:lnTo>
                  <a:pt x="79820" y="292894"/>
                </a:lnTo>
                <a:cubicBezTo>
                  <a:pt x="89630" y="260033"/>
                  <a:pt x="112014" y="232505"/>
                  <a:pt x="141256" y="215646"/>
                </a:cubicBezTo>
                <a:lnTo>
                  <a:pt x="141256" y="169069"/>
                </a:lnTo>
                <a:cubicBezTo>
                  <a:pt x="160401" y="169069"/>
                  <a:pt x="179546" y="178594"/>
                  <a:pt x="189167" y="197644"/>
                </a:cubicBezTo>
                <a:cubicBezTo>
                  <a:pt x="189167" y="197644"/>
                  <a:pt x="204978" y="197644"/>
                  <a:pt x="208312" y="197644"/>
                </a:cubicBezTo>
                <a:lnTo>
                  <a:pt x="323374" y="197644"/>
                </a:lnTo>
                <a:cubicBezTo>
                  <a:pt x="397478" y="197644"/>
                  <a:pt x="457486" y="257366"/>
                  <a:pt x="457486" y="330994"/>
                </a:cubicBezTo>
                <a:cubicBezTo>
                  <a:pt x="457486" y="387858"/>
                  <a:pt x="421672" y="436245"/>
                  <a:pt x="371285" y="455390"/>
                </a:cubicBezTo>
                <a:close/>
                <a:moveTo>
                  <a:pt x="217170" y="216694"/>
                </a:moveTo>
                <a:lnTo>
                  <a:pt x="332137" y="216694"/>
                </a:lnTo>
                <a:lnTo>
                  <a:pt x="332137" y="254794"/>
                </a:lnTo>
                <a:lnTo>
                  <a:pt x="217170" y="254794"/>
                </a:lnTo>
                <a:lnTo>
                  <a:pt x="217170" y="216694"/>
                </a:lnTo>
                <a:close/>
                <a:moveTo>
                  <a:pt x="274701" y="140494"/>
                </a:moveTo>
                <a:cubicBezTo>
                  <a:pt x="311658" y="140494"/>
                  <a:pt x="341757" y="110585"/>
                  <a:pt x="341757" y="73819"/>
                </a:cubicBezTo>
                <a:cubicBezTo>
                  <a:pt x="341757" y="37052"/>
                  <a:pt x="311658" y="7144"/>
                  <a:pt x="274701" y="7144"/>
                </a:cubicBezTo>
                <a:cubicBezTo>
                  <a:pt x="237744" y="7144"/>
                  <a:pt x="207645" y="37052"/>
                  <a:pt x="207645" y="73819"/>
                </a:cubicBezTo>
                <a:cubicBezTo>
                  <a:pt x="207645" y="110585"/>
                  <a:pt x="237649" y="140494"/>
                  <a:pt x="274701" y="140494"/>
                </a:cubicBezTo>
                <a:close/>
                <a:moveTo>
                  <a:pt x="274701" y="45244"/>
                </a:moveTo>
                <a:cubicBezTo>
                  <a:pt x="290513" y="45244"/>
                  <a:pt x="303467" y="58103"/>
                  <a:pt x="303467" y="73819"/>
                </a:cubicBezTo>
                <a:cubicBezTo>
                  <a:pt x="303467" y="89535"/>
                  <a:pt x="290608" y="102394"/>
                  <a:pt x="274701" y="102394"/>
                </a:cubicBezTo>
                <a:cubicBezTo>
                  <a:pt x="258890" y="102394"/>
                  <a:pt x="245936" y="89535"/>
                  <a:pt x="245936" y="73819"/>
                </a:cubicBezTo>
                <a:cubicBezTo>
                  <a:pt x="245936" y="58103"/>
                  <a:pt x="258794" y="45244"/>
                  <a:pt x="274701" y="45244"/>
                </a:cubicBezTo>
                <a:close/>
              </a:path>
            </a:pathLst>
          </a:custGeom>
          <a:solidFill>
            <a:srgbClr val="002856"/>
          </a:solidFill>
          <a:ln w="9525" cap="flat">
            <a:noFill/>
            <a:prstDash val="solid"/>
            <a:miter/>
          </a:ln>
        </p:spPr>
        <p:txBody>
          <a:bodyPr rtlCol="0" anchor="ctr"/>
          <a:lstStyle/>
          <a:p>
            <a:endParaRPr lang="en-US" dirty="0"/>
          </a:p>
        </p:txBody>
      </p:sp>
      <p:pic>
        <p:nvPicPr>
          <p:cNvPr id="28" name="Picture 27" descr="A group of blue people&#10;&#10;Description automatically generated">
            <a:extLst>
              <a:ext uri="{FF2B5EF4-FFF2-40B4-BE49-F238E27FC236}">
                <a16:creationId xmlns:a16="http://schemas.microsoft.com/office/drawing/2014/main" id="{13DC0A31-CC60-2BA4-92F4-FFC2B4FAEA37}"/>
              </a:ext>
            </a:extLst>
          </p:cNvPr>
          <p:cNvPicPr>
            <a:picLocks noChangeAspect="1"/>
          </p:cNvPicPr>
          <p:nvPr/>
        </p:nvPicPr>
        <p:blipFill>
          <a:blip r:embed="rId12"/>
          <a:stretch>
            <a:fillRect/>
          </a:stretch>
        </p:blipFill>
        <p:spPr>
          <a:xfrm>
            <a:off x="11288183" y="3146425"/>
            <a:ext cx="389468" cy="330201"/>
          </a:xfrm>
          <a:prstGeom prst="rect">
            <a:avLst/>
          </a:prstGeom>
        </p:spPr>
      </p:pic>
      <p:sp>
        <p:nvSpPr>
          <p:cNvPr id="30" name="Freeform: Shape 29">
            <a:extLst>
              <a:ext uri="{FF2B5EF4-FFF2-40B4-BE49-F238E27FC236}">
                <a16:creationId xmlns:a16="http://schemas.microsoft.com/office/drawing/2014/main" id="{4BFB82F7-F3CA-A994-E529-4DE97E8D1658}"/>
              </a:ext>
            </a:extLst>
          </p:cNvPr>
          <p:cNvSpPr/>
          <p:nvPr/>
        </p:nvSpPr>
        <p:spPr>
          <a:xfrm>
            <a:off x="11292351" y="1797723"/>
            <a:ext cx="371475" cy="371475"/>
          </a:xfrm>
          <a:custGeom>
            <a:avLst/>
            <a:gdLst>
              <a:gd name="connsiteX0" fmla="*/ 388144 w 390525"/>
              <a:gd name="connsiteY0" fmla="*/ 7144 h 466725"/>
              <a:gd name="connsiteX1" fmla="*/ 7144 w 390525"/>
              <a:gd name="connsiteY1" fmla="*/ 7144 h 466725"/>
              <a:gd name="connsiteX2" fmla="*/ 7239 w 390525"/>
              <a:gd name="connsiteY2" fmla="*/ 236030 h 466725"/>
              <a:gd name="connsiteX3" fmla="*/ 197930 w 390525"/>
              <a:gd name="connsiteY3" fmla="*/ 464725 h 466725"/>
              <a:gd name="connsiteX4" fmla="*/ 388525 w 390525"/>
              <a:gd name="connsiteY4" fmla="*/ 235934 h 466725"/>
              <a:gd name="connsiteX5" fmla="*/ 388144 w 390525"/>
              <a:gd name="connsiteY5" fmla="*/ 7144 h 466725"/>
              <a:gd name="connsiteX6" fmla="*/ 197834 w 390525"/>
              <a:gd name="connsiteY6" fmla="*/ 424910 h 466725"/>
              <a:gd name="connsiteX7" fmla="*/ 45339 w 390525"/>
              <a:gd name="connsiteY7" fmla="*/ 235934 h 466725"/>
              <a:gd name="connsiteX8" fmla="*/ 45244 w 390525"/>
              <a:gd name="connsiteY8" fmla="*/ 45149 h 466725"/>
              <a:gd name="connsiteX9" fmla="*/ 350139 w 390525"/>
              <a:gd name="connsiteY9" fmla="*/ 45149 h 466725"/>
              <a:gd name="connsiteX10" fmla="*/ 350425 w 390525"/>
              <a:gd name="connsiteY10" fmla="*/ 235934 h 466725"/>
              <a:gd name="connsiteX11" fmla="*/ 197834 w 390525"/>
              <a:gd name="connsiteY11" fmla="*/ 424910 h 466725"/>
              <a:gd name="connsiteX12" fmla="*/ 270510 w 390525"/>
              <a:gd name="connsiteY12" fmla="*/ 139160 h 466725"/>
              <a:gd name="connsiteX13" fmla="*/ 299657 w 390525"/>
              <a:gd name="connsiteY13" fmla="*/ 163640 h 466725"/>
              <a:gd name="connsiteX14" fmla="*/ 182404 w 390525"/>
              <a:gd name="connsiteY14" fmla="*/ 303371 h 466725"/>
              <a:gd name="connsiteX15" fmla="*/ 97917 w 390525"/>
              <a:gd name="connsiteY15" fmla="*/ 232505 h 466725"/>
              <a:gd name="connsiteX16" fmla="*/ 122396 w 390525"/>
              <a:gd name="connsiteY16" fmla="*/ 203359 h 466725"/>
              <a:gd name="connsiteX17" fmla="*/ 177641 w 390525"/>
              <a:gd name="connsiteY17" fmla="*/ 249746 h 466725"/>
              <a:gd name="connsiteX18" fmla="*/ 270510 w 390525"/>
              <a:gd name="connsiteY18" fmla="*/ 13916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0525" h="466725">
                <a:moveTo>
                  <a:pt x="388144" y="7144"/>
                </a:moveTo>
                <a:lnTo>
                  <a:pt x="7144" y="7144"/>
                </a:lnTo>
                <a:cubicBezTo>
                  <a:pt x="7144" y="7144"/>
                  <a:pt x="7239" y="179261"/>
                  <a:pt x="7239" y="236030"/>
                </a:cubicBezTo>
                <a:cubicBezTo>
                  <a:pt x="7239" y="341281"/>
                  <a:pt x="92869" y="435769"/>
                  <a:pt x="197930" y="464725"/>
                </a:cubicBezTo>
                <a:cubicBezTo>
                  <a:pt x="302419" y="435769"/>
                  <a:pt x="388525" y="341281"/>
                  <a:pt x="388525" y="235934"/>
                </a:cubicBezTo>
                <a:cubicBezTo>
                  <a:pt x="388525" y="176689"/>
                  <a:pt x="388144" y="7144"/>
                  <a:pt x="388144" y="7144"/>
                </a:cubicBezTo>
                <a:close/>
                <a:moveTo>
                  <a:pt x="197834" y="424910"/>
                </a:moveTo>
                <a:cubicBezTo>
                  <a:pt x="110204" y="396335"/>
                  <a:pt x="45339" y="316802"/>
                  <a:pt x="45339" y="235934"/>
                </a:cubicBezTo>
                <a:cubicBezTo>
                  <a:pt x="45339" y="196120"/>
                  <a:pt x="45244" y="99251"/>
                  <a:pt x="45244" y="45149"/>
                </a:cubicBezTo>
                <a:lnTo>
                  <a:pt x="350139" y="45149"/>
                </a:lnTo>
                <a:cubicBezTo>
                  <a:pt x="350234" y="98679"/>
                  <a:pt x="350425" y="194405"/>
                  <a:pt x="350425" y="235934"/>
                </a:cubicBezTo>
                <a:cubicBezTo>
                  <a:pt x="350425" y="316611"/>
                  <a:pt x="285560" y="396240"/>
                  <a:pt x="197834" y="424910"/>
                </a:cubicBezTo>
                <a:close/>
                <a:moveTo>
                  <a:pt x="270510" y="139160"/>
                </a:moveTo>
                <a:lnTo>
                  <a:pt x="299657" y="163640"/>
                </a:lnTo>
                <a:lnTo>
                  <a:pt x="182404" y="303371"/>
                </a:lnTo>
                <a:lnTo>
                  <a:pt x="97917" y="232505"/>
                </a:lnTo>
                <a:lnTo>
                  <a:pt x="122396" y="203359"/>
                </a:lnTo>
                <a:lnTo>
                  <a:pt x="177641" y="249746"/>
                </a:lnTo>
                <a:lnTo>
                  <a:pt x="270510" y="139160"/>
                </a:lnTo>
                <a:close/>
              </a:path>
            </a:pathLst>
          </a:custGeom>
          <a:solidFill>
            <a:srgbClr val="002856"/>
          </a:solidFill>
          <a:ln w="9525" cap="flat">
            <a:noFill/>
            <a:prstDash val="solid"/>
            <a:miter/>
          </a:ln>
        </p:spPr>
        <p:txBody>
          <a:bodyPr rtlCol="0" anchor="ctr"/>
          <a:lstStyle/>
          <a:p>
            <a:endParaRPr lang="en-US" dirty="0"/>
          </a:p>
        </p:txBody>
      </p:sp>
      <p:sp>
        <p:nvSpPr>
          <p:cNvPr id="4" name="TextBox 3">
            <a:extLst>
              <a:ext uri="{FF2B5EF4-FFF2-40B4-BE49-F238E27FC236}">
                <a16:creationId xmlns:a16="http://schemas.microsoft.com/office/drawing/2014/main" id="{AA772722-D8AD-A72A-0245-AE3FFB020117}"/>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18</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3331348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F0D2B-3952-EB81-C752-DBDBB7E29A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5869B0-4CEC-67B9-6A92-6A423A4ABDF2}"/>
              </a:ext>
            </a:extLst>
          </p:cNvPr>
          <p:cNvSpPr>
            <a:spLocks noGrp="1"/>
          </p:cNvSpPr>
          <p:nvPr>
            <p:ph type="title"/>
          </p:nvPr>
        </p:nvSpPr>
        <p:spPr/>
        <p:txBody>
          <a:bodyPr/>
          <a:lstStyle/>
          <a:p>
            <a:r>
              <a:rPr lang="en-US" dirty="0"/>
              <a:t>Administrative</a:t>
            </a:r>
            <a:br>
              <a:rPr lang="en-US" dirty="0"/>
            </a:br>
            <a:r>
              <a:rPr lang="en-US" dirty="0"/>
              <a:t>Use Cases</a:t>
            </a:r>
          </a:p>
        </p:txBody>
      </p:sp>
    </p:spTree>
    <p:extLst>
      <p:ext uri="{BB962C8B-B14F-4D97-AF65-F5344CB8AC3E}">
        <p14:creationId xmlns:p14="http://schemas.microsoft.com/office/powerpoint/2010/main" val="64668967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22507" y="238047"/>
            <a:ext cx="5819775" cy="451231"/>
          </a:xfrm>
        </p:spPr>
        <p:txBody>
          <a:bodyPr/>
          <a:lstStyle/>
          <a:p>
            <a:r>
              <a:rPr lang="en-US" dirty="0">
                <a:solidFill>
                  <a:schemeClr val="bg1"/>
                </a:solidFill>
              </a:rPr>
              <a:t>Pixel</a:t>
            </a:r>
          </a:p>
        </p:txBody>
      </p:sp>
      <p:sp>
        <p:nvSpPr>
          <p:cNvPr id="7" name="TextBox 6">
            <a:extLst>
              <a:ext uri="{FF2B5EF4-FFF2-40B4-BE49-F238E27FC236}">
                <a16:creationId xmlns:a16="http://schemas.microsoft.com/office/drawing/2014/main" id="{8D21CB09-BCBB-5D55-6F98-A6C974764DBF}"/>
              </a:ext>
            </a:extLst>
          </p:cNvPr>
          <p:cNvSpPr txBox="1"/>
          <p:nvPr/>
        </p:nvSpPr>
        <p:spPr>
          <a:xfrm>
            <a:off x="7102362" y="247269"/>
            <a:ext cx="2956037" cy="553998"/>
          </a:xfrm>
          <a:prstGeom prst="rect">
            <a:avLst/>
          </a:prstGeom>
          <a:noFill/>
        </p:spPr>
        <p:txBody>
          <a:bodyPr wrap="square" lIns="91440" tIns="0" rIns="91440" bIns="0" rtlCol="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540A"/>
                </a:solidFill>
                <a:effectLst/>
                <a:uLnTx/>
                <a:uFillTx/>
                <a:latin typeface="Arial" panose="020B0604020202020204"/>
                <a:ea typeface="+mn-lt"/>
                <a:cs typeface="Arial" panose="020B0604020202020204"/>
                <a:sym typeface="Arial"/>
              </a:rPr>
              <a:t>Cogna Educação</a:t>
            </a:r>
            <a:endParaRPr kumimoji="0" lang="en-US" sz="1800" b="1" i="0" u="none" strike="noStrike" kern="1200" cap="none" spc="0" normalizeH="0" baseline="0" noProof="0" dirty="0">
              <a:ln>
                <a:noFill/>
              </a:ln>
              <a:solidFill>
                <a:srgbClr val="FF540A"/>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540A"/>
                </a:solidFill>
                <a:effectLst/>
                <a:uLnTx/>
                <a:uFillTx/>
                <a:latin typeface="Arial" panose="020B0604020202020204"/>
                <a:ea typeface="+mn-ea"/>
                <a:cs typeface="Arial"/>
                <a:sym typeface="Arial"/>
              </a:rPr>
              <a:t>Belo Horizonte, Brazil</a:t>
            </a:r>
            <a:endParaRPr kumimoji="0" lang="en-US" sz="18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sp>
        <p:nvSpPr>
          <p:cNvPr id="40" name="TextBox 39">
            <a:extLst>
              <a:ext uri="{FF2B5EF4-FFF2-40B4-BE49-F238E27FC236}">
                <a16:creationId xmlns:a16="http://schemas.microsoft.com/office/drawing/2014/main" id="{8BDBAD64-9C5A-F913-FEB8-3F512B749AE3}"/>
              </a:ext>
            </a:extLst>
          </p:cNvPr>
          <p:cNvSpPr txBox="1"/>
          <p:nvPr/>
        </p:nvSpPr>
        <p:spPr>
          <a:xfrm>
            <a:off x="456786" y="1136923"/>
            <a:ext cx="6250324" cy="1492716"/>
          </a:xfrm>
          <a:prstGeom prst="rect">
            <a:avLst/>
          </a:prstGeom>
          <a:noFill/>
        </p:spPr>
        <p:txBody>
          <a:bodyPr wrap="square" lIns="0" tIns="45720" rIns="0" bIns="45720" rtlCol="0" anchor="t">
            <a:spAutoFit/>
          </a:bodyPr>
          <a:lstStyle/>
          <a:p>
            <a:pPr marL="0" marR="0" lvl="0" indent="0" algn="just"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marL="0" marR="0" lvl="0" indent="0" algn="just"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Arial"/>
              </a:rPr>
              <a:t>Document validation processes can often be time-consuming and prone to human error. These challenges can impact operational efficiency and customer experiences. Cogna impacts over 22 million students directly and indirectly across various market segments. Specifically, the Kroton division serves more than 1.1 million students in undergraduate and postgraduate programs. To enhance the efficiency and accuracy of capturing legal personal data for procedures, we have implemented automation to improve these processes.</a:t>
            </a: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6787" y="1430836"/>
            <a:ext cx="6007564" cy="0"/>
          </a:xfrm>
          <a:prstGeom prst="line">
            <a:avLst/>
          </a:prstGeom>
          <a:noFill/>
          <a:ln w="12700" cap="flat" cmpd="sng">
            <a:solidFill>
              <a:srgbClr val="6F7878"/>
            </a:solidFill>
            <a:prstDash val="solid"/>
            <a:round/>
            <a:headEnd type="none" w="lg" len="med"/>
            <a:tailEnd type="none" w="lg" len="med"/>
          </a:ln>
        </p:spPr>
      </p:cxn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3000821"/>
            <a:chOff x="457200" y="4291325"/>
            <a:chExt cx="4631595" cy="3000821"/>
          </a:xfrm>
        </p:grpSpPr>
        <p:sp>
          <p:nvSpPr>
            <p:cNvPr id="17" name="TextBox 16">
              <a:extLst>
                <a:ext uri="{FF2B5EF4-FFF2-40B4-BE49-F238E27FC236}">
                  <a16:creationId xmlns:a16="http://schemas.microsoft.com/office/drawing/2014/main" id="{3FBB2531-0FF2-F3B8-90CB-048C7CED8520}"/>
                </a:ext>
              </a:extLst>
            </p:cNvPr>
            <p:cNvSpPr txBox="1"/>
            <p:nvPr/>
          </p:nvSpPr>
          <p:spPr>
            <a:xfrm>
              <a:off x="457200" y="4291325"/>
              <a:ext cx="4041291" cy="3000821"/>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endParaRPr>
            </a:p>
            <a:p>
              <a:pPr marL="182880" marR="0" lvl="0" indent="-18288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rPr>
                <a:t>Time savings</a:t>
              </a: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Arial"/>
              </a:endParaRPr>
            </a:p>
            <a:p>
              <a:pPr marL="640080" marR="0" lvl="1" indent="-18288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rPr>
                <a:t>Average time for document validation decreased from 4 minutes to 30 seconds.</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a:p>
              <a:pPr marL="640080" marR="0" lvl="1" indent="-18288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marR="0" lvl="0" indent="-18288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rPr>
                <a:t>Improved operational efficiency</a:t>
              </a: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Arial"/>
              </a:endParaRPr>
            </a:p>
            <a:p>
              <a:pPr marL="640080" marR="0" lvl="1" indent="-18288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Number of documents analyzed per day/per operator increased from 150 to 1,200.</a:t>
              </a:r>
            </a:p>
            <a:p>
              <a:pPr marL="640080" marR="0" lvl="1" indent="-18288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Headcount required for operations decreased from 39 to 19.</a:t>
              </a:r>
            </a:p>
            <a:p>
              <a:pPr marL="640080" marR="0" lvl="1" indent="-18288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The model prefills up to 80% of fields with high confidence level.</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a:endParaRPr>
            </a:p>
            <a:p>
              <a:pPr marL="182880" marR="0" lvl="0" indent="-18288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182880" bIns="91440" rtlCol="0" anchor="ctr"/>
          <a:lstStyle/>
          <a:p>
            <a:pPr lvl="0" algn="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“This innovation stands out by being one of the first to productively deploy an LLM for operational tasks on a global scale using Azure.”</a:t>
            </a:r>
            <a:br>
              <a:rPr kumimoji="0" lang="en-US" sz="1200" b="0" i="1" u="none" strike="noStrike" kern="0" cap="none" spc="0" normalizeH="0" baseline="0" noProof="0" dirty="0">
                <a:ln>
                  <a:noFill/>
                </a:ln>
                <a:solidFill>
                  <a:prstClr val="black"/>
                </a:solidFill>
                <a:effectLst/>
                <a:uLnTx/>
                <a:uFillTx/>
                <a:latin typeface="Arial"/>
                <a:ea typeface="+mn-ea"/>
                <a:cs typeface="Arial"/>
              </a:rPr>
            </a:b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 </a:t>
            </a:r>
            <a:br>
              <a:rPr kumimoji="0" lang="en-US" sz="1200" b="0" i="0" u="none" strike="noStrike" kern="0" cap="none" spc="0" normalizeH="0" baseline="0" noProof="0" dirty="0">
                <a:ln>
                  <a:noFill/>
                </a:ln>
                <a:solidFill>
                  <a:prstClr val="black"/>
                </a:solidFill>
                <a:effectLst/>
                <a:uLnTx/>
                <a:uFillTx/>
                <a:latin typeface="Arial"/>
                <a:ea typeface="+mn-ea"/>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a:t>
            </a:r>
            <a:r>
              <a:rPr kumimoji="0" lang="en-US" sz="1200" b="0" i="0" u="none" strike="noStrike" kern="0" cap="none" spc="0" normalizeH="0" baseline="0" noProof="0" dirty="0">
                <a:ln>
                  <a:noFill/>
                </a:ln>
                <a:solidFill>
                  <a:prstClr val="black"/>
                </a:solidFill>
                <a:effectLst/>
                <a:uLnTx/>
                <a:uFillTx/>
                <a:latin typeface="Arial"/>
                <a:ea typeface="+mn-ea"/>
                <a:cs typeface="Arial"/>
                <a:sym typeface="Arial"/>
              </a:rPr>
              <a:t> Cogna Educação</a:t>
            </a:r>
            <a:endParaRPr kumimoji="0" lang="en-US" sz="1200" b="0" i="0" u="none" strike="noStrike" kern="0" cap="none" spc="0" normalizeH="0" baseline="0" noProof="0" dirty="0">
              <a:ln>
                <a:noFill/>
              </a:ln>
              <a:solidFill>
                <a:prstClr val="black"/>
              </a:solidFill>
              <a:effectLst/>
              <a:uLnTx/>
              <a:uFillTx/>
              <a:latin typeface="Arial"/>
              <a:ea typeface="+mn-ea"/>
              <a:cs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494345"/>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49097"/>
            <a:ext cx="5968375" cy="21544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kumimoji="0" lang="en-US" sz="800" b="0" i="0" u="none" strike="noStrike" kern="1200" cap="none" spc="0" normalizeH="0" baseline="0" noProof="0" dirty="0">
                <a:ln>
                  <a:noFill/>
                </a:ln>
                <a:solidFill>
                  <a:prstClr val="white"/>
                </a:solidFill>
                <a:effectLst/>
                <a:uLnTx/>
                <a:uFillTx/>
                <a:latin typeface="Arial" panose="020B0604020202020204"/>
                <a:ea typeface="+mn-lt"/>
                <a:cs typeface="Arial" panose="020B0604020202020204"/>
              </a:rPr>
              <a:t>Cogna Educação, Belo Horizonte, Brazil</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E3EFB814-7A18-4B08-7C12-5FAC4590F980}"/>
              </a:ext>
            </a:extLst>
          </p:cNvPr>
          <p:cNvSpPr/>
          <p:nvPr/>
        </p:nvSpPr>
        <p:spPr>
          <a:xfrm>
            <a:off x="456787" y="4830677"/>
            <a:ext cx="2221992" cy="1046440"/>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457200" rtl="0" eaLnBrk="1" fontAlgn="auto" latinLnBrk="0" hangingPunct="1">
              <a:lnSpc>
                <a:spcPct val="100000"/>
              </a:lnSpc>
              <a:spcBef>
                <a:spcPts val="1200"/>
              </a:spcBef>
              <a:spcAft>
                <a:spcPts val="0"/>
              </a:spcAft>
              <a:buClr>
                <a:srgbClr val="FFFFFF"/>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Generative AI</a:t>
            </a:r>
            <a:endParaRPr kumimoji="0" lang="en-US" sz="1200" b="0" i="0" u="none" strike="noStrike" kern="0" cap="none" spc="0" normalizeH="0" baseline="0" noProof="0" dirty="0">
              <a:ln>
                <a:noFill/>
              </a:ln>
              <a:solidFill>
                <a:prstClr val="white"/>
              </a:solidFill>
              <a:effectLst/>
              <a:uLnTx/>
              <a:uFillTx/>
              <a:latin typeface="Arial"/>
              <a:ea typeface="+mn-ea"/>
              <a:cs typeface="Arial"/>
            </a:endParaRPr>
          </a:p>
          <a:p>
            <a:pPr marL="171450" marR="0" lvl="0" indent="-171450" algn="l" defTabSz="457200" rtl="0" eaLnBrk="1" fontAlgn="auto" latinLnBrk="0" hangingPunct="1">
              <a:lnSpc>
                <a:spcPct val="100000"/>
              </a:lnSpc>
              <a:spcBef>
                <a:spcPts val="1200"/>
              </a:spcBef>
              <a:spcAft>
                <a:spcPts val="0"/>
              </a:spcAft>
              <a:buClr>
                <a:srgbClr val="FFFFFF"/>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rPr>
              <a:t>Large Language Models (LLM)</a:t>
            </a:r>
          </a:p>
          <a:p>
            <a:pPr marL="171450" marR="0" lvl="0" indent="-171450" algn="l" defTabSz="457200" rtl="0" eaLnBrk="1" fontAlgn="auto" latinLnBrk="0" hangingPunct="1">
              <a:lnSpc>
                <a:spcPct val="100000"/>
              </a:lnSpc>
              <a:spcBef>
                <a:spcPts val="1200"/>
              </a:spcBef>
              <a:spcAft>
                <a:spcPts val="0"/>
              </a:spcAft>
              <a:buClr>
                <a:srgbClr val="FFFFFF"/>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rPr>
              <a:t>Hyperautomation</a:t>
            </a:r>
          </a:p>
        </p:txBody>
      </p:sp>
      <p:sp>
        <p:nvSpPr>
          <p:cNvPr id="25" name="Rectangle 24">
            <a:extLst>
              <a:ext uri="{FF2B5EF4-FFF2-40B4-BE49-F238E27FC236}">
                <a16:creationId xmlns:a16="http://schemas.microsoft.com/office/drawing/2014/main" id="{FA7E23CE-6C12-EFBE-B5A9-A68E41B869A8}"/>
              </a:ext>
            </a:extLst>
          </p:cNvPr>
          <p:cNvSpPr/>
          <p:nvPr/>
        </p:nvSpPr>
        <p:spPr>
          <a:xfrm>
            <a:off x="3248100" y="4923754"/>
            <a:ext cx="3329949" cy="523220"/>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457200" rtl="0" eaLnBrk="1" fontAlgn="auto" latinLnBrk="0" hangingPunct="1">
              <a:lnSpc>
                <a:spcPct val="100000"/>
              </a:lnSpc>
              <a:spcBef>
                <a:spcPts val="1200"/>
              </a:spcBef>
              <a:spcAft>
                <a:spcPts val="0"/>
              </a:spcAft>
              <a:buClr>
                <a:srgbClr val="FFFFFF"/>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rPr>
              <a:t>Computer vision</a:t>
            </a:r>
          </a:p>
          <a:p>
            <a:pPr marL="171450" marR="0" lvl="0" indent="-171450" algn="l" defTabSz="457200" rtl="0" eaLnBrk="1" fontAlgn="auto" latinLnBrk="0" hangingPunct="1">
              <a:lnSpc>
                <a:spcPct val="100000"/>
              </a:lnSpc>
              <a:spcBef>
                <a:spcPts val="1200"/>
              </a:spcBef>
              <a:spcAft>
                <a:spcPts val="0"/>
              </a:spcAft>
              <a:buClr>
                <a:srgbClr val="FFFFFF"/>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rPr>
              <a:t>Administrative systems</a:t>
            </a:r>
          </a:p>
        </p:txBody>
      </p:sp>
      <p:sp>
        <p:nvSpPr>
          <p:cNvPr id="26" name="TextBox 25">
            <a:extLst>
              <a:ext uri="{FF2B5EF4-FFF2-40B4-BE49-F238E27FC236}">
                <a16:creationId xmlns:a16="http://schemas.microsoft.com/office/drawing/2014/main" id="{0AB6A2AB-163F-1571-1BAA-236DB792AEDF}"/>
              </a:ext>
            </a:extLst>
          </p:cNvPr>
          <p:cNvSpPr txBox="1"/>
          <p:nvPr/>
        </p:nvSpPr>
        <p:spPr>
          <a:xfrm>
            <a:off x="456787" y="2637129"/>
            <a:ext cx="6250323" cy="1492716"/>
          </a:xfrm>
          <a:prstGeom prst="rect">
            <a:avLst/>
          </a:prstGeom>
          <a:noFill/>
        </p:spPr>
        <p:txBody>
          <a:bodyPr wrap="square" lIns="0" tIns="45720" rIns="0" bIns="45720" rtlCol="0" anchor="t">
            <a:spAutoFit/>
          </a:bodyPr>
          <a:lstStyle/>
          <a:p>
            <a:pPr marL="0" marR="0" lvl="0" indent="0" algn="just"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marL="0" marR="0" lvl="0" indent="0" algn="just"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Arial"/>
              </a:rPr>
              <a:t>Cogna created a model that uses OCR and GPT to automate the extraction and verification of data from large volumes of data. The system also employs statistical methods to measure the accuracy of information and uses thresholds to highlight discrepancies, allowing operators to quickly confirm the authenticity and accuracy of documents. Operators handling document validations can now quickly locate and read documents with handwritten historical school records.</a:t>
            </a:r>
          </a:p>
        </p:txBody>
      </p:sp>
      <p:cxnSp>
        <p:nvCxnSpPr>
          <p:cNvPr id="2" name="Straight Connector 1">
            <a:extLst>
              <a:ext uri="{FF2B5EF4-FFF2-40B4-BE49-F238E27FC236}">
                <a16:creationId xmlns:a16="http://schemas.microsoft.com/office/drawing/2014/main" id="{5A0E706B-CA39-B189-ED9F-89E87484660D}"/>
              </a:ext>
            </a:extLst>
          </p:cNvPr>
          <p:cNvCxnSpPr>
            <a:cxnSpLocks/>
          </p:cNvCxnSpPr>
          <p:nvPr/>
        </p:nvCxnSpPr>
        <p:spPr>
          <a:xfrm>
            <a:off x="456787" y="2921838"/>
            <a:ext cx="6007564" cy="0"/>
          </a:xfrm>
          <a:prstGeom prst="line">
            <a:avLst/>
          </a:prstGeom>
          <a:noFill/>
          <a:ln w="12700" cap="flat" cmpd="sng">
            <a:solidFill>
              <a:srgbClr val="6F7878"/>
            </a:solidFill>
            <a:prstDash val="solid"/>
            <a:round/>
            <a:headEnd type="none" w="lg" len="med"/>
            <a:tailEnd type="none" w="lg" len="med"/>
          </a:ln>
        </p:spPr>
      </p:cxnSp>
      <p:pic>
        <p:nvPicPr>
          <p:cNvPr id="8" name="Picture 7" descr="A blue clock with a black background&#10;&#10;Description automatically generated">
            <a:extLst>
              <a:ext uri="{FF2B5EF4-FFF2-40B4-BE49-F238E27FC236}">
                <a16:creationId xmlns:a16="http://schemas.microsoft.com/office/drawing/2014/main" id="{4C5B6C1F-46DF-BA70-0921-C4E489674ADB}"/>
              </a:ext>
            </a:extLst>
          </p:cNvPr>
          <p:cNvPicPr>
            <a:picLocks noChangeAspect="1"/>
          </p:cNvPicPr>
          <p:nvPr/>
        </p:nvPicPr>
        <p:blipFill>
          <a:blip r:embed="rId10"/>
          <a:stretch>
            <a:fillRect/>
          </a:stretch>
        </p:blipFill>
        <p:spPr>
          <a:xfrm>
            <a:off x="11299844" y="1713991"/>
            <a:ext cx="365760" cy="358588"/>
          </a:xfrm>
          <a:prstGeom prst="rect">
            <a:avLst/>
          </a:prstGeom>
        </p:spPr>
      </p:pic>
      <p:pic>
        <p:nvPicPr>
          <p:cNvPr id="23" name="Picture 22" descr="A blue gears on a black background&#10;&#10;Description automatically generated">
            <a:extLst>
              <a:ext uri="{FF2B5EF4-FFF2-40B4-BE49-F238E27FC236}">
                <a16:creationId xmlns:a16="http://schemas.microsoft.com/office/drawing/2014/main" id="{3FC9964F-79C8-F0C7-D2E4-741DE1BFAA0E}"/>
              </a:ext>
            </a:extLst>
          </p:cNvPr>
          <p:cNvPicPr>
            <a:picLocks noChangeAspect="1"/>
          </p:cNvPicPr>
          <p:nvPr/>
        </p:nvPicPr>
        <p:blipFill>
          <a:blip r:embed="rId11"/>
          <a:stretch>
            <a:fillRect/>
          </a:stretch>
        </p:blipFill>
        <p:spPr>
          <a:xfrm>
            <a:off x="11299844" y="2458021"/>
            <a:ext cx="365760" cy="343593"/>
          </a:xfrm>
          <a:prstGeom prst="rect">
            <a:avLst/>
          </a:prstGeom>
        </p:spPr>
      </p:pic>
      <p:pic>
        <p:nvPicPr>
          <p:cNvPr id="12" name="Picture 11" descr="A logo with black letters and purple dots&#10;&#10;Description automatically generated">
            <a:extLst>
              <a:ext uri="{FF2B5EF4-FFF2-40B4-BE49-F238E27FC236}">
                <a16:creationId xmlns:a16="http://schemas.microsoft.com/office/drawing/2014/main" id="{745121F9-CBD2-E574-6DE4-3FCD359629B3}"/>
              </a:ext>
            </a:extLst>
          </p:cNvPr>
          <p:cNvPicPr>
            <a:picLocks noChangeAspect="1"/>
          </p:cNvPicPr>
          <p:nvPr/>
        </p:nvPicPr>
        <p:blipFill>
          <a:blip r:embed="rId12"/>
          <a:stretch>
            <a:fillRect/>
          </a:stretch>
        </p:blipFill>
        <p:spPr>
          <a:xfrm>
            <a:off x="10430827" y="228993"/>
            <a:ext cx="1400175" cy="590550"/>
          </a:xfrm>
          <a:prstGeom prst="rect">
            <a:avLst/>
          </a:prstGeom>
        </p:spPr>
      </p:pic>
      <p:sp>
        <p:nvSpPr>
          <p:cNvPr id="4" name="TextBox 3">
            <a:extLst>
              <a:ext uri="{FF2B5EF4-FFF2-40B4-BE49-F238E27FC236}">
                <a16:creationId xmlns:a16="http://schemas.microsoft.com/office/drawing/2014/main" id="{215AB5EA-7EEB-675B-8088-EF61148E27B7}"/>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20</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17151704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AI Analytics Accelerator</a:t>
            </a:r>
            <a:endParaRPr lang="en-US" dirty="0">
              <a:solidFill>
                <a:schemeClr val="bg1"/>
              </a:solidFill>
            </a:endParaRPr>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55839"/>
            <a:ext cx="2983746" cy="492443"/>
          </a:xfrm>
          <a:prstGeom prst="rect">
            <a:avLst/>
          </a:prstGeom>
          <a:noFill/>
        </p:spPr>
        <p:txBody>
          <a:bodyPr wrap="square" lIns="91440" tIns="0" rIns="91440" bIns="0" rtlCol="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540A"/>
                </a:solidFill>
                <a:effectLst/>
                <a:uLnTx/>
                <a:uFillTx/>
                <a:latin typeface="Arial" panose="020B0604020202020204"/>
                <a:ea typeface="+mn-lt"/>
                <a:cs typeface="Arial" panose="020B0604020202020204"/>
                <a:sym typeface="Arial"/>
              </a:rPr>
              <a:t>Florida State University</a:t>
            </a: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540A"/>
                </a:solidFill>
                <a:effectLst/>
                <a:uLnTx/>
                <a:uFillTx/>
                <a:latin typeface="Arial" panose="020B0604020202020204"/>
                <a:ea typeface="+mn-lt"/>
                <a:cs typeface="Arial" panose="020B0604020202020204"/>
                <a:sym typeface="Arial"/>
              </a:rPr>
              <a:t>Tallahassee, United States</a:t>
            </a:r>
            <a:endParaRPr kumimoji="0" lang="en-US" sz="1800" b="1" i="0" u="none" strike="noStrike" kern="1200" cap="none" spc="0" normalizeH="0" baseline="0" noProof="0" dirty="0">
              <a:ln>
                <a:noFill/>
              </a:ln>
              <a:solidFill>
                <a:prstClr val="black"/>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74089" y="1081863"/>
            <a:ext cx="6013682" cy="1492716"/>
            <a:chOff x="457200" y="1155901"/>
            <a:chExt cx="6013682" cy="1492716"/>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lt"/>
                  <a:cs typeface="Arial" panose="020B0604020202020204"/>
                </a:rPr>
                <a:t>Florida State University (FSU) sought innovative ways to identify and support 4% of students who may be struggling with engagement. Teams from the Office of Information Technology Services, the Office of Institutional Research and the Office of the Provost collaborated to consolidate disparate data sources. The </a:t>
              </a:r>
              <a:r>
                <a:rPr kumimoji="0" lang="en-US" sz="1200" b="0" i="0" u="none" strike="noStrike" kern="1200" cap="none" spc="0" normalizeH="0" baseline="0" noProof="0" dirty="0">
                  <a:ln>
                    <a:noFill/>
                  </a:ln>
                  <a:solidFill>
                    <a:srgbClr val="FFFFFF"/>
                  </a:solidFill>
                  <a:effectLst/>
                  <a:uLnTx/>
                  <a:uFillTx/>
                  <a:latin typeface="Arial" panose="020B0604020202020204"/>
                  <a:ea typeface="+mn-lt"/>
                  <a:cs typeface="Arial" panose="020B0604020202020204"/>
                </a:rPr>
                <a:t>vast amount of data presented a challenge for data scientists, ultimately leading to the integration of AI to efficiently manage and analyze this critical information.</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843607"/>
            <a:ext cx="6121262" cy="1492716"/>
            <a:chOff x="457200" y="1155901"/>
            <a:chExt cx="6121262" cy="1492716"/>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lt"/>
                  <a:cs typeface="Arial" panose="020B0604020202020204"/>
                </a:rPr>
                <a:t>FSU's AI-driven data analysis platform enables student success management by aggregating and analyzing data from various sources, identifying key success patterns like early enrollment in 2000-level courses. Using ML, NLP and predictive analytics, the platform enhances academic advising and real-time decision-making capabilities with targeted support and data-driven decisions, improving retention and enabling accurate interventions for at-risk students.</a:t>
              </a: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42122" y="105913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49035"/>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2031325"/>
            <a:chOff x="457200" y="4291325"/>
            <a:chExt cx="4631595" cy="2031325"/>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2031325"/>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marR="0" lvl="0" indent="-182880" algn="l" defTabSz="457200" rtl="0" eaLnBrk="1" fontAlgn="auto" latinLnBrk="0" hangingPunct="1">
                <a:lnSpc>
                  <a:spcPct val="100000"/>
                </a:lnSpc>
                <a:spcBef>
                  <a:spcPts val="2400"/>
                </a:spcBef>
                <a:spcAft>
                  <a:spcPts val="0"/>
                </a:spcAft>
                <a:buClrTx/>
                <a:buSzTx/>
                <a:buFont typeface="Wingdings" panose="05000000000000000000" pitchFamily="2" charset="2"/>
                <a:buChar char="Ø"/>
                <a:tabLst/>
                <a:defRPr/>
              </a:pPr>
              <a:r>
                <a:rPr kumimoji="0" lang="en-US" sz="1200" b="1" i="0" u="none" strike="noStrike" kern="1200" cap="none" spc="0" normalizeH="0" baseline="0" noProof="0" dirty="0">
                  <a:ln>
                    <a:noFill/>
                  </a:ln>
                  <a:solidFill>
                    <a:prstClr val="black"/>
                  </a:solidFill>
                  <a:effectLst/>
                  <a:uLnTx/>
                  <a:uFillTx/>
                  <a:latin typeface="Arial" panose="020B0604020202020204"/>
                  <a:ea typeface="+mn-lt"/>
                  <a:cs typeface="Arial" panose="020B0604020202020204"/>
                </a:rPr>
                <a:t>Immediate action and personalized support: </a:t>
              </a:r>
              <a:r>
                <a:rPr kumimoji="0" lang="en-US" sz="1200" b="0" i="0" u="none" strike="noStrike" kern="1200" cap="none" spc="0" normalizeH="0" baseline="0" noProof="0" dirty="0">
                  <a:ln>
                    <a:noFill/>
                  </a:ln>
                  <a:solidFill>
                    <a:prstClr val="black"/>
                  </a:solidFill>
                  <a:effectLst/>
                  <a:uLnTx/>
                  <a:uFillTx/>
                  <a:latin typeface="Arial" panose="020B0604020202020204"/>
                  <a:ea typeface="+mn-lt"/>
                  <a:cs typeface="Arial" panose="020B0604020202020204"/>
                </a:rPr>
                <a:t>The platform processes data in minutes, enabling immediate action to improve student success and retention.</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182880" marR="0" lvl="0" indent="-182880" algn="l" defTabSz="457200" rtl="0" eaLnBrk="1" fontAlgn="auto" latinLnBrk="0" hangingPunct="1">
                <a:lnSpc>
                  <a:spcPct val="100000"/>
                </a:lnSpc>
                <a:spcBef>
                  <a:spcPts val="2400"/>
                </a:spcBef>
                <a:spcAft>
                  <a:spcPts val="0"/>
                </a:spcAft>
                <a:buClrTx/>
                <a:buSzTx/>
                <a:buFont typeface="Wingdings" panose="05000000000000000000" pitchFamily="2" charset="2"/>
                <a:buChar char="Ø"/>
                <a:tabLst/>
                <a:defRPr/>
              </a:pPr>
              <a:r>
                <a:rPr kumimoji="0" lang="en-US" sz="1200" b="1" i="0" u="none" strike="noStrike" kern="1200" cap="none" spc="0" normalizeH="0" baseline="0" noProof="0" dirty="0">
                  <a:ln>
                    <a:noFill/>
                  </a:ln>
                  <a:solidFill>
                    <a:prstClr val="black"/>
                  </a:solidFill>
                  <a:effectLst/>
                  <a:uLnTx/>
                  <a:uFillTx/>
                  <a:latin typeface="Arial" panose="020B0604020202020204"/>
                  <a:ea typeface="+mn-lt"/>
                  <a:cs typeface="Arial" panose="020B0604020202020204"/>
                </a:rPr>
                <a:t>Enhanced staff effectiveness:</a:t>
              </a:r>
              <a:r>
                <a:rPr kumimoji="0" lang="en-US" sz="1200" b="0" i="0" u="none" strike="noStrike" kern="1200" cap="none" spc="0" normalizeH="0" baseline="0" noProof="0" dirty="0">
                  <a:ln>
                    <a:noFill/>
                  </a:ln>
                  <a:solidFill>
                    <a:prstClr val="black"/>
                  </a:solidFill>
                  <a:effectLst/>
                  <a:uLnTx/>
                  <a:uFillTx/>
                  <a:latin typeface="Arial" panose="020B0604020202020204"/>
                  <a:ea typeface="+mn-lt"/>
                  <a:cs typeface="Arial" panose="020B0604020202020204"/>
                </a:rPr>
                <a:t> Advisors and administrators gain a powerful tool, transforming slow, labor-intensive methods into rapid, accurate insights.</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marL="0" marR="0" lvl="0" indent="0" algn="l" defTabSz="457200" rtl="0" eaLnBrk="1" fontAlgn="auto" latinLnBrk="0" hangingPunct="1">
              <a:lnSpc>
                <a:spcPct val="100000"/>
              </a:lnSpc>
              <a:spcBef>
                <a:spcPts val="0"/>
              </a:spcBef>
              <a:spcAft>
                <a:spcPts val="0"/>
              </a:spcAft>
              <a:buClr>
                <a:srgbClr val="000000"/>
              </a:buClr>
              <a:buSzTx/>
              <a:buFontTx/>
              <a:buNone/>
              <a:tabLst/>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rPr>
              <a:t>Our AI-powered platforms have revolutionized tasks that once took data scientists a week. Now, we are completing those same requests in minutes, enabling us to make faster and more informed data-driven decisions.</a:t>
            </a:r>
            <a:r>
              <a:rPr kumimoji="0" lang="en-US" sz="1200" b="0" i="1"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lvl="0" algn="r">
              <a:buClr>
                <a:srgbClr val="000000"/>
              </a:buClr>
              <a:defRPr/>
            </a:pPr>
            <a:br>
              <a:rPr kumimoji="0" lang="en-US" sz="1200" b="0" i="0" u="none" strike="noStrike" kern="0" cap="none" spc="0" normalizeH="0" baseline="0" noProof="0" dirty="0">
                <a:ln>
                  <a:noFill/>
                </a:ln>
                <a:solidFill>
                  <a:prstClr val="black"/>
                </a:solidFill>
                <a:effectLst/>
                <a:uLnTx/>
                <a:uFillTx/>
                <a:latin typeface="Arial"/>
                <a:ea typeface="+mn-ea"/>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kumimoji="0" lang="en-US" sz="1200" b="0" i="0" u="none" strike="noStrike" kern="0" cap="none" spc="0" normalizeH="0" baseline="0" noProof="0" dirty="0">
                <a:ln>
                  <a:noFill/>
                </a:ln>
                <a:solidFill>
                  <a:srgbClr val="000000"/>
                </a:solidFill>
                <a:effectLst/>
                <a:uLnTx/>
                <a:uFillTx/>
                <a:latin typeface="Arial" panose="020B0604020202020204"/>
                <a:ea typeface="+mn-lt"/>
                <a:cs typeface="Arial" panose="020B0604020202020204"/>
                <a:sym typeface="Arial"/>
              </a:rPr>
              <a:t>Florida State University</a:t>
            </a:r>
            <a:endParaRPr kumimoji="0" lang="en-US" sz="1200" b="0" i="0" u="none" strike="noStrike" kern="0" cap="none" spc="0" normalizeH="0" baseline="0" noProof="0" dirty="0">
              <a:ln>
                <a:noFill/>
              </a:ln>
              <a:solidFill>
                <a:srgbClr val="000000"/>
              </a:solidFill>
              <a:effectLst/>
              <a:uLnTx/>
              <a:uFillTx/>
              <a:latin typeface="Arial" panose="020B0604020202020204"/>
              <a:ea typeface="+mn-lt"/>
              <a:cs typeface="Arial" panose="020B0604020202020204"/>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315903" y="4442551"/>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531943" y="6073456"/>
            <a:ext cx="6121262" cy="21544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Florida State University, Tallahassee, United States</a:t>
            </a:r>
          </a:p>
        </p:txBody>
      </p:sp>
      <p:sp>
        <p:nvSpPr>
          <p:cNvPr id="24" name="Rectangle 23">
            <a:extLst>
              <a:ext uri="{FF2B5EF4-FFF2-40B4-BE49-F238E27FC236}">
                <a16:creationId xmlns:a16="http://schemas.microsoft.com/office/drawing/2014/main" id="{42AEB67B-A9FB-8741-DCBB-B274280CF306}"/>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Portals</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rPr>
              <a:t>Visualization</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endParaRPr kumimoji="0" lang="en-US" sz="1200" b="0" i="0" u="none" strike="noStrike" kern="0" cap="none" spc="0" normalizeH="0" baseline="0" noProof="0" dirty="0">
              <a:ln>
                <a:noFill/>
              </a:ln>
              <a:solidFill>
                <a:prstClr val="white"/>
              </a:solidFill>
              <a:effectLst/>
              <a:uLnTx/>
              <a:uFillTx/>
              <a:latin typeface="Arial"/>
              <a:ea typeface="+mn-ea"/>
              <a:cs typeface="Arial"/>
            </a:endParaRPr>
          </a:p>
        </p:txBody>
      </p:sp>
      <p:sp>
        <p:nvSpPr>
          <p:cNvPr id="26" name="Rectangle 25">
            <a:extLst>
              <a:ext uri="{FF2B5EF4-FFF2-40B4-BE49-F238E27FC236}">
                <a16:creationId xmlns:a16="http://schemas.microsoft.com/office/drawing/2014/main" id="{C169A4EF-1044-9BA3-624C-88406B14CE5D}"/>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Artificial Intelligence (AI)</a:t>
            </a:r>
          </a:p>
          <a:p>
            <a:pPr marL="171450" marR="0" lvl="0" indent="-171450" algn="l" defTabSz="4572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rPr>
              <a:t>Data and analytics</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rPr>
              <a:t>Hyperautomation</a:t>
            </a:r>
          </a:p>
        </p:txBody>
      </p:sp>
      <p:sp>
        <p:nvSpPr>
          <p:cNvPr id="12" name="Freeform: Shape 11">
            <a:extLst>
              <a:ext uri="{FF2B5EF4-FFF2-40B4-BE49-F238E27FC236}">
                <a16:creationId xmlns:a16="http://schemas.microsoft.com/office/drawing/2014/main" id="{D6A01BBC-4D1D-3916-0FE3-FBECBAA0D4AF}"/>
              </a:ext>
            </a:extLst>
          </p:cNvPr>
          <p:cNvSpPr/>
          <p:nvPr/>
        </p:nvSpPr>
        <p:spPr>
          <a:xfrm>
            <a:off x="11412106" y="1702536"/>
            <a:ext cx="447675" cy="400050"/>
          </a:xfrm>
          <a:custGeom>
            <a:avLst/>
            <a:gdLst>
              <a:gd name="connsiteX0" fmla="*/ 366998 w 447675"/>
              <a:gd name="connsiteY0" fmla="*/ 278606 h 400050"/>
              <a:gd name="connsiteX1" fmla="*/ 407194 w 447675"/>
              <a:gd name="connsiteY1" fmla="*/ 204787 h 400050"/>
              <a:gd name="connsiteX2" fmla="*/ 319088 w 447675"/>
              <a:gd name="connsiteY2" fmla="*/ 116681 h 400050"/>
              <a:gd name="connsiteX3" fmla="*/ 238601 w 447675"/>
              <a:gd name="connsiteY3" fmla="*/ 169069 h 400050"/>
              <a:gd name="connsiteX4" fmla="*/ 186023 w 447675"/>
              <a:gd name="connsiteY4" fmla="*/ 169069 h 400050"/>
              <a:gd name="connsiteX5" fmla="*/ 226219 w 447675"/>
              <a:gd name="connsiteY5" fmla="*/ 95250 h 400050"/>
              <a:gd name="connsiteX6" fmla="*/ 138113 w 447675"/>
              <a:gd name="connsiteY6" fmla="*/ 7144 h 400050"/>
              <a:gd name="connsiteX7" fmla="*/ 50006 w 447675"/>
              <a:gd name="connsiteY7" fmla="*/ 95250 h 400050"/>
              <a:gd name="connsiteX8" fmla="*/ 90202 w 447675"/>
              <a:gd name="connsiteY8" fmla="*/ 169069 h 400050"/>
              <a:gd name="connsiteX9" fmla="*/ 7144 w 447675"/>
              <a:gd name="connsiteY9" fmla="*/ 169069 h 400050"/>
              <a:gd name="connsiteX10" fmla="*/ 7144 w 447675"/>
              <a:gd name="connsiteY10" fmla="*/ 342900 h 400050"/>
              <a:gd name="connsiteX11" fmla="*/ 40481 w 447675"/>
              <a:gd name="connsiteY11" fmla="*/ 342900 h 400050"/>
              <a:gd name="connsiteX12" fmla="*/ 40481 w 447675"/>
              <a:gd name="connsiteY12" fmla="*/ 202406 h 400050"/>
              <a:gd name="connsiteX13" fmla="*/ 231077 w 447675"/>
              <a:gd name="connsiteY13" fmla="*/ 202406 h 400050"/>
              <a:gd name="connsiteX14" fmla="*/ 230981 w 447675"/>
              <a:gd name="connsiteY14" fmla="*/ 204787 h 400050"/>
              <a:gd name="connsiteX15" fmla="*/ 271177 w 447675"/>
              <a:gd name="connsiteY15" fmla="*/ 278606 h 400050"/>
              <a:gd name="connsiteX16" fmla="*/ 197644 w 447675"/>
              <a:gd name="connsiteY16" fmla="*/ 278606 h 400050"/>
              <a:gd name="connsiteX17" fmla="*/ 197644 w 447675"/>
              <a:gd name="connsiteY17" fmla="*/ 400050 h 400050"/>
              <a:gd name="connsiteX18" fmla="*/ 230981 w 447675"/>
              <a:gd name="connsiteY18" fmla="*/ 400050 h 400050"/>
              <a:gd name="connsiteX19" fmla="*/ 230981 w 447675"/>
              <a:gd name="connsiteY19" fmla="*/ 311944 h 400050"/>
              <a:gd name="connsiteX20" fmla="*/ 407194 w 447675"/>
              <a:gd name="connsiteY20" fmla="*/ 311944 h 400050"/>
              <a:gd name="connsiteX21" fmla="*/ 407194 w 447675"/>
              <a:gd name="connsiteY21" fmla="*/ 400050 h 400050"/>
              <a:gd name="connsiteX22" fmla="*/ 440531 w 447675"/>
              <a:gd name="connsiteY22" fmla="*/ 400050 h 400050"/>
              <a:gd name="connsiteX23" fmla="*/ 440531 w 447675"/>
              <a:gd name="connsiteY23" fmla="*/ 278606 h 400050"/>
              <a:gd name="connsiteX24" fmla="*/ 366998 w 447675"/>
              <a:gd name="connsiteY24" fmla="*/ 278606 h 400050"/>
              <a:gd name="connsiteX25" fmla="*/ 138113 w 447675"/>
              <a:gd name="connsiteY25" fmla="*/ 40481 h 400050"/>
              <a:gd name="connsiteX26" fmla="*/ 192881 w 447675"/>
              <a:gd name="connsiteY26" fmla="*/ 95250 h 400050"/>
              <a:gd name="connsiteX27" fmla="*/ 138113 w 447675"/>
              <a:gd name="connsiteY27" fmla="*/ 150019 h 400050"/>
              <a:gd name="connsiteX28" fmla="*/ 83344 w 447675"/>
              <a:gd name="connsiteY28" fmla="*/ 95250 h 400050"/>
              <a:gd name="connsiteX29" fmla="*/ 138113 w 447675"/>
              <a:gd name="connsiteY29" fmla="*/ 40481 h 400050"/>
              <a:gd name="connsiteX30" fmla="*/ 319088 w 447675"/>
              <a:gd name="connsiteY30" fmla="*/ 150019 h 400050"/>
              <a:gd name="connsiteX31" fmla="*/ 373856 w 447675"/>
              <a:gd name="connsiteY31" fmla="*/ 204787 h 400050"/>
              <a:gd name="connsiteX32" fmla="*/ 319088 w 447675"/>
              <a:gd name="connsiteY32" fmla="*/ 259556 h 400050"/>
              <a:gd name="connsiteX33" fmla="*/ 264319 w 447675"/>
              <a:gd name="connsiteY33" fmla="*/ 204787 h 400050"/>
              <a:gd name="connsiteX34" fmla="*/ 319088 w 447675"/>
              <a:gd name="connsiteY34" fmla="*/ 150019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47675" h="400050">
                <a:moveTo>
                  <a:pt x="366998" y="278606"/>
                </a:moveTo>
                <a:cubicBezTo>
                  <a:pt x="391096" y="262890"/>
                  <a:pt x="407194" y="235649"/>
                  <a:pt x="407194" y="204787"/>
                </a:cubicBezTo>
                <a:cubicBezTo>
                  <a:pt x="407194" y="156210"/>
                  <a:pt x="367665" y="116681"/>
                  <a:pt x="319088" y="116681"/>
                </a:cubicBezTo>
                <a:cubicBezTo>
                  <a:pt x="283178" y="116681"/>
                  <a:pt x="252317" y="138208"/>
                  <a:pt x="238601" y="169069"/>
                </a:cubicBezTo>
                <a:lnTo>
                  <a:pt x="186023" y="169069"/>
                </a:lnTo>
                <a:cubicBezTo>
                  <a:pt x="210122" y="153353"/>
                  <a:pt x="226219" y="126111"/>
                  <a:pt x="226219" y="95250"/>
                </a:cubicBezTo>
                <a:cubicBezTo>
                  <a:pt x="226219" y="46672"/>
                  <a:pt x="186690" y="7144"/>
                  <a:pt x="138113" y="7144"/>
                </a:cubicBezTo>
                <a:cubicBezTo>
                  <a:pt x="89535" y="7144"/>
                  <a:pt x="50006" y="46672"/>
                  <a:pt x="50006" y="95250"/>
                </a:cubicBezTo>
                <a:cubicBezTo>
                  <a:pt x="50006" y="126111"/>
                  <a:pt x="66008" y="153353"/>
                  <a:pt x="90202" y="169069"/>
                </a:cubicBezTo>
                <a:lnTo>
                  <a:pt x="7144" y="169069"/>
                </a:lnTo>
                <a:lnTo>
                  <a:pt x="7144" y="342900"/>
                </a:lnTo>
                <a:lnTo>
                  <a:pt x="40481" y="342900"/>
                </a:lnTo>
                <a:lnTo>
                  <a:pt x="40481" y="202406"/>
                </a:lnTo>
                <a:lnTo>
                  <a:pt x="231077" y="202406"/>
                </a:lnTo>
                <a:cubicBezTo>
                  <a:pt x="231077" y="203168"/>
                  <a:pt x="230981" y="204025"/>
                  <a:pt x="230981" y="204787"/>
                </a:cubicBezTo>
                <a:cubicBezTo>
                  <a:pt x="230981" y="235649"/>
                  <a:pt x="246983" y="262890"/>
                  <a:pt x="271177" y="278606"/>
                </a:cubicBezTo>
                <a:lnTo>
                  <a:pt x="197644" y="278606"/>
                </a:lnTo>
                <a:lnTo>
                  <a:pt x="197644" y="400050"/>
                </a:lnTo>
                <a:lnTo>
                  <a:pt x="230981" y="400050"/>
                </a:lnTo>
                <a:lnTo>
                  <a:pt x="230981" y="311944"/>
                </a:lnTo>
                <a:lnTo>
                  <a:pt x="407194" y="311944"/>
                </a:lnTo>
                <a:lnTo>
                  <a:pt x="407194" y="400050"/>
                </a:lnTo>
                <a:lnTo>
                  <a:pt x="440531" y="400050"/>
                </a:lnTo>
                <a:lnTo>
                  <a:pt x="440531" y="278606"/>
                </a:lnTo>
                <a:lnTo>
                  <a:pt x="366998" y="278606"/>
                </a:lnTo>
                <a:close/>
                <a:moveTo>
                  <a:pt x="138113" y="40481"/>
                </a:moveTo>
                <a:cubicBezTo>
                  <a:pt x="168307" y="40481"/>
                  <a:pt x="192881" y="65056"/>
                  <a:pt x="192881" y="95250"/>
                </a:cubicBezTo>
                <a:cubicBezTo>
                  <a:pt x="192881" y="125444"/>
                  <a:pt x="168307" y="150019"/>
                  <a:pt x="138113" y="150019"/>
                </a:cubicBezTo>
                <a:cubicBezTo>
                  <a:pt x="107918" y="150019"/>
                  <a:pt x="83344" y="125444"/>
                  <a:pt x="83344" y="95250"/>
                </a:cubicBezTo>
                <a:cubicBezTo>
                  <a:pt x="83344" y="65056"/>
                  <a:pt x="107918" y="40481"/>
                  <a:pt x="138113" y="40481"/>
                </a:cubicBezTo>
                <a:close/>
                <a:moveTo>
                  <a:pt x="319088" y="150019"/>
                </a:moveTo>
                <a:cubicBezTo>
                  <a:pt x="349282" y="150019"/>
                  <a:pt x="373856" y="174593"/>
                  <a:pt x="373856" y="204787"/>
                </a:cubicBezTo>
                <a:cubicBezTo>
                  <a:pt x="373856" y="234982"/>
                  <a:pt x="349282" y="259556"/>
                  <a:pt x="319088" y="259556"/>
                </a:cubicBezTo>
                <a:cubicBezTo>
                  <a:pt x="288893" y="259556"/>
                  <a:pt x="264319" y="234982"/>
                  <a:pt x="264319" y="204787"/>
                </a:cubicBezTo>
                <a:cubicBezTo>
                  <a:pt x="264319" y="174593"/>
                  <a:pt x="288893" y="150019"/>
                  <a:pt x="319088" y="150019"/>
                </a:cubicBezTo>
                <a:close/>
              </a:path>
            </a:pathLst>
          </a:custGeom>
          <a:solidFill>
            <a:srgbClr val="002856"/>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23" name="Freeform: Shape 22">
            <a:extLst>
              <a:ext uri="{FF2B5EF4-FFF2-40B4-BE49-F238E27FC236}">
                <a16:creationId xmlns:a16="http://schemas.microsoft.com/office/drawing/2014/main" id="{DE16E8DB-8EDD-A104-8DF2-77958D50C0AD}"/>
              </a:ext>
            </a:extLst>
          </p:cNvPr>
          <p:cNvSpPr/>
          <p:nvPr/>
        </p:nvSpPr>
        <p:spPr>
          <a:xfrm>
            <a:off x="11388293" y="2609970"/>
            <a:ext cx="495300" cy="504825"/>
          </a:xfrm>
          <a:custGeom>
            <a:avLst/>
            <a:gdLst>
              <a:gd name="connsiteX0" fmla="*/ 328231 w 495300"/>
              <a:gd name="connsiteY0" fmla="*/ 433007 h 504825"/>
              <a:gd name="connsiteX1" fmla="*/ 175831 w 495300"/>
              <a:gd name="connsiteY1" fmla="*/ 433007 h 504825"/>
              <a:gd name="connsiteX2" fmla="*/ 175831 w 495300"/>
              <a:gd name="connsiteY2" fmla="*/ 349663 h 504825"/>
              <a:gd name="connsiteX3" fmla="*/ 128206 w 495300"/>
              <a:gd name="connsiteY3" fmla="*/ 252127 h 504825"/>
              <a:gd name="connsiteX4" fmla="*/ 252031 w 495300"/>
              <a:gd name="connsiteY4" fmla="*/ 128302 h 504825"/>
              <a:gd name="connsiteX5" fmla="*/ 375856 w 495300"/>
              <a:gd name="connsiteY5" fmla="*/ 252127 h 504825"/>
              <a:gd name="connsiteX6" fmla="*/ 328231 w 495300"/>
              <a:gd name="connsiteY6" fmla="*/ 349663 h 504825"/>
              <a:gd name="connsiteX7" fmla="*/ 328231 w 495300"/>
              <a:gd name="connsiteY7" fmla="*/ 433007 h 504825"/>
              <a:gd name="connsiteX8" fmla="*/ 213931 w 495300"/>
              <a:gd name="connsiteY8" fmla="*/ 394907 h 504825"/>
              <a:gd name="connsiteX9" fmla="*/ 290131 w 495300"/>
              <a:gd name="connsiteY9" fmla="*/ 394907 h 504825"/>
              <a:gd name="connsiteX10" fmla="*/ 290131 w 495300"/>
              <a:gd name="connsiteY10" fmla="*/ 329470 h 504825"/>
              <a:gd name="connsiteX11" fmla="*/ 298799 w 495300"/>
              <a:gd name="connsiteY11" fmla="*/ 323850 h 504825"/>
              <a:gd name="connsiteX12" fmla="*/ 337756 w 495300"/>
              <a:gd name="connsiteY12" fmla="*/ 252032 h 504825"/>
              <a:gd name="connsiteX13" fmla="*/ 252031 w 495300"/>
              <a:gd name="connsiteY13" fmla="*/ 166307 h 504825"/>
              <a:gd name="connsiteX14" fmla="*/ 166306 w 495300"/>
              <a:gd name="connsiteY14" fmla="*/ 252032 h 504825"/>
              <a:gd name="connsiteX15" fmla="*/ 205264 w 495300"/>
              <a:gd name="connsiteY15" fmla="*/ 323850 h 504825"/>
              <a:gd name="connsiteX16" fmla="*/ 213931 w 495300"/>
              <a:gd name="connsiteY16" fmla="*/ 329470 h 504825"/>
              <a:gd name="connsiteX17" fmla="*/ 213931 w 495300"/>
              <a:gd name="connsiteY17" fmla="*/ 394907 h 504825"/>
              <a:gd name="connsiteX18" fmla="*/ 290131 w 495300"/>
              <a:gd name="connsiteY18" fmla="*/ 461582 h 504825"/>
              <a:gd name="connsiteX19" fmla="*/ 213931 w 495300"/>
              <a:gd name="connsiteY19" fmla="*/ 461582 h 504825"/>
              <a:gd name="connsiteX20" fmla="*/ 213931 w 495300"/>
              <a:gd name="connsiteY20" fmla="*/ 499682 h 504825"/>
              <a:gd name="connsiteX21" fmla="*/ 290131 w 495300"/>
              <a:gd name="connsiteY21" fmla="*/ 499682 h 504825"/>
              <a:gd name="connsiteX22" fmla="*/ 290131 w 495300"/>
              <a:gd name="connsiteY22" fmla="*/ 461582 h 504825"/>
              <a:gd name="connsiteX23" fmla="*/ 207645 w 495300"/>
              <a:gd name="connsiteY23" fmla="*/ 95155 h 504825"/>
              <a:gd name="connsiteX24" fmla="*/ 171164 w 495300"/>
              <a:gd name="connsiteY24" fmla="*/ 7144 h 504825"/>
              <a:gd name="connsiteX25" fmla="*/ 135922 w 495300"/>
              <a:gd name="connsiteY25" fmla="*/ 21717 h 504825"/>
              <a:gd name="connsiteX26" fmla="*/ 172402 w 495300"/>
              <a:gd name="connsiteY26" fmla="*/ 109728 h 504825"/>
              <a:gd name="connsiteX27" fmla="*/ 207645 w 495300"/>
              <a:gd name="connsiteY27" fmla="*/ 95155 h 504825"/>
              <a:gd name="connsiteX28" fmla="*/ 109728 w 495300"/>
              <a:gd name="connsiteY28" fmla="*/ 172498 h 504825"/>
              <a:gd name="connsiteX29" fmla="*/ 21717 w 495300"/>
              <a:gd name="connsiteY29" fmla="*/ 136017 h 504825"/>
              <a:gd name="connsiteX30" fmla="*/ 7144 w 495300"/>
              <a:gd name="connsiteY30" fmla="*/ 171260 h 504825"/>
              <a:gd name="connsiteX31" fmla="*/ 95155 w 495300"/>
              <a:gd name="connsiteY31" fmla="*/ 207740 h 504825"/>
              <a:gd name="connsiteX32" fmla="*/ 109728 w 495300"/>
              <a:gd name="connsiteY32" fmla="*/ 172498 h 504825"/>
              <a:gd name="connsiteX33" fmla="*/ 109728 w 495300"/>
              <a:gd name="connsiteY33" fmla="*/ 331661 h 504825"/>
              <a:gd name="connsiteX34" fmla="*/ 95155 w 495300"/>
              <a:gd name="connsiteY34" fmla="*/ 296418 h 504825"/>
              <a:gd name="connsiteX35" fmla="*/ 7144 w 495300"/>
              <a:gd name="connsiteY35" fmla="*/ 332899 h 504825"/>
              <a:gd name="connsiteX36" fmla="*/ 21717 w 495300"/>
              <a:gd name="connsiteY36" fmla="*/ 368141 h 504825"/>
              <a:gd name="connsiteX37" fmla="*/ 109728 w 495300"/>
              <a:gd name="connsiteY37" fmla="*/ 331661 h 504825"/>
              <a:gd name="connsiteX38" fmla="*/ 496919 w 495300"/>
              <a:gd name="connsiteY38" fmla="*/ 332899 h 504825"/>
              <a:gd name="connsiteX39" fmla="*/ 408908 w 495300"/>
              <a:gd name="connsiteY39" fmla="*/ 296418 h 504825"/>
              <a:gd name="connsiteX40" fmla="*/ 394335 w 495300"/>
              <a:gd name="connsiteY40" fmla="*/ 331661 h 504825"/>
              <a:gd name="connsiteX41" fmla="*/ 482346 w 495300"/>
              <a:gd name="connsiteY41" fmla="*/ 368141 h 504825"/>
              <a:gd name="connsiteX42" fmla="*/ 496919 w 495300"/>
              <a:gd name="connsiteY42" fmla="*/ 332899 h 504825"/>
              <a:gd name="connsiteX43" fmla="*/ 496919 w 495300"/>
              <a:gd name="connsiteY43" fmla="*/ 171260 h 504825"/>
              <a:gd name="connsiteX44" fmla="*/ 482346 w 495300"/>
              <a:gd name="connsiteY44" fmla="*/ 136017 h 504825"/>
              <a:gd name="connsiteX45" fmla="*/ 394335 w 495300"/>
              <a:gd name="connsiteY45" fmla="*/ 172498 h 504825"/>
              <a:gd name="connsiteX46" fmla="*/ 408908 w 495300"/>
              <a:gd name="connsiteY46" fmla="*/ 207740 h 504825"/>
              <a:gd name="connsiteX47" fmla="*/ 496919 w 495300"/>
              <a:gd name="connsiteY47" fmla="*/ 171260 h 504825"/>
              <a:gd name="connsiteX48" fmla="*/ 368046 w 495300"/>
              <a:gd name="connsiteY48" fmla="*/ 21812 h 504825"/>
              <a:gd name="connsiteX49" fmla="*/ 332804 w 495300"/>
              <a:gd name="connsiteY49" fmla="*/ 7239 h 504825"/>
              <a:gd name="connsiteX50" fmla="*/ 296323 w 495300"/>
              <a:gd name="connsiteY50" fmla="*/ 95250 h 504825"/>
              <a:gd name="connsiteX51" fmla="*/ 331565 w 495300"/>
              <a:gd name="connsiteY51" fmla="*/ 109823 h 504825"/>
              <a:gd name="connsiteX52" fmla="*/ 368046 w 495300"/>
              <a:gd name="connsiteY52" fmla="*/ 21812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95300" h="504825">
                <a:moveTo>
                  <a:pt x="328231" y="433007"/>
                </a:moveTo>
                <a:lnTo>
                  <a:pt x="175831" y="433007"/>
                </a:lnTo>
                <a:lnTo>
                  <a:pt x="175831" y="349663"/>
                </a:lnTo>
                <a:cubicBezTo>
                  <a:pt x="145828" y="326231"/>
                  <a:pt x="128206" y="290513"/>
                  <a:pt x="128206" y="252127"/>
                </a:cubicBezTo>
                <a:cubicBezTo>
                  <a:pt x="128206" y="183833"/>
                  <a:pt x="183737" y="128302"/>
                  <a:pt x="252031" y="128302"/>
                </a:cubicBezTo>
                <a:cubicBezTo>
                  <a:pt x="320326" y="128302"/>
                  <a:pt x="375856" y="183833"/>
                  <a:pt x="375856" y="252127"/>
                </a:cubicBezTo>
                <a:cubicBezTo>
                  <a:pt x="375856" y="290513"/>
                  <a:pt x="358235" y="326231"/>
                  <a:pt x="328231" y="349663"/>
                </a:cubicBezTo>
                <a:lnTo>
                  <a:pt x="328231" y="433007"/>
                </a:lnTo>
                <a:close/>
                <a:moveTo>
                  <a:pt x="213931" y="394907"/>
                </a:moveTo>
                <a:lnTo>
                  <a:pt x="290131" y="394907"/>
                </a:lnTo>
                <a:lnTo>
                  <a:pt x="290131" y="329470"/>
                </a:lnTo>
                <a:lnTo>
                  <a:pt x="298799" y="323850"/>
                </a:lnTo>
                <a:cubicBezTo>
                  <a:pt x="323183" y="307943"/>
                  <a:pt x="337756" y="281083"/>
                  <a:pt x="337756" y="252032"/>
                </a:cubicBezTo>
                <a:cubicBezTo>
                  <a:pt x="337756" y="204788"/>
                  <a:pt x="299275" y="166307"/>
                  <a:pt x="252031" y="166307"/>
                </a:cubicBezTo>
                <a:cubicBezTo>
                  <a:pt x="204788" y="166307"/>
                  <a:pt x="166306" y="204788"/>
                  <a:pt x="166306" y="252032"/>
                </a:cubicBezTo>
                <a:cubicBezTo>
                  <a:pt x="166306" y="281083"/>
                  <a:pt x="180880" y="307943"/>
                  <a:pt x="205264" y="323850"/>
                </a:cubicBezTo>
                <a:lnTo>
                  <a:pt x="213931" y="329470"/>
                </a:lnTo>
                <a:lnTo>
                  <a:pt x="213931" y="394907"/>
                </a:lnTo>
                <a:close/>
                <a:moveTo>
                  <a:pt x="290131" y="461582"/>
                </a:moveTo>
                <a:lnTo>
                  <a:pt x="213931" y="461582"/>
                </a:lnTo>
                <a:lnTo>
                  <a:pt x="213931" y="499682"/>
                </a:lnTo>
                <a:lnTo>
                  <a:pt x="290131" y="499682"/>
                </a:lnTo>
                <a:lnTo>
                  <a:pt x="290131" y="461582"/>
                </a:lnTo>
                <a:close/>
                <a:moveTo>
                  <a:pt x="207645" y="95155"/>
                </a:moveTo>
                <a:lnTo>
                  <a:pt x="171164" y="7144"/>
                </a:lnTo>
                <a:lnTo>
                  <a:pt x="135922" y="21717"/>
                </a:lnTo>
                <a:lnTo>
                  <a:pt x="172402" y="109728"/>
                </a:lnTo>
                <a:lnTo>
                  <a:pt x="207645" y="95155"/>
                </a:lnTo>
                <a:close/>
                <a:moveTo>
                  <a:pt x="109728" y="172498"/>
                </a:moveTo>
                <a:lnTo>
                  <a:pt x="21717" y="136017"/>
                </a:lnTo>
                <a:lnTo>
                  <a:pt x="7144" y="171260"/>
                </a:lnTo>
                <a:lnTo>
                  <a:pt x="95155" y="207740"/>
                </a:lnTo>
                <a:lnTo>
                  <a:pt x="109728" y="172498"/>
                </a:lnTo>
                <a:close/>
                <a:moveTo>
                  <a:pt x="109728" y="331661"/>
                </a:moveTo>
                <a:lnTo>
                  <a:pt x="95155" y="296418"/>
                </a:lnTo>
                <a:lnTo>
                  <a:pt x="7144" y="332899"/>
                </a:lnTo>
                <a:lnTo>
                  <a:pt x="21717" y="368141"/>
                </a:lnTo>
                <a:lnTo>
                  <a:pt x="109728" y="331661"/>
                </a:lnTo>
                <a:close/>
                <a:moveTo>
                  <a:pt x="496919" y="332899"/>
                </a:moveTo>
                <a:lnTo>
                  <a:pt x="408908" y="296418"/>
                </a:lnTo>
                <a:lnTo>
                  <a:pt x="394335" y="331661"/>
                </a:lnTo>
                <a:lnTo>
                  <a:pt x="482346" y="368141"/>
                </a:lnTo>
                <a:lnTo>
                  <a:pt x="496919" y="332899"/>
                </a:lnTo>
                <a:close/>
                <a:moveTo>
                  <a:pt x="496919" y="171260"/>
                </a:moveTo>
                <a:lnTo>
                  <a:pt x="482346" y="136017"/>
                </a:lnTo>
                <a:lnTo>
                  <a:pt x="394335" y="172498"/>
                </a:lnTo>
                <a:lnTo>
                  <a:pt x="408908" y="207740"/>
                </a:lnTo>
                <a:lnTo>
                  <a:pt x="496919" y="171260"/>
                </a:lnTo>
                <a:close/>
                <a:moveTo>
                  <a:pt x="368046" y="21812"/>
                </a:moveTo>
                <a:lnTo>
                  <a:pt x="332804" y="7239"/>
                </a:lnTo>
                <a:lnTo>
                  <a:pt x="296323" y="95250"/>
                </a:lnTo>
                <a:lnTo>
                  <a:pt x="331565" y="109823"/>
                </a:lnTo>
                <a:lnTo>
                  <a:pt x="368046" y="21812"/>
                </a:lnTo>
                <a:close/>
              </a:path>
            </a:pathLst>
          </a:custGeom>
          <a:solidFill>
            <a:srgbClr val="002856"/>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2" name="AutoShape 2" descr="FSU formal lockup garnet">
            <a:extLst>
              <a:ext uri="{FF2B5EF4-FFF2-40B4-BE49-F238E27FC236}">
                <a16:creationId xmlns:a16="http://schemas.microsoft.com/office/drawing/2014/main" id="{1B6895DD-7D6B-D488-32F4-8A622C6C839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3" name="Picture 12">
            <a:extLst>
              <a:ext uri="{FF2B5EF4-FFF2-40B4-BE49-F238E27FC236}">
                <a16:creationId xmlns:a16="http://schemas.microsoft.com/office/drawing/2014/main" id="{C43BD416-0ECD-CA45-C00D-241E27C0A859}"/>
              </a:ext>
            </a:extLst>
          </p:cNvPr>
          <p:cNvPicPr>
            <a:picLocks noChangeAspect="1"/>
          </p:cNvPicPr>
          <p:nvPr/>
        </p:nvPicPr>
        <p:blipFill>
          <a:blip r:embed="rId10"/>
          <a:stretch>
            <a:fillRect/>
          </a:stretch>
        </p:blipFill>
        <p:spPr>
          <a:xfrm>
            <a:off x="9935527" y="-58129"/>
            <a:ext cx="2390775" cy="1428750"/>
          </a:xfrm>
          <a:prstGeom prst="rect">
            <a:avLst/>
          </a:prstGeom>
        </p:spPr>
      </p:pic>
      <p:sp>
        <p:nvSpPr>
          <p:cNvPr id="4" name="TextBox 3">
            <a:extLst>
              <a:ext uri="{FF2B5EF4-FFF2-40B4-BE49-F238E27FC236}">
                <a16:creationId xmlns:a16="http://schemas.microsoft.com/office/drawing/2014/main" id="{0078A1D3-96D8-F470-8FBE-62EA0CA82FB9}"/>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21</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25740073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B3564693-9429-41AE-B8C1-3DA8E500AEF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2C6F102-CD97-DE30-09E4-4864C809E24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A490F80-387E-9B4E-44FE-F4EC50ED980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A490F80-387E-9B4E-44FE-F4EC50ED98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D68F0AF-5DEC-6A0F-B910-D5048AE2D57D}"/>
              </a:ext>
            </a:extLst>
          </p:cNvPr>
          <p:cNvSpPr>
            <a:spLocks noGrp="1"/>
          </p:cNvSpPr>
          <p:nvPr>
            <p:ph type="title"/>
          </p:nvPr>
        </p:nvSpPr>
        <p:spPr>
          <a:xfrm>
            <a:off x="456787" y="308430"/>
            <a:ext cx="6519672" cy="588637"/>
          </a:xfrm>
        </p:spPr>
        <p:txBody>
          <a:bodyPr/>
          <a:lstStyle/>
          <a:p>
            <a:r>
              <a:rPr lang="en-US" dirty="0">
                <a:solidFill>
                  <a:schemeClr val="bg1"/>
                </a:solidFill>
              </a:rPr>
              <a:t>Fateen — AI Compliance Platform </a:t>
            </a:r>
          </a:p>
        </p:txBody>
      </p:sp>
      <p:sp>
        <p:nvSpPr>
          <p:cNvPr id="7" name="TextBox 6">
            <a:extLst>
              <a:ext uri="{FF2B5EF4-FFF2-40B4-BE49-F238E27FC236}">
                <a16:creationId xmlns:a16="http://schemas.microsoft.com/office/drawing/2014/main" id="{2987C0C4-61A6-AAC8-B136-C63DB0EC42F4}"/>
              </a:ext>
            </a:extLst>
          </p:cNvPr>
          <p:cNvSpPr txBox="1"/>
          <p:nvPr/>
        </p:nvSpPr>
        <p:spPr>
          <a:xfrm>
            <a:off x="7107172" y="355838"/>
            <a:ext cx="2983746" cy="492443"/>
          </a:xfrm>
          <a:prstGeom prst="rect">
            <a:avLst/>
          </a:prstGeom>
          <a:noFill/>
        </p:spPr>
        <p:txBody>
          <a:bodyPr wrap="square" lIns="91440" tIns="0" rIns="91440" bIns="0" rtlCol="0" anchor="ctr" anchorCtr="0">
            <a:spAutoFit/>
          </a:bodyPr>
          <a:lstStyle/>
          <a:p>
            <a:pPr>
              <a:buClr>
                <a:srgbClr val="000000"/>
              </a:buClr>
              <a:defRPr/>
            </a:pPr>
            <a:r>
              <a:rPr lang="en-US" sz="1600" b="1" kern="0" dirty="0">
                <a:solidFill>
                  <a:srgbClr val="FF540A"/>
                </a:solidFill>
                <a:latin typeface="Arial" panose="020B0604020202020204"/>
                <a:cs typeface="Arial"/>
                <a:sym typeface="Arial"/>
              </a:rPr>
              <a:t>King Khalid University</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a:buClr>
                <a:srgbClr val="000000"/>
              </a:buClr>
              <a:defRPr/>
            </a:pPr>
            <a:r>
              <a:rPr lang="en-US" sz="1600" b="1" kern="0" dirty="0">
                <a:solidFill>
                  <a:srgbClr val="FF540A"/>
                </a:solidFill>
                <a:latin typeface="Arial" panose="020B0604020202020204"/>
                <a:cs typeface="Arial"/>
                <a:sym typeface="Arial"/>
              </a:rPr>
              <a:t>Abha, Saudi Arabia</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0833AA41-6E69-18FC-923A-8491836E53F8}"/>
              </a:ext>
            </a:extLst>
          </p:cNvPr>
          <p:cNvGrpSpPr/>
          <p:nvPr/>
        </p:nvGrpSpPr>
        <p:grpSpPr>
          <a:xfrm>
            <a:off x="456787" y="1136923"/>
            <a:ext cx="6013682" cy="1308050"/>
            <a:chOff x="457200" y="1155901"/>
            <a:chExt cx="6013682" cy="1308050"/>
          </a:xfrm>
        </p:grpSpPr>
        <p:sp>
          <p:nvSpPr>
            <p:cNvPr id="40" name="TextBox 39">
              <a:extLst>
                <a:ext uri="{FF2B5EF4-FFF2-40B4-BE49-F238E27FC236}">
                  <a16:creationId xmlns:a16="http://schemas.microsoft.com/office/drawing/2014/main" id="{10A4EC32-9F9E-8812-F97A-0E9CB5E326A4}"/>
                </a:ext>
              </a:extLst>
            </p:cNvPr>
            <p:cNvSpPr txBox="1"/>
            <p:nvPr/>
          </p:nvSpPr>
          <p:spPr>
            <a:xfrm>
              <a:off x="457200" y="1155901"/>
              <a:ext cx="601368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Manual, error-prone policy testing created compliance gaps and administrative burdens for King Khalid University. The institution saw potential in AI-powered automation to streamline policy comprehension, improve accuracy, and reduce costs, transforming static compliance into an interactive, data-driven process for better accountability and efficiency.</a:t>
              </a:r>
              <a:endParaRPr lang="en-US" dirty="0">
                <a:solidFill>
                  <a:prstClr val="white"/>
                </a:solidFill>
                <a:ea typeface="+mn-ea"/>
                <a:cs typeface="+mn-cs"/>
              </a:endParaRPr>
            </a:p>
          </p:txBody>
        </p:sp>
        <p:cxnSp>
          <p:nvCxnSpPr>
            <p:cNvPr id="42" name="Straight Connector 41">
              <a:extLst>
                <a:ext uri="{FF2B5EF4-FFF2-40B4-BE49-F238E27FC236}">
                  <a16:creationId xmlns:a16="http://schemas.microsoft.com/office/drawing/2014/main" id="{89281710-2CD6-E975-B051-EAE8E9EAA47A}"/>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9046B264-8FB6-CF19-C244-8CF62D8664A0}"/>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Artificial Intelligence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Data and Analytics</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Cloud</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A2795B51-4A7F-4851-8A83-A1A3EDC964B4}"/>
              </a:ext>
            </a:extLst>
          </p:cNvPr>
          <p:cNvGrpSpPr/>
          <p:nvPr/>
        </p:nvGrpSpPr>
        <p:grpSpPr>
          <a:xfrm>
            <a:off x="456787" y="2637129"/>
            <a:ext cx="6121262" cy="1308050"/>
            <a:chOff x="457200" y="1155901"/>
            <a:chExt cx="6121262" cy="1308050"/>
          </a:xfrm>
        </p:grpSpPr>
        <p:sp>
          <p:nvSpPr>
            <p:cNvPr id="45" name="TextBox 44">
              <a:extLst>
                <a:ext uri="{FF2B5EF4-FFF2-40B4-BE49-F238E27FC236}">
                  <a16:creationId xmlns:a16="http://schemas.microsoft.com/office/drawing/2014/main" id="{038E3462-D377-4F81-53AC-492FD87D46CB}"/>
                </a:ext>
              </a:extLst>
            </p:cNvPr>
            <p:cNvSpPr txBox="1"/>
            <p:nvPr/>
          </p:nvSpPr>
          <p:spPr>
            <a:xfrm>
              <a:off x="457200" y="1155901"/>
              <a:ext cx="612126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King Khalid University developed the Fateen platform, harnessing optical character recognition (OCR) and NLP with the </a:t>
              </a:r>
              <a:r>
                <a:rPr lang="en-US" sz="1200" dirty="0" err="1">
                  <a:solidFill>
                    <a:prstClr val="white"/>
                  </a:solidFill>
                  <a:ea typeface="+mn-lt"/>
                  <a:cs typeface="+mn-lt"/>
                </a:rPr>
                <a:t>T5</a:t>
              </a:r>
              <a:r>
                <a:rPr lang="en-US" sz="1200" dirty="0">
                  <a:solidFill>
                    <a:prstClr val="white"/>
                  </a:solidFill>
                  <a:ea typeface="+mn-lt"/>
                  <a:cs typeface="+mn-lt"/>
                </a:rPr>
                <a:t> Transformer to automate policy text extraction and question generation. By integrating with university systems and deploying to 2,000+ employees, Fateen replaced manual compliance checks with interactive, scalable, and error-free policy management.</a:t>
              </a:r>
              <a:endParaRPr lang="en-US" dirty="0">
                <a:solidFill>
                  <a:prstClr val="white"/>
                </a:solidFill>
                <a:ea typeface="+mn-ea"/>
                <a:cs typeface="+mn-cs"/>
              </a:endParaRPr>
            </a:p>
          </p:txBody>
        </p:sp>
        <p:cxnSp>
          <p:nvCxnSpPr>
            <p:cNvPr id="46" name="Straight Connector 45">
              <a:extLst>
                <a:ext uri="{FF2B5EF4-FFF2-40B4-BE49-F238E27FC236}">
                  <a16:creationId xmlns:a16="http://schemas.microsoft.com/office/drawing/2014/main" id="{80E304A1-CA2C-C987-3B97-4BF58302A15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0F3A94E0-FD49-4BF7-8879-08E7AE215918}"/>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D77DA622-B9CC-9C57-3240-110056E23D02}"/>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A31FD065-2647-E8A3-5574-C5F69AE24FA9}"/>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6A9A552-2EC9-ACFF-B8CE-6E97AD5BFFF1}"/>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C9495EE2-2BC3-B010-F76C-ED5335F79CFA}"/>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Automation</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Software/Platform/App</a:t>
            </a:r>
            <a:endParaRPr lang="en-US" dirty="0">
              <a:solidFill>
                <a:prstClr val="white"/>
              </a:solidFill>
              <a:ea typeface="+mn-lt"/>
              <a:cs typeface="+mn-lt"/>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Large Language Models (LLM)</a:t>
            </a:r>
            <a:endParaRPr lang="en-US" dirty="0">
              <a:solidFill>
                <a:prstClr val="white"/>
              </a:solidFill>
              <a:cs typeface="Arial"/>
            </a:endParaRPr>
          </a:p>
        </p:txBody>
      </p:sp>
      <p:sp>
        <p:nvSpPr>
          <p:cNvPr id="5" name="TextBox 4">
            <a:extLst>
              <a:ext uri="{FF2B5EF4-FFF2-40B4-BE49-F238E27FC236}">
                <a16:creationId xmlns:a16="http://schemas.microsoft.com/office/drawing/2014/main" id="{B008EE4D-00BE-7867-2E1D-710B90222F97}"/>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22</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430D52F1-1B4A-5FF2-6DF7-C89EA47E4945}"/>
              </a:ext>
            </a:extLst>
          </p:cNvPr>
          <p:cNvGrpSpPr/>
          <p:nvPr/>
        </p:nvGrpSpPr>
        <p:grpSpPr>
          <a:xfrm>
            <a:off x="7181063" y="1138435"/>
            <a:ext cx="4631595" cy="3231654"/>
            <a:chOff x="457200" y="4291325"/>
            <a:chExt cx="4631595" cy="3231654"/>
          </a:xfrm>
        </p:grpSpPr>
        <p:sp>
          <p:nvSpPr>
            <p:cNvPr id="17" name="TextBox 16">
              <a:extLst>
                <a:ext uri="{FF2B5EF4-FFF2-40B4-BE49-F238E27FC236}">
                  <a16:creationId xmlns:a16="http://schemas.microsoft.com/office/drawing/2014/main" id="{3C0ED0C1-1372-9837-E58B-F5E20F2142E6}"/>
                </a:ext>
              </a:extLst>
            </p:cNvPr>
            <p:cNvSpPr txBox="1"/>
            <p:nvPr/>
          </p:nvSpPr>
          <p:spPr>
            <a:xfrm>
              <a:off x="457201" y="4291325"/>
              <a:ext cx="3949852" cy="323165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Time and Cost Savings</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80% reduction in policy testing time and related operational costs through automation.</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User Impact</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&gt;2,000 employees onboarded since October 2024 </a:t>
              </a:r>
            </a:p>
            <a:p>
              <a:pPr marL="640080" lvl="1" indent="-182880" defTabSz="457200">
                <a:spcBef>
                  <a:spcPts val="1200"/>
                </a:spcBef>
                <a:buFont typeface="Arial" panose="020B0604020202020204" pitchFamily="34" charset="0"/>
                <a:buChar char="•"/>
                <a:defRPr/>
              </a:pPr>
              <a:r>
                <a:rPr lang="en-US" sz="1200" dirty="0">
                  <a:solidFill>
                    <a:prstClr val="black"/>
                  </a:solidFill>
                  <a:ea typeface="+mn-lt"/>
                  <a:cs typeface="+mn-lt"/>
                </a:rPr>
                <a:t>90% user satisfaction and 70% improvement in policy comprehension.</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Error Reduction:</a:t>
              </a:r>
              <a:r>
                <a:rPr lang="en-US" sz="1200" dirty="0">
                  <a:solidFill>
                    <a:prstClr val="black"/>
                  </a:solidFill>
                  <a:ea typeface="+mn-lt"/>
                  <a:cs typeface="+mn-lt"/>
                </a:rPr>
                <a:t> Human error in policy testing dropped significantly; faster onboarding and improved compliance tracking enhanced operational efficiency.</a:t>
              </a:r>
              <a:endParaRPr lang="en-US" sz="1200" b="0" i="0" u="none" strike="noStrike" kern="1200" cap="none" spc="0" normalizeH="0" baseline="0" noProof="0" dirty="0">
                <a:ln>
                  <a:noFill/>
                </a:ln>
                <a:solidFill>
                  <a:prstClr val="black"/>
                </a:solidFill>
                <a:effectLst/>
                <a:uLnTx/>
                <a:uFillTx/>
                <a:ea typeface="+mn-lt"/>
                <a:cs typeface="+mn-lt"/>
              </a:endParaRPr>
            </a:p>
          </p:txBody>
        </p:sp>
        <p:cxnSp>
          <p:nvCxnSpPr>
            <p:cNvPr id="18" name="Straight Connector 17">
              <a:extLst>
                <a:ext uri="{FF2B5EF4-FFF2-40B4-BE49-F238E27FC236}">
                  <a16:creationId xmlns:a16="http://schemas.microsoft.com/office/drawing/2014/main" id="{CBA337A4-A041-E4EF-F829-F630FFDBEAFB}"/>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D89EFC92-7BD2-E0AF-09A3-61FACE095767}"/>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2ED3F38-5CA4-A18C-5DD3-54EB5BA495E8}"/>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The platform fostered a culture of compliance and accountability, transforming policy management into a more interactive and effective process.</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King Khalid University</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34D10587-8F4D-C2F7-0513-2BD7421524FC}"/>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B95335E-07E9-72AF-25E0-77E5699E8245}"/>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F2B0147C-6BFE-C696-1546-AB34B8848A16}"/>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3312F1AC-7CA7-3E97-7F43-EA5C95FD82E2}"/>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 King Khalid University, Abha, Saudi Arabia</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13" name="Picture 12" descr="King Khalid University - Wikipedia">
            <a:extLst>
              <a:ext uri="{FF2B5EF4-FFF2-40B4-BE49-F238E27FC236}">
                <a16:creationId xmlns:a16="http://schemas.microsoft.com/office/drawing/2014/main" id="{123F20F3-7FFB-5E00-D2F7-C4D9A5F7ACD4}"/>
              </a:ext>
            </a:extLst>
          </p:cNvPr>
          <p:cNvPicPr>
            <a:picLocks noChangeAspect="1"/>
          </p:cNvPicPr>
          <p:nvPr/>
        </p:nvPicPr>
        <p:blipFill>
          <a:blip r:embed="rId10"/>
          <a:stretch>
            <a:fillRect/>
          </a:stretch>
        </p:blipFill>
        <p:spPr>
          <a:xfrm>
            <a:off x="10704513" y="180657"/>
            <a:ext cx="1125855" cy="837565"/>
          </a:xfrm>
          <a:prstGeom prst="rect">
            <a:avLst/>
          </a:prstGeom>
        </p:spPr>
      </p:pic>
      <p:sp>
        <p:nvSpPr>
          <p:cNvPr id="2" name="Freeform 401">
            <a:extLst>
              <a:ext uri="{FF2B5EF4-FFF2-40B4-BE49-F238E27FC236}">
                <a16:creationId xmlns:a16="http://schemas.microsoft.com/office/drawing/2014/main" id="{18592FC9-6D1C-EF3E-AC99-C8081E9D3B88}"/>
              </a:ext>
            </a:extLst>
          </p:cNvPr>
          <p:cNvSpPr>
            <a:spLocks noChangeAspect="1"/>
          </p:cNvSpPr>
          <p:nvPr/>
        </p:nvSpPr>
        <p:spPr bwMode="black">
          <a:xfrm>
            <a:off x="11472484" y="1715207"/>
            <a:ext cx="366123" cy="367593"/>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08 h 224"/>
              <a:gd name="T12" fmla="*/ 16 w 224"/>
              <a:gd name="T13" fmla="*/ 112 h 224"/>
              <a:gd name="T14" fmla="*/ 112 w 224"/>
              <a:gd name="T15" fmla="*/ 16 h 224"/>
              <a:gd name="T16" fmla="*/ 208 w 224"/>
              <a:gd name="T17" fmla="*/ 112 h 224"/>
              <a:gd name="T18" fmla="*/ 112 w 224"/>
              <a:gd name="T19" fmla="*/ 208 h 224"/>
              <a:gd name="T20" fmla="*/ 150 w 224"/>
              <a:gd name="T21" fmla="*/ 81 h 224"/>
              <a:gd name="T22" fmla="*/ 158 w 224"/>
              <a:gd name="T23" fmla="*/ 95 h 224"/>
              <a:gd name="T24" fmla="*/ 116 w 224"/>
              <a:gd name="T25" fmla="*/ 119 h 224"/>
              <a:gd name="T26" fmla="*/ 116 w 224"/>
              <a:gd name="T27" fmla="*/ 119 h 224"/>
              <a:gd name="T28" fmla="*/ 112 w 224"/>
              <a:gd name="T29" fmla="*/ 120 h 224"/>
              <a:gd name="T30" fmla="*/ 104 w 224"/>
              <a:gd name="T31" fmla="*/ 112 h 224"/>
              <a:gd name="T32" fmla="*/ 104 w 224"/>
              <a:gd name="T33" fmla="*/ 40 h 224"/>
              <a:gd name="T34" fmla="*/ 120 w 224"/>
              <a:gd name="T35" fmla="*/ 40 h 224"/>
              <a:gd name="T36" fmla="*/ 120 w 224"/>
              <a:gd name="T37" fmla="*/ 98 h 224"/>
              <a:gd name="T38" fmla="*/ 150 w 224"/>
              <a:gd name="T39" fmla="*/ 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4" h="224">
                <a:moveTo>
                  <a:pt x="112" y="0"/>
                </a:moveTo>
                <a:cubicBezTo>
                  <a:pt x="50" y="0"/>
                  <a:pt x="0" y="50"/>
                  <a:pt x="0" y="112"/>
                </a:cubicBezTo>
                <a:cubicBezTo>
                  <a:pt x="0" y="174"/>
                  <a:pt x="50" y="224"/>
                  <a:pt x="112" y="224"/>
                </a:cubicBezTo>
                <a:cubicBezTo>
                  <a:pt x="174" y="224"/>
                  <a:pt x="224" y="174"/>
                  <a:pt x="224" y="112"/>
                </a:cubicBezTo>
                <a:cubicBezTo>
                  <a:pt x="224" y="50"/>
                  <a:pt x="174" y="0"/>
                  <a:pt x="112" y="0"/>
                </a:cubicBezTo>
                <a:moveTo>
                  <a:pt x="112" y="208"/>
                </a:moveTo>
                <a:cubicBezTo>
                  <a:pt x="59" y="208"/>
                  <a:pt x="16" y="165"/>
                  <a:pt x="16" y="112"/>
                </a:cubicBezTo>
                <a:cubicBezTo>
                  <a:pt x="16" y="59"/>
                  <a:pt x="59" y="16"/>
                  <a:pt x="112" y="16"/>
                </a:cubicBezTo>
                <a:cubicBezTo>
                  <a:pt x="165" y="16"/>
                  <a:pt x="208" y="59"/>
                  <a:pt x="208" y="112"/>
                </a:cubicBezTo>
                <a:cubicBezTo>
                  <a:pt x="208" y="165"/>
                  <a:pt x="165" y="208"/>
                  <a:pt x="112" y="208"/>
                </a:cubicBezTo>
                <a:moveTo>
                  <a:pt x="150" y="81"/>
                </a:moveTo>
                <a:cubicBezTo>
                  <a:pt x="158" y="95"/>
                  <a:pt x="158" y="95"/>
                  <a:pt x="158" y="95"/>
                </a:cubicBezTo>
                <a:cubicBezTo>
                  <a:pt x="116" y="119"/>
                  <a:pt x="116" y="119"/>
                  <a:pt x="116" y="119"/>
                </a:cubicBezTo>
                <a:cubicBezTo>
                  <a:pt x="116" y="119"/>
                  <a:pt x="116" y="119"/>
                  <a:pt x="116" y="119"/>
                </a:cubicBezTo>
                <a:cubicBezTo>
                  <a:pt x="115" y="120"/>
                  <a:pt x="113" y="120"/>
                  <a:pt x="112" y="120"/>
                </a:cubicBezTo>
                <a:cubicBezTo>
                  <a:pt x="108" y="120"/>
                  <a:pt x="104" y="116"/>
                  <a:pt x="104" y="112"/>
                </a:cubicBezTo>
                <a:cubicBezTo>
                  <a:pt x="104" y="40"/>
                  <a:pt x="104" y="40"/>
                  <a:pt x="104" y="40"/>
                </a:cubicBezTo>
                <a:cubicBezTo>
                  <a:pt x="120" y="40"/>
                  <a:pt x="120" y="40"/>
                  <a:pt x="120" y="40"/>
                </a:cubicBezTo>
                <a:cubicBezTo>
                  <a:pt x="120" y="98"/>
                  <a:pt x="120" y="98"/>
                  <a:pt x="120" y="98"/>
                </a:cubicBezTo>
                <a:lnTo>
                  <a:pt x="150" y="8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429">
            <a:extLst>
              <a:ext uri="{FF2B5EF4-FFF2-40B4-BE49-F238E27FC236}">
                <a16:creationId xmlns:a16="http://schemas.microsoft.com/office/drawing/2014/main" id="{912727C0-02D9-7E3D-B98B-6D0FDBDF3F57}"/>
              </a:ext>
            </a:extLst>
          </p:cNvPr>
          <p:cNvSpPr>
            <a:spLocks noChangeAspect="1"/>
          </p:cNvSpPr>
          <p:nvPr/>
        </p:nvSpPr>
        <p:spPr bwMode="black">
          <a:xfrm>
            <a:off x="11472484" y="2478861"/>
            <a:ext cx="369089" cy="243978"/>
          </a:xfrm>
          <a:custGeom>
            <a:avLst/>
            <a:gdLst>
              <a:gd name="T0" fmla="*/ 122 w 378"/>
              <a:gd name="T1" fmla="*/ 154 h 252"/>
              <a:gd name="T2" fmla="*/ 104 w 378"/>
              <a:gd name="T3" fmla="*/ 136 h 252"/>
              <a:gd name="T4" fmla="*/ 168 w 378"/>
              <a:gd name="T5" fmla="*/ 71 h 252"/>
              <a:gd name="T6" fmla="*/ 203 w 378"/>
              <a:gd name="T7" fmla="*/ 106 h 252"/>
              <a:gd name="T8" fmla="*/ 255 w 378"/>
              <a:gd name="T9" fmla="*/ 52 h 252"/>
              <a:gd name="T10" fmla="*/ 274 w 378"/>
              <a:gd name="T11" fmla="*/ 71 h 252"/>
              <a:gd name="T12" fmla="*/ 203 w 378"/>
              <a:gd name="T13" fmla="*/ 142 h 252"/>
              <a:gd name="T14" fmla="*/ 168 w 378"/>
              <a:gd name="T15" fmla="*/ 107 h 252"/>
              <a:gd name="T16" fmla="*/ 122 w 378"/>
              <a:gd name="T17" fmla="*/ 154 h 252"/>
              <a:gd name="T18" fmla="*/ 378 w 378"/>
              <a:gd name="T19" fmla="*/ 227 h 252"/>
              <a:gd name="T20" fmla="*/ 0 w 378"/>
              <a:gd name="T21" fmla="*/ 227 h 252"/>
              <a:gd name="T22" fmla="*/ 0 w 378"/>
              <a:gd name="T23" fmla="*/ 252 h 252"/>
              <a:gd name="T24" fmla="*/ 378 w 378"/>
              <a:gd name="T25" fmla="*/ 252 h 252"/>
              <a:gd name="T26" fmla="*/ 378 w 378"/>
              <a:gd name="T27" fmla="*/ 227 h 252"/>
              <a:gd name="T28" fmla="*/ 302 w 378"/>
              <a:gd name="T29" fmla="*/ 25 h 252"/>
              <a:gd name="T30" fmla="*/ 75 w 378"/>
              <a:gd name="T31" fmla="*/ 25 h 252"/>
              <a:gd name="T32" fmla="*/ 75 w 378"/>
              <a:gd name="T33" fmla="*/ 177 h 252"/>
              <a:gd name="T34" fmla="*/ 302 w 378"/>
              <a:gd name="T35" fmla="*/ 177 h 252"/>
              <a:gd name="T36" fmla="*/ 302 w 378"/>
              <a:gd name="T37" fmla="*/ 25 h 252"/>
              <a:gd name="T38" fmla="*/ 327 w 378"/>
              <a:gd name="T39" fmla="*/ 202 h 252"/>
              <a:gd name="T40" fmla="*/ 50 w 378"/>
              <a:gd name="T41" fmla="*/ 202 h 252"/>
              <a:gd name="T42" fmla="*/ 50 w 378"/>
              <a:gd name="T43" fmla="*/ 0 h 252"/>
              <a:gd name="T44" fmla="*/ 327 w 378"/>
              <a:gd name="T45" fmla="*/ 0 h 252"/>
              <a:gd name="T46" fmla="*/ 327 w 378"/>
              <a:gd name="T47" fmla="*/ 20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8" h="252">
                <a:moveTo>
                  <a:pt x="122" y="154"/>
                </a:moveTo>
                <a:lnTo>
                  <a:pt x="104" y="136"/>
                </a:lnTo>
                <a:lnTo>
                  <a:pt x="168" y="71"/>
                </a:lnTo>
                <a:lnTo>
                  <a:pt x="203" y="106"/>
                </a:lnTo>
                <a:lnTo>
                  <a:pt x="255" y="52"/>
                </a:lnTo>
                <a:lnTo>
                  <a:pt x="274" y="71"/>
                </a:lnTo>
                <a:lnTo>
                  <a:pt x="203" y="142"/>
                </a:lnTo>
                <a:lnTo>
                  <a:pt x="168" y="107"/>
                </a:lnTo>
                <a:lnTo>
                  <a:pt x="122" y="154"/>
                </a:lnTo>
                <a:close/>
                <a:moveTo>
                  <a:pt x="378" y="227"/>
                </a:moveTo>
                <a:lnTo>
                  <a:pt x="0" y="227"/>
                </a:lnTo>
                <a:lnTo>
                  <a:pt x="0" y="252"/>
                </a:lnTo>
                <a:lnTo>
                  <a:pt x="378" y="252"/>
                </a:lnTo>
                <a:lnTo>
                  <a:pt x="378" y="227"/>
                </a:lnTo>
                <a:close/>
                <a:moveTo>
                  <a:pt x="302" y="25"/>
                </a:moveTo>
                <a:lnTo>
                  <a:pt x="75" y="25"/>
                </a:lnTo>
                <a:lnTo>
                  <a:pt x="75" y="177"/>
                </a:lnTo>
                <a:lnTo>
                  <a:pt x="302" y="177"/>
                </a:lnTo>
                <a:lnTo>
                  <a:pt x="302" y="25"/>
                </a:lnTo>
                <a:close/>
                <a:moveTo>
                  <a:pt x="327" y="202"/>
                </a:moveTo>
                <a:lnTo>
                  <a:pt x="50" y="202"/>
                </a:lnTo>
                <a:lnTo>
                  <a:pt x="50" y="0"/>
                </a:lnTo>
                <a:lnTo>
                  <a:pt x="327" y="0"/>
                </a:lnTo>
                <a:lnTo>
                  <a:pt x="327" y="20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Freeform 418">
            <a:extLst>
              <a:ext uri="{FF2B5EF4-FFF2-40B4-BE49-F238E27FC236}">
                <a16:creationId xmlns:a16="http://schemas.microsoft.com/office/drawing/2014/main" id="{F9FEBB9F-2816-55D0-2E9A-55C8CF96E782}"/>
              </a:ext>
            </a:extLst>
          </p:cNvPr>
          <p:cNvSpPr>
            <a:spLocks noChangeAspect="1"/>
          </p:cNvSpPr>
          <p:nvPr/>
        </p:nvSpPr>
        <p:spPr bwMode="black">
          <a:xfrm>
            <a:off x="11472484" y="3560603"/>
            <a:ext cx="366123" cy="367593"/>
          </a:xfrm>
          <a:custGeom>
            <a:avLst/>
            <a:gdLst>
              <a:gd name="T0" fmla="*/ 195 w 224"/>
              <a:gd name="T1" fmla="*/ 84 h 224"/>
              <a:gd name="T2" fmla="*/ 200 w 224"/>
              <a:gd name="T3" fmla="*/ 64 h 224"/>
              <a:gd name="T4" fmla="*/ 200 w 224"/>
              <a:gd name="T5" fmla="*/ 41 h 224"/>
              <a:gd name="T6" fmla="*/ 171 w 224"/>
              <a:gd name="T7" fmla="*/ 13 h 224"/>
              <a:gd name="T8" fmla="*/ 151 w 224"/>
              <a:gd name="T9" fmla="*/ 33 h 224"/>
              <a:gd name="T10" fmla="*/ 140 w 224"/>
              <a:gd name="T11" fmla="*/ 16 h 224"/>
              <a:gd name="T12" fmla="*/ 124 w 224"/>
              <a:gd name="T13" fmla="*/ 0 h 224"/>
              <a:gd name="T14" fmla="*/ 84 w 224"/>
              <a:gd name="T15" fmla="*/ 0 h 224"/>
              <a:gd name="T16" fmla="*/ 84 w 224"/>
              <a:gd name="T17" fmla="*/ 29 h 224"/>
              <a:gd name="T18" fmla="*/ 64 w 224"/>
              <a:gd name="T19" fmla="*/ 24 h 224"/>
              <a:gd name="T20" fmla="*/ 41 w 224"/>
              <a:gd name="T21" fmla="*/ 24 h 224"/>
              <a:gd name="T22" fmla="*/ 13 w 224"/>
              <a:gd name="T23" fmla="*/ 53 h 224"/>
              <a:gd name="T24" fmla="*/ 33 w 224"/>
              <a:gd name="T25" fmla="*/ 73 h 224"/>
              <a:gd name="T26" fmla="*/ 16 w 224"/>
              <a:gd name="T27" fmla="*/ 84 h 224"/>
              <a:gd name="T28" fmla="*/ 0 w 224"/>
              <a:gd name="T29" fmla="*/ 100 h 224"/>
              <a:gd name="T30" fmla="*/ 0 w 224"/>
              <a:gd name="T31" fmla="*/ 140 h 224"/>
              <a:gd name="T32" fmla="*/ 29 w 224"/>
              <a:gd name="T33" fmla="*/ 140 h 224"/>
              <a:gd name="T34" fmla="*/ 24 w 224"/>
              <a:gd name="T35" fmla="*/ 160 h 224"/>
              <a:gd name="T36" fmla="*/ 24 w 224"/>
              <a:gd name="T37" fmla="*/ 183 h 224"/>
              <a:gd name="T38" fmla="*/ 53 w 224"/>
              <a:gd name="T39" fmla="*/ 211 h 224"/>
              <a:gd name="T40" fmla="*/ 73 w 224"/>
              <a:gd name="T41" fmla="*/ 191 h 224"/>
              <a:gd name="T42" fmla="*/ 84 w 224"/>
              <a:gd name="T43" fmla="*/ 208 h 224"/>
              <a:gd name="T44" fmla="*/ 100 w 224"/>
              <a:gd name="T45" fmla="*/ 224 h 224"/>
              <a:gd name="T46" fmla="*/ 140 w 224"/>
              <a:gd name="T47" fmla="*/ 224 h 224"/>
              <a:gd name="T48" fmla="*/ 140 w 224"/>
              <a:gd name="T49" fmla="*/ 195 h 224"/>
              <a:gd name="T50" fmla="*/ 160 w 224"/>
              <a:gd name="T51" fmla="*/ 200 h 224"/>
              <a:gd name="T52" fmla="*/ 183 w 224"/>
              <a:gd name="T53" fmla="*/ 200 h 224"/>
              <a:gd name="T54" fmla="*/ 211 w 224"/>
              <a:gd name="T55" fmla="*/ 171 h 224"/>
              <a:gd name="T56" fmla="*/ 191 w 224"/>
              <a:gd name="T57" fmla="*/ 151 h 224"/>
              <a:gd name="T58" fmla="*/ 208 w 224"/>
              <a:gd name="T59" fmla="*/ 140 h 224"/>
              <a:gd name="T60" fmla="*/ 224 w 224"/>
              <a:gd name="T61" fmla="*/ 124 h 224"/>
              <a:gd name="T62" fmla="*/ 224 w 224"/>
              <a:gd name="T63" fmla="*/ 84 h 224"/>
              <a:gd name="T64" fmla="*/ 208 w 224"/>
              <a:gd name="T65" fmla="*/ 124 h 224"/>
              <a:gd name="T66" fmla="*/ 171 w 224"/>
              <a:gd name="T67" fmla="*/ 154 h 224"/>
              <a:gd name="T68" fmla="*/ 171 w 224"/>
              <a:gd name="T69" fmla="*/ 188 h 224"/>
              <a:gd name="T70" fmla="*/ 124 w 224"/>
              <a:gd name="T71" fmla="*/ 183 h 224"/>
              <a:gd name="T72" fmla="*/ 100 w 224"/>
              <a:gd name="T73" fmla="*/ 208 h 224"/>
              <a:gd name="T74" fmla="*/ 70 w 224"/>
              <a:gd name="T75" fmla="*/ 171 h 224"/>
              <a:gd name="T76" fmla="*/ 36 w 224"/>
              <a:gd name="T77" fmla="*/ 171 h 224"/>
              <a:gd name="T78" fmla="*/ 41 w 224"/>
              <a:gd name="T79" fmla="*/ 124 h 224"/>
              <a:gd name="T80" fmla="*/ 16 w 224"/>
              <a:gd name="T81" fmla="*/ 100 h 224"/>
              <a:gd name="T82" fmla="*/ 53 w 224"/>
              <a:gd name="T83" fmla="*/ 70 h 224"/>
              <a:gd name="T84" fmla="*/ 53 w 224"/>
              <a:gd name="T85" fmla="*/ 36 h 224"/>
              <a:gd name="T86" fmla="*/ 100 w 224"/>
              <a:gd name="T87" fmla="*/ 41 h 224"/>
              <a:gd name="T88" fmla="*/ 124 w 224"/>
              <a:gd name="T89" fmla="*/ 16 h 224"/>
              <a:gd name="T90" fmla="*/ 154 w 224"/>
              <a:gd name="T91" fmla="*/ 53 h 224"/>
              <a:gd name="T92" fmla="*/ 188 w 224"/>
              <a:gd name="T93" fmla="*/ 53 h 224"/>
              <a:gd name="T94" fmla="*/ 183 w 224"/>
              <a:gd name="T95" fmla="*/ 100 h 224"/>
              <a:gd name="T96" fmla="*/ 208 w 224"/>
              <a:gd name="T97" fmla="*/ 124 h 224"/>
              <a:gd name="T98" fmla="*/ 60 w 224"/>
              <a:gd name="T99" fmla="*/ 112 h 224"/>
              <a:gd name="T100" fmla="*/ 164 w 224"/>
              <a:gd name="T101" fmla="*/ 112 h 224"/>
              <a:gd name="T102" fmla="*/ 112 w 224"/>
              <a:gd name="T103" fmla="*/ 148 h 224"/>
              <a:gd name="T104" fmla="*/ 112 w 224"/>
              <a:gd name="T105" fmla="*/ 76 h 224"/>
              <a:gd name="T106" fmla="*/ 112 w 224"/>
              <a:gd name="T107" fmla="*/ 14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4" h="224">
                <a:moveTo>
                  <a:pt x="208" y="84"/>
                </a:moveTo>
                <a:cubicBezTo>
                  <a:pt x="195" y="84"/>
                  <a:pt x="195" y="84"/>
                  <a:pt x="195" y="84"/>
                </a:cubicBezTo>
                <a:cubicBezTo>
                  <a:pt x="194" y="80"/>
                  <a:pt x="193" y="76"/>
                  <a:pt x="191" y="73"/>
                </a:cubicBezTo>
                <a:cubicBezTo>
                  <a:pt x="200" y="64"/>
                  <a:pt x="200" y="64"/>
                  <a:pt x="200" y="64"/>
                </a:cubicBezTo>
                <a:cubicBezTo>
                  <a:pt x="211" y="53"/>
                  <a:pt x="211" y="53"/>
                  <a:pt x="211" y="53"/>
                </a:cubicBezTo>
                <a:cubicBezTo>
                  <a:pt x="200" y="41"/>
                  <a:pt x="200" y="41"/>
                  <a:pt x="200" y="41"/>
                </a:cubicBezTo>
                <a:cubicBezTo>
                  <a:pt x="183" y="24"/>
                  <a:pt x="183" y="24"/>
                  <a:pt x="183" y="24"/>
                </a:cubicBezTo>
                <a:cubicBezTo>
                  <a:pt x="171" y="13"/>
                  <a:pt x="171" y="13"/>
                  <a:pt x="171" y="13"/>
                </a:cubicBezTo>
                <a:cubicBezTo>
                  <a:pt x="160" y="24"/>
                  <a:pt x="160" y="24"/>
                  <a:pt x="160" y="24"/>
                </a:cubicBezTo>
                <a:cubicBezTo>
                  <a:pt x="151" y="33"/>
                  <a:pt x="151" y="33"/>
                  <a:pt x="151" y="33"/>
                </a:cubicBezTo>
                <a:cubicBezTo>
                  <a:pt x="148" y="31"/>
                  <a:pt x="144" y="30"/>
                  <a:pt x="140" y="29"/>
                </a:cubicBezTo>
                <a:cubicBezTo>
                  <a:pt x="140" y="16"/>
                  <a:pt x="140" y="16"/>
                  <a:pt x="140" y="16"/>
                </a:cubicBezTo>
                <a:cubicBezTo>
                  <a:pt x="140" y="0"/>
                  <a:pt x="140" y="0"/>
                  <a:pt x="140" y="0"/>
                </a:cubicBezTo>
                <a:cubicBezTo>
                  <a:pt x="124" y="0"/>
                  <a:pt x="124" y="0"/>
                  <a:pt x="124" y="0"/>
                </a:cubicBezTo>
                <a:cubicBezTo>
                  <a:pt x="100" y="0"/>
                  <a:pt x="100" y="0"/>
                  <a:pt x="100" y="0"/>
                </a:cubicBezTo>
                <a:cubicBezTo>
                  <a:pt x="84" y="0"/>
                  <a:pt x="84" y="0"/>
                  <a:pt x="84" y="0"/>
                </a:cubicBezTo>
                <a:cubicBezTo>
                  <a:pt x="84" y="16"/>
                  <a:pt x="84" y="16"/>
                  <a:pt x="84" y="16"/>
                </a:cubicBezTo>
                <a:cubicBezTo>
                  <a:pt x="84" y="29"/>
                  <a:pt x="84" y="29"/>
                  <a:pt x="84" y="29"/>
                </a:cubicBezTo>
                <a:cubicBezTo>
                  <a:pt x="80" y="30"/>
                  <a:pt x="76" y="31"/>
                  <a:pt x="73" y="33"/>
                </a:cubicBezTo>
                <a:cubicBezTo>
                  <a:pt x="64" y="24"/>
                  <a:pt x="64" y="24"/>
                  <a:pt x="64" y="24"/>
                </a:cubicBezTo>
                <a:cubicBezTo>
                  <a:pt x="53" y="13"/>
                  <a:pt x="53" y="13"/>
                  <a:pt x="53" y="13"/>
                </a:cubicBezTo>
                <a:cubicBezTo>
                  <a:pt x="41" y="24"/>
                  <a:pt x="41" y="24"/>
                  <a:pt x="41" y="24"/>
                </a:cubicBezTo>
                <a:cubicBezTo>
                  <a:pt x="24" y="41"/>
                  <a:pt x="24" y="41"/>
                  <a:pt x="24" y="41"/>
                </a:cubicBezTo>
                <a:cubicBezTo>
                  <a:pt x="13" y="53"/>
                  <a:pt x="13" y="53"/>
                  <a:pt x="13" y="53"/>
                </a:cubicBezTo>
                <a:cubicBezTo>
                  <a:pt x="24" y="64"/>
                  <a:pt x="24" y="64"/>
                  <a:pt x="24" y="64"/>
                </a:cubicBezTo>
                <a:cubicBezTo>
                  <a:pt x="33" y="73"/>
                  <a:pt x="33" y="73"/>
                  <a:pt x="33" y="73"/>
                </a:cubicBezTo>
                <a:cubicBezTo>
                  <a:pt x="31" y="76"/>
                  <a:pt x="30" y="80"/>
                  <a:pt x="29" y="84"/>
                </a:cubicBezTo>
                <a:cubicBezTo>
                  <a:pt x="16" y="84"/>
                  <a:pt x="16" y="84"/>
                  <a:pt x="16" y="84"/>
                </a:cubicBezTo>
                <a:cubicBezTo>
                  <a:pt x="0" y="84"/>
                  <a:pt x="0" y="84"/>
                  <a:pt x="0" y="84"/>
                </a:cubicBezTo>
                <a:cubicBezTo>
                  <a:pt x="0" y="100"/>
                  <a:pt x="0" y="100"/>
                  <a:pt x="0" y="100"/>
                </a:cubicBezTo>
                <a:cubicBezTo>
                  <a:pt x="0" y="124"/>
                  <a:pt x="0" y="124"/>
                  <a:pt x="0" y="124"/>
                </a:cubicBezTo>
                <a:cubicBezTo>
                  <a:pt x="0" y="140"/>
                  <a:pt x="0" y="140"/>
                  <a:pt x="0" y="140"/>
                </a:cubicBezTo>
                <a:cubicBezTo>
                  <a:pt x="16" y="140"/>
                  <a:pt x="16" y="140"/>
                  <a:pt x="16" y="140"/>
                </a:cubicBezTo>
                <a:cubicBezTo>
                  <a:pt x="29" y="140"/>
                  <a:pt x="29" y="140"/>
                  <a:pt x="29" y="140"/>
                </a:cubicBezTo>
                <a:cubicBezTo>
                  <a:pt x="30" y="144"/>
                  <a:pt x="31" y="148"/>
                  <a:pt x="33" y="151"/>
                </a:cubicBezTo>
                <a:cubicBezTo>
                  <a:pt x="24" y="160"/>
                  <a:pt x="24" y="160"/>
                  <a:pt x="24" y="160"/>
                </a:cubicBezTo>
                <a:cubicBezTo>
                  <a:pt x="13" y="171"/>
                  <a:pt x="13" y="171"/>
                  <a:pt x="13" y="171"/>
                </a:cubicBezTo>
                <a:cubicBezTo>
                  <a:pt x="24" y="183"/>
                  <a:pt x="24" y="183"/>
                  <a:pt x="24" y="183"/>
                </a:cubicBezTo>
                <a:cubicBezTo>
                  <a:pt x="41" y="200"/>
                  <a:pt x="41" y="200"/>
                  <a:pt x="41" y="200"/>
                </a:cubicBezTo>
                <a:cubicBezTo>
                  <a:pt x="53" y="211"/>
                  <a:pt x="53" y="211"/>
                  <a:pt x="53" y="211"/>
                </a:cubicBezTo>
                <a:cubicBezTo>
                  <a:pt x="64" y="200"/>
                  <a:pt x="64" y="200"/>
                  <a:pt x="64" y="200"/>
                </a:cubicBezTo>
                <a:cubicBezTo>
                  <a:pt x="73" y="191"/>
                  <a:pt x="73" y="191"/>
                  <a:pt x="73" y="191"/>
                </a:cubicBezTo>
                <a:cubicBezTo>
                  <a:pt x="76" y="193"/>
                  <a:pt x="80" y="194"/>
                  <a:pt x="84" y="195"/>
                </a:cubicBezTo>
                <a:cubicBezTo>
                  <a:pt x="84" y="208"/>
                  <a:pt x="84" y="208"/>
                  <a:pt x="84" y="208"/>
                </a:cubicBezTo>
                <a:cubicBezTo>
                  <a:pt x="84" y="224"/>
                  <a:pt x="84" y="224"/>
                  <a:pt x="84" y="224"/>
                </a:cubicBezTo>
                <a:cubicBezTo>
                  <a:pt x="100" y="224"/>
                  <a:pt x="100" y="224"/>
                  <a:pt x="100" y="224"/>
                </a:cubicBezTo>
                <a:cubicBezTo>
                  <a:pt x="124" y="224"/>
                  <a:pt x="124" y="224"/>
                  <a:pt x="124" y="224"/>
                </a:cubicBezTo>
                <a:cubicBezTo>
                  <a:pt x="140" y="224"/>
                  <a:pt x="140" y="224"/>
                  <a:pt x="140" y="224"/>
                </a:cubicBezTo>
                <a:cubicBezTo>
                  <a:pt x="140" y="208"/>
                  <a:pt x="140" y="208"/>
                  <a:pt x="140" y="208"/>
                </a:cubicBezTo>
                <a:cubicBezTo>
                  <a:pt x="140" y="195"/>
                  <a:pt x="140" y="195"/>
                  <a:pt x="140" y="195"/>
                </a:cubicBezTo>
                <a:cubicBezTo>
                  <a:pt x="144" y="194"/>
                  <a:pt x="148" y="193"/>
                  <a:pt x="151" y="191"/>
                </a:cubicBezTo>
                <a:cubicBezTo>
                  <a:pt x="160" y="200"/>
                  <a:pt x="160" y="200"/>
                  <a:pt x="160" y="200"/>
                </a:cubicBezTo>
                <a:cubicBezTo>
                  <a:pt x="171" y="211"/>
                  <a:pt x="171" y="211"/>
                  <a:pt x="171" y="211"/>
                </a:cubicBezTo>
                <a:cubicBezTo>
                  <a:pt x="183" y="200"/>
                  <a:pt x="183" y="200"/>
                  <a:pt x="183" y="200"/>
                </a:cubicBezTo>
                <a:cubicBezTo>
                  <a:pt x="200" y="183"/>
                  <a:pt x="200" y="183"/>
                  <a:pt x="200" y="183"/>
                </a:cubicBezTo>
                <a:cubicBezTo>
                  <a:pt x="211" y="171"/>
                  <a:pt x="211" y="171"/>
                  <a:pt x="211" y="171"/>
                </a:cubicBezTo>
                <a:cubicBezTo>
                  <a:pt x="200" y="160"/>
                  <a:pt x="200" y="160"/>
                  <a:pt x="200" y="160"/>
                </a:cubicBezTo>
                <a:cubicBezTo>
                  <a:pt x="191" y="151"/>
                  <a:pt x="191" y="151"/>
                  <a:pt x="191" y="151"/>
                </a:cubicBezTo>
                <a:cubicBezTo>
                  <a:pt x="193" y="148"/>
                  <a:pt x="194" y="144"/>
                  <a:pt x="195" y="140"/>
                </a:cubicBezTo>
                <a:cubicBezTo>
                  <a:pt x="208" y="140"/>
                  <a:pt x="208" y="140"/>
                  <a:pt x="208" y="140"/>
                </a:cubicBezTo>
                <a:cubicBezTo>
                  <a:pt x="224" y="140"/>
                  <a:pt x="224" y="140"/>
                  <a:pt x="224" y="140"/>
                </a:cubicBezTo>
                <a:cubicBezTo>
                  <a:pt x="224" y="124"/>
                  <a:pt x="224" y="124"/>
                  <a:pt x="224" y="124"/>
                </a:cubicBezTo>
                <a:cubicBezTo>
                  <a:pt x="224" y="100"/>
                  <a:pt x="224" y="100"/>
                  <a:pt x="224" y="100"/>
                </a:cubicBezTo>
                <a:cubicBezTo>
                  <a:pt x="224" y="84"/>
                  <a:pt x="224" y="84"/>
                  <a:pt x="224" y="84"/>
                </a:cubicBezTo>
                <a:lnTo>
                  <a:pt x="208" y="84"/>
                </a:lnTo>
                <a:close/>
                <a:moveTo>
                  <a:pt x="208" y="124"/>
                </a:moveTo>
                <a:cubicBezTo>
                  <a:pt x="183" y="124"/>
                  <a:pt x="183" y="124"/>
                  <a:pt x="183" y="124"/>
                </a:cubicBezTo>
                <a:cubicBezTo>
                  <a:pt x="181" y="135"/>
                  <a:pt x="177" y="145"/>
                  <a:pt x="171" y="154"/>
                </a:cubicBezTo>
                <a:cubicBezTo>
                  <a:pt x="188" y="171"/>
                  <a:pt x="188" y="171"/>
                  <a:pt x="188" y="171"/>
                </a:cubicBezTo>
                <a:cubicBezTo>
                  <a:pt x="171" y="188"/>
                  <a:pt x="171" y="188"/>
                  <a:pt x="171" y="188"/>
                </a:cubicBezTo>
                <a:cubicBezTo>
                  <a:pt x="154" y="171"/>
                  <a:pt x="154" y="171"/>
                  <a:pt x="154" y="171"/>
                </a:cubicBezTo>
                <a:cubicBezTo>
                  <a:pt x="145" y="177"/>
                  <a:pt x="135" y="181"/>
                  <a:pt x="124" y="183"/>
                </a:cubicBezTo>
                <a:cubicBezTo>
                  <a:pt x="124" y="208"/>
                  <a:pt x="124" y="208"/>
                  <a:pt x="124" y="208"/>
                </a:cubicBezTo>
                <a:cubicBezTo>
                  <a:pt x="100" y="208"/>
                  <a:pt x="100" y="208"/>
                  <a:pt x="100" y="208"/>
                </a:cubicBezTo>
                <a:cubicBezTo>
                  <a:pt x="100" y="183"/>
                  <a:pt x="100" y="183"/>
                  <a:pt x="100" y="183"/>
                </a:cubicBezTo>
                <a:cubicBezTo>
                  <a:pt x="89" y="181"/>
                  <a:pt x="79" y="177"/>
                  <a:pt x="70" y="171"/>
                </a:cubicBezTo>
                <a:cubicBezTo>
                  <a:pt x="53" y="188"/>
                  <a:pt x="53" y="188"/>
                  <a:pt x="53" y="188"/>
                </a:cubicBezTo>
                <a:cubicBezTo>
                  <a:pt x="36" y="171"/>
                  <a:pt x="36" y="171"/>
                  <a:pt x="36" y="171"/>
                </a:cubicBezTo>
                <a:cubicBezTo>
                  <a:pt x="53" y="154"/>
                  <a:pt x="53" y="154"/>
                  <a:pt x="53" y="154"/>
                </a:cubicBezTo>
                <a:cubicBezTo>
                  <a:pt x="47" y="145"/>
                  <a:pt x="43" y="135"/>
                  <a:pt x="41" y="124"/>
                </a:cubicBezTo>
                <a:cubicBezTo>
                  <a:pt x="16" y="124"/>
                  <a:pt x="16" y="124"/>
                  <a:pt x="16" y="124"/>
                </a:cubicBezTo>
                <a:cubicBezTo>
                  <a:pt x="16" y="100"/>
                  <a:pt x="16" y="100"/>
                  <a:pt x="16" y="100"/>
                </a:cubicBezTo>
                <a:cubicBezTo>
                  <a:pt x="41" y="100"/>
                  <a:pt x="41" y="100"/>
                  <a:pt x="41" y="100"/>
                </a:cubicBezTo>
                <a:cubicBezTo>
                  <a:pt x="43" y="89"/>
                  <a:pt x="47" y="79"/>
                  <a:pt x="53" y="70"/>
                </a:cubicBezTo>
                <a:cubicBezTo>
                  <a:pt x="36" y="53"/>
                  <a:pt x="36" y="53"/>
                  <a:pt x="36" y="53"/>
                </a:cubicBezTo>
                <a:cubicBezTo>
                  <a:pt x="53" y="36"/>
                  <a:pt x="53" y="36"/>
                  <a:pt x="53" y="36"/>
                </a:cubicBezTo>
                <a:cubicBezTo>
                  <a:pt x="70" y="53"/>
                  <a:pt x="70" y="53"/>
                  <a:pt x="70" y="53"/>
                </a:cubicBezTo>
                <a:cubicBezTo>
                  <a:pt x="79" y="47"/>
                  <a:pt x="89" y="43"/>
                  <a:pt x="100" y="41"/>
                </a:cubicBezTo>
                <a:cubicBezTo>
                  <a:pt x="100" y="16"/>
                  <a:pt x="100" y="16"/>
                  <a:pt x="100" y="16"/>
                </a:cubicBezTo>
                <a:cubicBezTo>
                  <a:pt x="124" y="16"/>
                  <a:pt x="124" y="16"/>
                  <a:pt x="124" y="16"/>
                </a:cubicBezTo>
                <a:cubicBezTo>
                  <a:pt x="124" y="41"/>
                  <a:pt x="124" y="41"/>
                  <a:pt x="124" y="41"/>
                </a:cubicBezTo>
                <a:cubicBezTo>
                  <a:pt x="135" y="43"/>
                  <a:pt x="145" y="47"/>
                  <a:pt x="154" y="53"/>
                </a:cubicBezTo>
                <a:cubicBezTo>
                  <a:pt x="171" y="36"/>
                  <a:pt x="171" y="36"/>
                  <a:pt x="171" y="36"/>
                </a:cubicBezTo>
                <a:cubicBezTo>
                  <a:pt x="188" y="53"/>
                  <a:pt x="188" y="53"/>
                  <a:pt x="188" y="53"/>
                </a:cubicBezTo>
                <a:cubicBezTo>
                  <a:pt x="171" y="70"/>
                  <a:pt x="171" y="70"/>
                  <a:pt x="171" y="70"/>
                </a:cubicBezTo>
                <a:cubicBezTo>
                  <a:pt x="177" y="79"/>
                  <a:pt x="181" y="89"/>
                  <a:pt x="183" y="100"/>
                </a:cubicBezTo>
                <a:cubicBezTo>
                  <a:pt x="208" y="100"/>
                  <a:pt x="208" y="100"/>
                  <a:pt x="208" y="100"/>
                </a:cubicBezTo>
                <a:lnTo>
                  <a:pt x="208" y="124"/>
                </a:lnTo>
                <a:close/>
                <a:moveTo>
                  <a:pt x="112" y="60"/>
                </a:moveTo>
                <a:cubicBezTo>
                  <a:pt x="83" y="60"/>
                  <a:pt x="60" y="83"/>
                  <a:pt x="60" y="112"/>
                </a:cubicBezTo>
                <a:cubicBezTo>
                  <a:pt x="60" y="141"/>
                  <a:pt x="83" y="164"/>
                  <a:pt x="112" y="164"/>
                </a:cubicBezTo>
                <a:cubicBezTo>
                  <a:pt x="141" y="164"/>
                  <a:pt x="164" y="141"/>
                  <a:pt x="164" y="112"/>
                </a:cubicBezTo>
                <a:cubicBezTo>
                  <a:pt x="164" y="83"/>
                  <a:pt x="141" y="60"/>
                  <a:pt x="112" y="60"/>
                </a:cubicBezTo>
                <a:moveTo>
                  <a:pt x="112" y="148"/>
                </a:moveTo>
                <a:cubicBezTo>
                  <a:pt x="92" y="148"/>
                  <a:pt x="76" y="132"/>
                  <a:pt x="76" y="112"/>
                </a:cubicBezTo>
                <a:cubicBezTo>
                  <a:pt x="76" y="92"/>
                  <a:pt x="92" y="76"/>
                  <a:pt x="112" y="76"/>
                </a:cubicBezTo>
                <a:cubicBezTo>
                  <a:pt x="132" y="76"/>
                  <a:pt x="148" y="92"/>
                  <a:pt x="148" y="112"/>
                </a:cubicBezTo>
                <a:cubicBezTo>
                  <a:pt x="148" y="132"/>
                  <a:pt x="132" y="148"/>
                  <a:pt x="112" y="148"/>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6382650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a:spcBef>
                <a:spcPts val="600"/>
              </a:spcBef>
            </a:pPr>
            <a:r>
              <a:rPr lang="en-US" sz="1400" b="0" noProof="0" dirty="0">
                <a:solidFill>
                  <a:srgbClr val="002856"/>
                </a:solidFill>
                <a:latin typeface="+mj-lt"/>
              </a:rPr>
              <a:t>				</a:t>
            </a:r>
          </a:p>
          <a:p>
            <a:pPr>
              <a:spcBef>
                <a:spcPts val="600"/>
              </a:spcBef>
            </a:pPr>
            <a:endParaRPr lang="en-US" sz="1400" b="0" noProof="0" dirty="0">
              <a:solidFill>
                <a:srgbClr val="6F7878"/>
              </a:solidFill>
              <a:latin typeface="+mj-lt"/>
            </a:endParaRPr>
          </a:p>
          <a:p>
            <a:pPr algn="l">
              <a:spcBef>
                <a:spcPts val="600"/>
              </a:spcBef>
            </a:pPr>
            <a:endParaRPr lang="en-US" sz="1400" dirty="0"/>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22507" y="238047"/>
            <a:ext cx="5819775" cy="451231"/>
          </a:xfrm>
        </p:spPr>
        <p:txBody>
          <a:bodyPr/>
          <a:lstStyle/>
          <a:p>
            <a:r>
              <a:rPr lang="en-US" dirty="0">
                <a:solidFill>
                  <a:schemeClr val="bg1"/>
                </a:solidFill>
              </a:rPr>
              <a:t>Flexibility in Course Syllabi Project</a:t>
            </a:r>
          </a:p>
        </p:txBody>
      </p:sp>
      <p:sp>
        <p:nvSpPr>
          <p:cNvPr id="7" name="TextBox 6">
            <a:extLst>
              <a:ext uri="{FF2B5EF4-FFF2-40B4-BE49-F238E27FC236}">
                <a16:creationId xmlns:a16="http://schemas.microsoft.com/office/drawing/2014/main" id="{8D21CB09-BCBB-5D55-6F98-A6C974764DBF}"/>
              </a:ext>
            </a:extLst>
          </p:cNvPr>
          <p:cNvSpPr txBox="1"/>
          <p:nvPr/>
        </p:nvSpPr>
        <p:spPr>
          <a:xfrm>
            <a:off x="7102362" y="247269"/>
            <a:ext cx="2956037" cy="553998"/>
          </a:xfrm>
          <a:prstGeom prst="rect">
            <a:avLst/>
          </a:prstGeom>
          <a:noFill/>
        </p:spPr>
        <p:txBody>
          <a:bodyPr wrap="square" lIns="91440" tIns="0" rIns="91440" bIns="0" rtlCol="0" anchor="ctr" anchorCtr="0">
            <a:spAutoFit/>
          </a:bodyPr>
          <a:lstStyle/>
          <a:p>
            <a:pPr>
              <a:defRPr/>
            </a:pPr>
            <a:r>
              <a:rPr lang="en-US" b="1" kern="0" dirty="0">
                <a:solidFill>
                  <a:schemeClr val="accent5"/>
                </a:solidFill>
                <a:latin typeface="Arial" panose="020B0604020202020204"/>
                <a:cs typeface="Arial"/>
                <a:sym typeface="Arial"/>
              </a:rPr>
              <a:t>UBC</a:t>
            </a:r>
            <a:endParaRPr lang="en-US" b="1" kern="0" dirty="0">
              <a:solidFill>
                <a:schemeClr val="accent5"/>
              </a:solidFill>
              <a:cs typeface="Arial"/>
            </a:endParaRPr>
          </a:p>
          <a:p>
            <a:pPr>
              <a:defRPr/>
            </a:pPr>
            <a:r>
              <a:rPr lang="en-US" b="1" kern="0" dirty="0">
                <a:solidFill>
                  <a:schemeClr val="accent5"/>
                </a:solidFill>
                <a:latin typeface="Arial" panose="020B0604020202020204"/>
                <a:cs typeface="Arial"/>
                <a:sym typeface="Arial"/>
              </a:rPr>
              <a:t>Vancouver, Canada</a:t>
            </a:r>
            <a:endParaRPr lang="en-US" dirty="0"/>
          </a:p>
        </p:txBody>
      </p:sp>
      <p:sp>
        <p:nvSpPr>
          <p:cNvPr id="40" name="TextBox 39">
            <a:extLst>
              <a:ext uri="{FF2B5EF4-FFF2-40B4-BE49-F238E27FC236}">
                <a16:creationId xmlns:a16="http://schemas.microsoft.com/office/drawing/2014/main" id="{8BDBAD64-9C5A-F913-FEB8-3F512B749AE3}"/>
              </a:ext>
            </a:extLst>
          </p:cNvPr>
          <p:cNvSpPr txBox="1"/>
          <p:nvPr/>
        </p:nvSpPr>
        <p:spPr>
          <a:xfrm>
            <a:off x="456787" y="1136923"/>
            <a:ext cx="6013682" cy="1492716"/>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Problem/Opportunity</a:t>
            </a:r>
          </a:p>
          <a:p>
            <a:pPr>
              <a:spcBef>
                <a:spcPts val="600"/>
              </a:spcBef>
            </a:pPr>
            <a:r>
              <a:rPr lang="en-US" sz="1200" dirty="0">
                <a:solidFill>
                  <a:schemeClr val="bg1"/>
                </a:solidFill>
                <a:cs typeface="Arial"/>
              </a:rPr>
              <a:t>Though academic governance processes typically provide guidelines for what should be contained within course syllabi, the specific pedagogical approach is left to the instructor to decide, based on the learning goals of the course and the habits and norms of their faculty. This leaves a great degree of variance in how courses are structured, delivered and assessed, and presents a roadblock to obtaining an aggregate-level insight into the experiences of students and the offerings of instructors across a particular dimension. </a:t>
            </a: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6787" y="1430836"/>
            <a:ext cx="6007564" cy="0"/>
          </a:xfrm>
          <a:prstGeom prst="line">
            <a:avLst/>
          </a:prstGeom>
          <a:noFill/>
          <a:ln w="12700" cap="flat" cmpd="sng">
            <a:solidFill>
              <a:srgbClr val="6F7878"/>
            </a:solidFill>
            <a:prstDash val="solid"/>
            <a:round/>
            <a:headEnd type="none" w="lg" len="med"/>
            <a:tailEnd type="none" w="lg" len="med"/>
          </a:ln>
        </p:spPr>
      </p:cxn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Key Technologies Used</a:t>
            </a:r>
            <a:endParaRPr lang="en-US" sz="1200" dirty="0"/>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633997"/>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2631490"/>
            <a:chOff x="457200" y="4291325"/>
            <a:chExt cx="4631595" cy="2631490"/>
          </a:xfrm>
        </p:grpSpPr>
        <p:sp>
          <p:nvSpPr>
            <p:cNvPr id="17" name="TextBox 16">
              <a:extLst>
                <a:ext uri="{FF2B5EF4-FFF2-40B4-BE49-F238E27FC236}">
                  <a16:creationId xmlns:a16="http://schemas.microsoft.com/office/drawing/2014/main" id="{3FBB2531-0FF2-F3B8-90CB-048C7CED8520}"/>
                </a:ext>
              </a:extLst>
            </p:cNvPr>
            <p:cNvSpPr txBox="1"/>
            <p:nvPr/>
          </p:nvSpPr>
          <p:spPr>
            <a:xfrm>
              <a:off x="457200" y="4291325"/>
              <a:ext cx="4041291" cy="2631490"/>
            </a:xfrm>
            <a:prstGeom prst="rect">
              <a:avLst/>
            </a:prstGeom>
            <a:noFill/>
          </p:spPr>
          <p:txBody>
            <a:bodyPr wrap="square" lIns="0" tIns="45720" rIns="0" bIns="45720" rtlCol="0" anchor="t">
              <a:spAutoFit/>
            </a:bodyPr>
            <a:lstStyle/>
            <a:p>
              <a:pPr algn="l">
                <a:spcBef>
                  <a:spcPts val="600"/>
                </a:spcBef>
              </a:pPr>
              <a:r>
                <a:rPr lang="en-US" sz="1400" dirty="0">
                  <a:solidFill>
                    <a:schemeClr val="tx2"/>
                  </a:solidFill>
                  <a:latin typeface="+mj-lt"/>
                </a:rPr>
                <a:t>Outcomes</a:t>
              </a:r>
            </a:p>
            <a:p>
              <a:pPr algn="l">
                <a:spcBef>
                  <a:spcPts val="600"/>
                </a:spcBef>
              </a:pPr>
              <a:endParaRPr lang="en-US" sz="1400" dirty="0">
                <a:solidFill>
                  <a:schemeClr val="tx2"/>
                </a:solidFill>
                <a:latin typeface="+mj-lt"/>
              </a:endParaRPr>
            </a:p>
            <a:p>
              <a:pPr marL="182880" indent="-182880">
                <a:buFont typeface="Wingdings" panose="05000000000000000000" pitchFamily="2" charset="2"/>
                <a:buChar char="Ø"/>
              </a:pPr>
              <a:r>
                <a:rPr lang="en-US" sz="1200" b="1" dirty="0"/>
                <a:t>Improved user experience</a:t>
              </a:r>
              <a:endParaRPr lang="en-US" dirty="0">
                <a:cs typeface="Arial"/>
              </a:endParaRPr>
            </a:p>
            <a:p>
              <a:pPr marL="640080" lvl="1" indent="-182880">
                <a:buFont typeface="Wingdings" panose="05000000000000000000" pitchFamily="2" charset="2"/>
                <a:buChar char="Ø"/>
              </a:pPr>
              <a:r>
                <a:rPr lang="en-US" sz="1200" dirty="0">
                  <a:cs typeface="Arial"/>
                </a:rPr>
                <a:t>Users can perform analyses on curricula that were previously unfeasible due to scale.</a:t>
              </a:r>
            </a:p>
            <a:p>
              <a:pPr marL="640080" lvl="1" indent="-182880">
                <a:buFont typeface="Wingdings" panose="05000000000000000000" pitchFamily="2" charset="2"/>
                <a:buChar char="Ø"/>
              </a:pPr>
              <a:r>
                <a:rPr lang="en-US" sz="1200" dirty="0">
                  <a:cs typeface="Arial"/>
                </a:rPr>
                <a:t>Metrics collected through automated analysis can be used directly to support and improve the student experience.</a:t>
              </a:r>
              <a:br>
                <a:rPr lang="en-US" sz="1200" dirty="0">
                  <a:cs typeface="Arial"/>
                </a:rPr>
              </a:br>
              <a:endParaRPr lang="en-US" sz="1200" dirty="0">
                <a:cs typeface="Arial"/>
              </a:endParaRPr>
            </a:p>
            <a:p>
              <a:pPr marL="640080" lvl="1" indent="-182880">
                <a:buFont typeface="Wingdings" panose="05000000000000000000" pitchFamily="2" charset="2"/>
                <a:buChar char="Ø"/>
              </a:pPr>
              <a:endParaRPr lang="en-US" sz="1200" dirty="0"/>
            </a:p>
            <a:p>
              <a:pPr marL="182880" indent="-182880">
                <a:buFont typeface="Wingdings" panose="05000000000000000000" pitchFamily="2" charset="2"/>
                <a:buChar char="Ø"/>
              </a:pPr>
              <a:r>
                <a:rPr lang="en-US" sz="1200" b="1" dirty="0"/>
                <a:t>Time savings</a:t>
              </a:r>
              <a:endParaRPr lang="en-US" dirty="0">
                <a:cs typeface="Arial"/>
              </a:endParaRPr>
            </a:p>
            <a:p>
              <a:pPr marL="640080" lvl="1" indent="-182880">
                <a:buFont typeface="Wingdings" panose="05000000000000000000" pitchFamily="2" charset="2"/>
                <a:buChar char="Ø"/>
              </a:pPr>
              <a:r>
                <a:rPr lang="en-US" sz="1200" dirty="0">
                  <a:cs typeface="Arial"/>
                </a:rPr>
                <a:t>Speed of analyzing text from syllabi has decreased from tens of hours to minutes.</a:t>
              </a: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182880" bIns="91440" rtlCol="0" anchor="ctr"/>
          <a:lstStyle/>
          <a:p>
            <a:pPr algn="r">
              <a:buClr>
                <a:srgbClr val="000000"/>
              </a:buClr>
              <a:defRPr/>
            </a:pP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latin typeface="Arial"/>
                <a:cs typeface="Arial"/>
                <a:sym typeface="Arial"/>
              </a:rPr>
              <a:t>Being able to flexibly analyze hundreds if not thousands of pages of text across our diverse academic contexts offers new insights at scale into our teaching and learning activities.”</a:t>
            </a:r>
            <a:br>
              <a:rPr lang="en-US" sz="1200" i="1" u="none" strike="noStrike" kern="0" cap="none" spc="0" normalizeH="0" baseline="0" noProof="0" dirty="0">
                <a:ln>
                  <a:noFill/>
                </a:ln>
                <a:effectLst/>
                <a:uLnTx/>
                <a:uFillTx/>
                <a:latin typeface="Arial"/>
                <a:cs typeface="Arial"/>
              </a:rPr>
            </a:b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 </a:t>
            </a:r>
            <a:br>
              <a:rPr lang="en-US" sz="120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i="0" u="none" strike="noStrike" kern="0" cap="none" spc="0" normalizeH="0" baseline="0" noProof="0" dirty="0">
                <a:ln>
                  <a:noFill/>
                </a:ln>
                <a:solidFill>
                  <a:srgbClr val="000000"/>
                </a:solidFill>
                <a:effectLst/>
                <a:uLnTx/>
                <a:uFillTx/>
                <a:latin typeface="Arial"/>
                <a:ea typeface="+mn-ea"/>
                <a:cs typeface="Arial"/>
                <a:sym typeface="Arial"/>
              </a:rPr>
              <a:t> Senior executive </a:t>
            </a:r>
            <a:r>
              <a:rPr lang="en-US" sz="1200" kern="0" dirty="0">
                <a:solidFill>
                  <a:srgbClr val="000000"/>
                </a:solidFill>
                <a:latin typeface="Arial"/>
                <a:cs typeface="Arial"/>
                <a:sym typeface="Arial"/>
              </a:rPr>
              <a:t>at UBC</a:t>
            </a:r>
            <a:endParaRPr kumimoji="0" lang="en-US" sz="120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5305"/>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algn="l">
                <a:spcBef>
                  <a:spcPts val="600"/>
                </a:spcBef>
              </a:pPr>
              <a:endParaRPr lang="en-US" dirty="0"/>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49097"/>
            <a:ext cx="5968375" cy="215444"/>
          </a:xfrm>
          <a:prstGeom prst="rect">
            <a:avLst/>
          </a:prstGeom>
          <a:noFill/>
        </p:spPr>
        <p:txBody>
          <a:bodyPr wrap="square" lIns="0" tIns="45720" rIns="0" bIns="45720" rtlCol="0" anchor="t">
            <a:spAutoFit/>
          </a:bodyPr>
          <a:lstStyle/>
          <a:p>
            <a:r>
              <a:rPr lang="en-US" sz="800" dirty="0">
                <a:solidFill>
                  <a:schemeClr val="bg1"/>
                </a:solidFill>
              </a:rPr>
              <a:t>Source: Gartner 2024 Eye on Innovation Awards for Higher Education, UBC, Vancouver, Canada</a:t>
            </a:r>
          </a:p>
        </p:txBody>
      </p:sp>
      <p:sp>
        <p:nvSpPr>
          <p:cNvPr id="24" name="Rectangle 23">
            <a:extLst>
              <a:ext uri="{FF2B5EF4-FFF2-40B4-BE49-F238E27FC236}">
                <a16:creationId xmlns:a16="http://schemas.microsoft.com/office/drawing/2014/main" id="{E3EFB814-7A18-4B08-7C12-5FAC4590F980}"/>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sym typeface="Arial"/>
              </a:rPr>
              <a:t>Artificial intelligence (AI)</a:t>
            </a:r>
            <a:endParaRPr lang="en-US" sz="1200" kern="0" dirty="0">
              <a:solidFill>
                <a:schemeClr val="bg1"/>
              </a:solidFill>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Machine learning</a:t>
            </a:r>
          </a:p>
          <a:p>
            <a:pPr marL="171450" indent="-171450">
              <a:spcBef>
                <a:spcPts val="1200"/>
              </a:spcBef>
              <a:buClr>
                <a:srgbClr val="FFFFFF"/>
              </a:buClr>
              <a:buFont typeface="Wingdings" panose="05000000000000000000" pitchFamily="2" charset="2"/>
              <a:buChar char="Ø"/>
              <a:defRPr/>
            </a:pPr>
            <a:endParaRPr lang="en-US" sz="1200" kern="0" dirty="0">
              <a:solidFill>
                <a:schemeClr val="bg1"/>
              </a:solidFill>
              <a:latin typeface="Arial"/>
              <a:cs typeface="Arial"/>
            </a:endParaRPr>
          </a:p>
        </p:txBody>
      </p:sp>
      <p:sp>
        <p:nvSpPr>
          <p:cNvPr id="25" name="Rectangle 24">
            <a:extLst>
              <a:ext uri="{FF2B5EF4-FFF2-40B4-BE49-F238E27FC236}">
                <a16:creationId xmlns:a16="http://schemas.microsoft.com/office/drawing/2014/main" id="{FA7E23CE-6C12-EFBE-B5A9-A68E41B869A8}"/>
              </a:ext>
            </a:extLst>
          </p:cNvPr>
          <p:cNvSpPr/>
          <p:nvPr/>
        </p:nvSpPr>
        <p:spPr>
          <a:xfrm>
            <a:off x="3248100" y="4925927"/>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sym typeface="Arial"/>
              </a:rPr>
              <a:t>Natural language processing</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APIs</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Extract transformation load (ETL)</a:t>
            </a:r>
          </a:p>
        </p:txBody>
      </p:sp>
      <p:sp>
        <p:nvSpPr>
          <p:cNvPr id="26" name="TextBox 25">
            <a:extLst>
              <a:ext uri="{FF2B5EF4-FFF2-40B4-BE49-F238E27FC236}">
                <a16:creationId xmlns:a16="http://schemas.microsoft.com/office/drawing/2014/main" id="{0AB6A2AB-163F-1571-1BAA-236DB792AEDF}"/>
              </a:ext>
            </a:extLst>
          </p:cNvPr>
          <p:cNvSpPr txBox="1"/>
          <p:nvPr/>
        </p:nvSpPr>
        <p:spPr>
          <a:xfrm>
            <a:off x="456787" y="2728569"/>
            <a:ext cx="6121262" cy="1677382"/>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Solution</a:t>
            </a:r>
          </a:p>
          <a:p>
            <a:pPr>
              <a:spcBef>
                <a:spcPts val="600"/>
              </a:spcBef>
            </a:pPr>
            <a:r>
              <a:rPr lang="en-US" sz="1200" dirty="0">
                <a:solidFill>
                  <a:schemeClr val="bg1"/>
                </a:solidFill>
                <a:cs typeface="Arial"/>
              </a:rPr>
              <a:t>UBC used AI to create a streamlined web tool that allows academic users to analyze the pedagogical flexibility of courses from their syllabi. The open-source nature of the application allows for ease of deployment, enhancement or modification. Other aspects can be analyzed by changing the phrases used for semantic comparison, providing the university with an easy and intuitive way to compare elements of courses. From an institutional perspective, this innovation can be used to identify trends, gaps and opportunities for instructors.</a:t>
            </a:r>
          </a:p>
        </p:txBody>
      </p:sp>
      <p:cxnSp>
        <p:nvCxnSpPr>
          <p:cNvPr id="2" name="Straight Connector 1">
            <a:extLst>
              <a:ext uri="{FF2B5EF4-FFF2-40B4-BE49-F238E27FC236}">
                <a16:creationId xmlns:a16="http://schemas.microsoft.com/office/drawing/2014/main" id="{5A0E706B-CA39-B189-ED9F-89E87484660D}"/>
              </a:ext>
            </a:extLst>
          </p:cNvPr>
          <p:cNvCxnSpPr>
            <a:cxnSpLocks/>
          </p:cNvCxnSpPr>
          <p:nvPr/>
        </p:nvCxnSpPr>
        <p:spPr>
          <a:xfrm>
            <a:off x="456787" y="3013278"/>
            <a:ext cx="6007564" cy="0"/>
          </a:xfrm>
          <a:prstGeom prst="line">
            <a:avLst/>
          </a:prstGeom>
          <a:noFill/>
          <a:ln w="12700" cap="flat" cmpd="sng">
            <a:solidFill>
              <a:srgbClr val="6F7878"/>
            </a:solidFill>
            <a:prstDash val="solid"/>
            <a:round/>
            <a:headEnd type="none" w="lg" len="med"/>
            <a:tailEnd type="none" w="lg" len="med"/>
          </a:ln>
        </p:spPr>
      </p:cxnSp>
      <p:pic>
        <p:nvPicPr>
          <p:cNvPr id="13" name="Picture 12" descr="A group of blue people&#10;&#10;Description automatically generated">
            <a:extLst>
              <a:ext uri="{FF2B5EF4-FFF2-40B4-BE49-F238E27FC236}">
                <a16:creationId xmlns:a16="http://schemas.microsoft.com/office/drawing/2014/main" id="{30552D7B-7A7D-539B-46A4-F54D2037FFE9}"/>
              </a:ext>
            </a:extLst>
          </p:cNvPr>
          <p:cNvPicPr>
            <a:picLocks noChangeAspect="1"/>
          </p:cNvPicPr>
          <p:nvPr/>
        </p:nvPicPr>
        <p:blipFill>
          <a:blip r:embed="rId10"/>
          <a:stretch>
            <a:fillRect/>
          </a:stretch>
        </p:blipFill>
        <p:spPr>
          <a:xfrm>
            <a:off x="11347322" y="1725856"/>
            <a:ext cx="457200" cy="387626"/>
          </a:xfrm>
          <a:prstGeom prst="rect">
            <a:avLst/>
          </a:prstGeom>
        </p:spPr>
      </p:pic>
      <p:pic>
        <p:nvPicPr>
          <p:cNvPr id="27" name="Picture 26" descr="A blue clock with a black background&#10;&#10;Description automatically generated">
            <a:extLst>
              <a:ext uri="{FF2B5EF4-FFF2-40B4-BE49-F238E27FC236}">
                <a16:creationId xmlns:a16="http://schemas.microsoft.com/office/drawing/2014/main" id="{23F436B6-E910-8A65-98B2-709CECC17C3B}"/>
              </a:ext>
            </a:extLst>
          </p:cNvPr>
          <p:cNvPicPr>
            <a:picLocks noChangeAspect="1"/>
          </p:cNvPicPr>
          <p:nvPr/>
        </p:nvPicPr>
        <p:blipFill>
          <a:blip r:embed="rId11"/>
          <a:stretch>
            <a:fillRect/>
          </a:stretch>
        </p:blipFill>
        <p:spPr>
          <a:xfrm>
            <a:off x="11393042" y="3066541"/>
            <a:ext cx="365760" cy="358588"/>
          </a:xfrm>
          <a:prstGeom prst="rect">
            <a:avLst/>
          </a:prstGeom>
        </p:spPr>
      </p:pic>
      <p:pic>
        <p:nvPicPr>
          <p:cNvPr id="8" name="Picture 7" descr="University of British Columbia - N2 Canada">
            <a:extLst>
              <a:ext uri="{FF2B5EF4-FFF2-40B4-BE49-F238E27FC236}">
                <a16:creationId xmlns:a16="http://schemas.microsoft.com/office/drawing/2014/main" id="{CA8FD92E-DB97-9172-CA4B-E2A7EF0EEF07}"/>
              </a:ext>
            </a:extLst>
          </p:cNvPr>
          <p:cNvPicPr>
            <a:picLocks noChangeAspect="1"/>
          </p:cNvPicPr>
          <p:nvPr/>
        </p:nvPicPr>
        <p:blipFill>
          <a:blip r:embed="rId12"/>
          <a:stretch>
            <a:fillRect/>
          </a:stretch>
        </p:blipFill>
        <p:spPr>
          <a:xfrm>
            <a:off x="10749604" y="101004"/>
            <a:ext cx="1402702" cy="1091927"/>
          </a:xfrm>
          <a:prstGeom prst="rect">
            <a:avLst/>
          </a:prstGeom>
        </p:spPr>
      </p:pic>
      <p:sp>
        <p:nvSpPr>
          <p:cNvPr id="4" name="TextBox 3">
            <a:extLst>
              <a:ext uri="{FF2B5EF4-FFF2-40B4-BE49-F238E27FC236}">
                <a16:creationId xmlns:a16="http://schemas.microsoft.com/office/drawing/2014/main" id="{CDEF49C7-7CCF-3996-5843-9A5F5335FE42}"/>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23</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9139478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0"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ChatMigo</a:t>
            </a:r>
            <a:endParaRPr lang="en-US" dirty="0">
              <a:solidFill>
                <a:schemeClr val="bg1"/>
              </a:solidFill>
            </a:endParaRPr>
          </a:p>
        </p:txBody>
      </p:sp>
      <p:sp>
        <p:nvSpPr>
          <p:cNvPr id="7" name="TextBox 6">
            <a:extLst>
              <a:ext uri="{FF2B5EF4-FFF2-40B4-BE49-F238E27FC236}">
                <a16:creationId xmlns:a16="http://schemas.microsoft.com/office/drawing/2014/main" id="{8D21CB09-BCBB-5D55-6F98-A6C974764DBF}"/>
              </a:ext>
            </a:extLst>
          </p:cNvPr>
          <p:cNvSpPr txBox="1"/>
          <p:nvPr/>
        </p:nvSpPr>
        <p:spPr>
          <a:xfrm>
            <a:off x="7073584" y="273839"/>
            <a:ext cx="3949852"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sym typeface="Arial"/>
              </a:rPr>
              <a:t>Universidad de </a:t>
            </a:r>
            <a:r>
              <a:rPr lang="en-US" sz="1600" b="1" kern="0" dirty="0" err="1">
                <a:solidFill>
                  <a:srgbClr val="FF540A"/>
                </a:solidFill>
                <a:ea typeface="+mn-lt"/>
                <a:cs typeface="+mn-lt"/>
                <a:sym typeface="Arial"/>
              </a:rPr>
              <a:t>los</a:t>
            </a:r>
            <a:r>
              <a:rPr lang="en-US" sz="1600" b="1" kern="0" dirty="0">
                <a:solidFill>
                  <a:srgbClr val="FF540A"/>
                </a:solidFill>
                <a:ea typeface="+mn-lt"/>
                <a:cs typeface="+mn-lt"/>
                <a:sym typeface="Arial"/>
              </a:rPr>
              <a:t> Andes — Colombia</a:t>
            </a:r>
            <a:endParaRPr lang="en-US" dirty="0">
              <a:ea typeface="+mn-ea"/>
            </a:endParaRPr>
          </a:p>
          <a:p>
            <a:pPr>
              <a:defRPr/>
            </a:pPr>
            <a:r>
              <a:rPr lang="en-US" sz="1600" b="1" kern="0" dirty="0">
                <a:solidFill>
                  <a:srgbClr val="FF540A"/>
                </a:solidFill>
                <a:latin typeface="Arial" panose="020B0604020202020204"/>
                <a:cs typeface="Arial"/>
                <a:sym typeface="Arial"/>
              </a:rPr>
              <a:t>Bogotá, Colombia</a:t>
            </a:r>
            <a:endParaRPr lang="en-US" dirty="0">
              <a:ea typeface="+mn-ea"/>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1123384"/>
            <a:chOff x="457200" y="1155901"/>
            <a:chExt cx="6013682" cy="1123384"/>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Universidad de los Andes (UnIAndes) is tackling the problem of 400 decentralized websites with redundant and outdated information by introducing ChatMigo, an AI-driven virtual assistant. The goal is to create a centralized knowledge management system for consistent and accurate information.</a:t>
              </a:r>
              <a:endParaRPr lang="en-US" dirty="0">
                <a:solidFill>
                  <a:schemeClr val="bg2"/>
                </a:solidFil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843607"/>
            <a:ext cx="6121262" cy="1492716"/>
            <a:chOff x="457200" y="1155901"/>
            <a:chExt cx="6121262" cy="1492716"/>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cs typeface="Arial"/>
                </a:rPr>
                <a:t>Universidad de Los Andes deployed a natural language chatbot based on GPT models to streamline information retrieval and provide instant, accurate responses. The development process includes iterative steps like data loading and model adjustments. The system uses a microservices and serverless cloud architecture with various Azure services, ensuring a robust and dynamic solution for improved information access and administrative processes.</a:t>
              </a:r>
              <a:endParaRPr lang="en-US" dirty="0">
                <a:solidFill>
                  <a:prstClr val="white"/>
                </a:solidFil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49035"/>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2893100"/>
            <a:chOff x="457200" y="4291325"/>
            <a:chExt cx="4631595" cy="2893100"/>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289310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latin typeface="Arial" panose="020B0604020202020204"/>
                </a:rPr>
                <a:t>Lower response time: </a:t>
              </a:r>
              <a:r>
                <a:rPr lang="en-US" sz="1200" dirty="0">
                  <a:solidFill>
                    <a:prstClr val="black"/>
                  </a:solidFill>
                  <a:ea typeface="+mn-lt"/>
                  <a:cs typeface="+mn-lt"/>
                </a:rPr>
                <a:t>Reduced average response time for administrative inquiries from 24 to 48 hours to less than a minute.</a:t>
              </a:r>
              <a:endParaRPr lang="en-US" sz="1200" i="0" u="none" strike="noStrike" kern="1200" cap="none" spc="0" normalizeH="0" baseline="0" noProof="0" dirty="0">
                <a:ln>
                  <a:noFill/>
                </a:ln>
                <a:solidFill>
                  <a:prstClr val="black"/>
                </a:solidFill>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latin typeface="Arial" panose="020B0604020202020204"/>
                </a:rPr>
                <a:t>Improved efficiency</a:t>
              </a: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rPr>
                <a:t>:</a:t>
              </a:r>
              <a:r>
                <a:rPr kumimoji="0" lang="en-US" sz="1200" i="0" u="none" strike="noStrike" kern="1200" cap="none" spc="0" normalizeH="0" baseline="0" noProof="0" dirty="0">
                  <a:ln>
                    <a:noFill/>
                  </a:ln>
                  <a:solidFill>
                    <a:prstClr val="black"/>
                  </a:solidFill>
                  <a:effectLst/>
                  <a:uLnTx/>
                  <a:uFillTx/>
                  <a:latin typeface="Arial" panose="020B0604020202020204"/>
                  <a:ea typeface="+mn-ea"/>
                  <a:cs typeface="+mn-cs"/>
                </a:rPr>
                <a:t> </a:t>
              </a:r>
              <a:r>
                <a:rPr lang="en-US" sz="1200" dirty="0">
                  <a:solidFill>
                    <a:prstClr val="black"/>
                  </a:solidFill>
                  <a:ea typeface="+mn-lt"/>
                  <a:cs typeface="+mn-lt"/>
                </a:rPr>
                <a:t>Reduced administrative staff time on repetitive inquiries from 30% to 5%, allowing focus on strategic tasks.</a:t>
              </a:r>
              <a:endParaRPr lang="en-US" sz="1200" i="0" u="none" strike="noStrike" kern="1200" cap="none" spc="0" normalizeH="0" baseline="0" noProof="0" dirty="0">
                <a:ln>
                  <a:noFill/>
                </a:ln>
                <a:solidFill>
                  <a:prstClr val="black"/>
                </a:solidFill>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latin typeface="Arial" panose="020B0604020202020204"/>
                </a:rPr>
                <a:t>Better </a:t>
              </a:r>
              <a:r>
                <a:rPr lang="en-US" sz="1200" b="1" dirty="0">
                  <a:solidFill>
                    <a:prstClr val="black"/>
                  </a:solidFill>
                  <a:latin typeface="Arial" panose="020B0604020202020204"/>
                  <a:ea typeface="+mn-lt"/>
                  <a:cs typeface="+mn-lt"/>
                </a:rPr>
                <a:t>r</a:t>
              </a:r>
              <a:r>
                <a:rPr lang="en-US" sz="1200" b="1" dirty="0">
                  <a:solidFill>
                    <a:prstClr val="black"/>
                  </a:solidFill>
                  <a:ea typeface="+mn-lt"/>
                  <a:cs typeface="+mn-lt"/>
                </a:rPr>
                <a:t>eliability and user satisfaction</a:t>
              </a: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rPr>
                <a:t>: </a:t>
              </a:r>
              <a:r>
                <a:rPr lang="en-US" sz="1200" dirty="0">
                  <a:solidFill>
                    <a:prstClr val="black"/>
                  </a:solidFill>
                  <a:ea typeface="+mn-lt"/>
                  <a:cs typeface="+mn-lt"/>
                </a:rPr>
                <a:t>Achieved 95% accuracy in responses, and 70% of students rated the answers between four and five stars.</a:t>
              </a:r>
              <a:endParaRPr lang="en-US" sz="1200" i="0" u="none" strike="noStrike" kern="1200" cap="none" spc="0" normalizeH="0" baseline="0" noProof="0" dirty="0">
                <a:ln>
                  <a:noFill/>
                </a:ln>
                <a:solidFill>
                  <a:prstClr val="black"/>
                </a:solidFill>
                <a:effectLst/>
                <a:uLnTx/>
                <a:uFillTx/>
                <a:latin typeface="Arial" panose="020B0604020202020204"/>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solidFill>
                  <a:srgbClr val="000000"/>
                </a:solidFill>
                <a:latin typeface="Arial"/>
                <a:cs typeface="Arial"/>
                <a:sym typeface="Arial"/>
              </a:rPr>
              <a:t>“</a:t>
            </a:r>
            <a:r>
              <a:rPr lang="en-US" sz="1200" i="1" kern="0" dirty="0">
                <a:solidFill>
                  <a:srgbClr val="000000"/>
                </a:solidFill>
                <a:ea typeface="+mn-lt"/>
                <a:cs typeface="+mn-lt"/>
                <a:sym typeface="Arial"/>
              </a:rPr>
              <a:t>By using cutting-edge technology, we aim to position UniAndes as a leader in technological innovation in higher education.”</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ea typeface="+mn-lt"/>
                <a:cs typeface="+mn-lt"/>
                <a:sym typeface="Arial"/>
              </a:rPr>
              <a:t>Universidad de </a:t>
            </a:r>
            <a:r>
              <a:rPr lang="en-US" sz="1200" kern="0" dirty="0" err="1">
                <a:solidFill>
                  <a:srgbClr val="000000"/>
                </a:solidFill>
                <a:ea typeface="+mn-lt"/>
                <a:cs typeface="+mn-lt"/>
                <a:sym typeface="Arial"/>
              </a:rPr>
              <a:t>los</a:t>
            </a:r>
            <a:r>
              <a:rPr lang="en-US" sz="1200" kern="0" dirty="0">
                <a:solidFill>
                  <a:srgbClr val="000000"/>
                </a:solidFill>
                <a:ea typeface="+mn-lt"/>
                <a:cs typeface="+mn-lt"/>
                <a:sym typeface="Arial"/>
              </a:rPr>
              <a:t> Andes, Colombia</a:t>
            </a:r>
            <a:endParaRPr lang="en-US" sz="1200" b="0" i="0" u="none" strike="noStrike" kern="0" cap="none" spc="0" normalizeH="0" baseline="0" noProof="0" dirty="0">
              <a:ln>
                <a:noFill/>
              </a:ln>
              <a:solidFill>
                <a:srgbClr val="000000"/>
              </a:solidFill>
              <a:effectLst/>
              <a:uLnTx/>
              <a:uFillTx/>
              <a:ea typeface="+mn-lt"/>
              <a:cs typeface="+mn-lt"/>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100468"/>
            <a:ext cx="5917746"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Universidad de </a:t>
            </a:r>
            <a:r>
              <a:rPr lang="en-US" sz="800" dirty="0" err="1">
                <a:solidFill>
                  <a:prstClr val="white"/>
                </a:solidFill>
                <a:latin typeface="Arial" panose="020B0604020202020204"/>
              </a:rPr>
              <a:t>los</a:t>
            </a:r>
            <a:r>
              <a:rPr lang="en-US" sz="800" dirty="0">
                <a:solidFill>
                  <a:prstClr val="white"/>
                </a:solidFill>
                <a:latin typeface="Arial" panose="020B0604020202020204"/>
              </a:rPr>
              <a:t> Andes — Colombia, Bogotá, Colombia</a:t>
            </a:r>
            <a:endParaRPr lang="en-US" dirty="0">
              <a:solidFill>
                <a:prstClr val="white"/>
              </a:solidFill>
              <a:cs typeface="Arial"/>
            </a:endParaRPr>
          </a:p>
        </p:txBody>
      </p:sp>
      <p:sp>
        <p:nvSpPr>
          <p:cNvPr id="24" name="Rectangle 23">
            <a:extLst>
              <a:ext uri="{FF2B5EF4-FFF2-40B4-BE49-F238E27FC236}">
                <a16:creationId xmlns:a16="http://schemas.microsoft.com/office/drawing/2014/main" id="{42AEB67B-A9FB-8741-DCBB-B274280CF306}"/>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Generative AI</a:t>
            </a: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rPr>
              <a:t>Low-code/no-code</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Natural language processing</a:t>
            </a: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26" name="Rectangle 25">
            <a:extLst>
              <a:ext uri="{FF2B5EF4-FFF2-40B4-BE49-F238E27FC236}">
                <a16:creationId xmlns:a16="http://schemas.microsoft.com/office/drawing/2014/main" id="{C169A4EF-1044-9BA3-624C-88406B14CE5D}"/>
              </a:ext>
            </a:extLst>
          </p:cNvPr>
          <p:cNvSpPr/>
          <p:nvPr/>
        </p:nvSpPr>
        <p:spPr>
          <a:xfrm>
            <a:off x="456787" y="4830677"/>
            <a:ext cx="2221992" cy="1046440"/>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Chatbots/virtual assistants</a:t>
            </a: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rPr>
              <a:t>Cloud</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Content/knowledge management</a:t>
            </a: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12" name="Freeform: Shape 11">
            <a:extLst>
              <a:ext uri="{FF2B5EF4-FFF2-40B4-BE49-F238E27FC236}">
                <a16:creationId xmlns:a16="http://schemas.microsoft.com/office/drawing/2014/main" id="{C33860BB-7641-D7CC-9D35-6EF3DDE4E83D}"/>
              </a:ext>
            </a:extLst>
          </p:cNvPr>
          <p:cNvSpPr/>
          <p:nvPr/>
        </p:nvSpPr>
        <p:spPr>
          <a:xfrm>
            <a:off x="11276577" y="1714516"/>
            <a:ext cx="542925" cy="542925"/>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363284 w 542925"/>
              <a:gd name="connsiteY10" fmla="*/ 200216 h 542925"/>
              <a:gd name="connsiteX11" fmla="*/ 382334 w 542925"/>
              <a:gd name="connsiteY11" fmla="*/ 233172 h 542925"/>
              <a:gd name="connsiteX12" fmla="*/ 283369 w 542925"/>
              <a:gd name="connsiteY12" fmla="*/ 290322 h 542925"/>
              <a:gd name="connsiteX13" fmla="*/ 283369 w 542925"/>
              <a:gd name="connsiteY13" fmla="*/ 290227 h 542925"/>
              <a:gd name="connsiteX14" fmla="*/ 273844 w 542925"/>
              <a:gd name="connsiteY14" fmla="*/ 292894 h 542925"/>
              <a:gd name="connsiteX15" fmla="*/ 254794 w 542925"/>
              <a:gd name="connsiteY15" fmla="*/ 273844 h 542925"/>
              <a:gd name="connsiteX16" fmla="*/ 254794 w 542925"/>
              <a:gd name="connsiteY16" fmla="*/ 102394 h 542925"/>
              <a:gd name="connsiteX17" fmla="*/ 292894 w 542925"/>
              <a:gd name="connsiteY17" fmla="*/ 102394 h 542925"/>
              <a:gd name="connsiteX18" fmla="*/ 292894 w 542925"/>
              <a:gd name="connsiteY18" fmla="*/ 240887 h 542925"/>
              <a:gd name="connsiteX19" fmla="*/ 363284 w 542925"/>
              <a:gd name="connsiteY19" fmla="*/ 200216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2925" h="542925">
                <a:moveTo>
                  <a:pt x="273844" y="7144"/>
                </a:moveTo>
                <a:cubicBezTo>
                  <a:pt x="126588" y="7144"/>
                  <a:pt x="7144" y="126587"/>
                  <a:pt x="7144" y="273844"/>
                </a:cubicBezTo>
                <a:cubicBezTo>
                  <a:pt x="7144" y="421100"/>
                  <a:pt x="126588" y="540544"/>
                  <a:pt x="273844" y="540544"/>
                </a:cubicBezTo>
                <a:cubicBezTo>
                  <a:pt x="421100" y="540544"/>
                  <a:pt x="540544" y="421100"/>
                  <a:pt x="540544" y="273844"/>
                </a:cubicBezTo>
                <a:cubicBezTo>
                  <a:pt x="540544" y="126587"/>
                  <a:pt x="421100" y="7144"/>
                  <a:pt x="273844" y="7144"/>
                </a:cubicBezTo>
                <a:close/>
                <a:moveTo>
                  <a:pt x="273844" y="502444"/>
                </a:moveTo>
                <a:cubicBezTo>
                  <a:pt x="147828" y="502444"/>
                  <a:pt x="45244" y="399860"/>
                  <a:pt x="45244" y="273844"/>
                </a:cubicBezTo>
                <a:cubicBezTo>
                  <a:pt x="45244" y="147828"/>
                  <a:pt x="147828" y="45244"/>
                  <a:pt x="273844" y="45244"/>
                </a:cubicBezTo>
                <a:cubicBezTo>
                  <a:pt x="399860" y="45244"/>
                  <a:pt x="502444" y="147828"/>
                  <a:pt x="502444" y="273844"/>
                </a:cubicBezTo>
                <a:cubicBezTo>
                  <a:pt x="502444" y="399860"/>
                  <a:pt x="399860" y="502444"/>
                  <a:pt x="273844" y="502444"/>
                </a:cubicBezTo>
                <a:close/>
                <a:moveTo>
                  <a:pt x="363284" y="200216"/>
                </a:moveTo>
                <a:lnTo>
                  <a:pt x="382334" y="233172"/>
                </a:lnTo>
                <a:lnTo>
                  <a:pt x="283369" y="290322"/>
                </a:lnTo>
                <a:lnTo>
                  <a:pt x="283369" y="290227"/>
                </a:lnTo>
                <a:cubicBezTo>
                  <a:pt x="280607" y="291846"/>
                  <a:pt x="277369" y="292894"/>
                  <a:pt x="273844" y="292894"/>
                </a:cubicBezTo>
                <a:cubicBezTo>
                  <a:pt x="263366" y="292894"/>
                  <a:pt x="254794" y="284321"/>
                  <a:pt x="254794" y="273844"/>
                </a:cubicBezTo>
                <a:lnTo>
                  <a:pt x="254794" y="102394"/>
                </a:lnTo>
                <a:lnTo>
                  <a:pt x="292894" y="102394"/>
                </a:lnTo>
                <a:lnTo>
                  <a:pt x="292894" y="240887"/>
                </a:lnTo>
                <a:lnTo>
                  <a:pt x="363284" y="200216"/>
                </a:lnTo>
                <a:close/>
              </a:path>
            </a:pathLst>
          </a:custGeom>
          <a:solidFill>
            <a:srgbClr val="002856"/>
          </a:soli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CC85C2D0-0C50-77A6-A604-7369CEDBB1EA}"/>
              </a:ext>
            </a:extLst>
          </p:cNvPr>
          <p:cNvSpPr/>
          <p:nvPr/>
        </p:nvSpPr>
        <p:spPr>
          <a:xfrm>
            <a:off x="11308464" y="2585728"/>
            <a:ext cx="504825" cy="428625"/>
          </a:xfrm>
          <a:custGeom>
            <a:avLst/>
            <a:gdLst>
              <a:gd name="connsiteX0" fmla="*/ 502444 w 504825"/>
              <a:gd name="connsiteY0" fmla="*/ 388144 h 428625"/>
              <a:gd name="connsiteX1" fmla="*/ 502444 w 504825"/>
              <a:gd name="connsiteY1" fmla="*/ 426244 h 428625"/>
              <a:gd name="connsiteX2" fmla="*/ 7144 w 504825"/>
              <a:gd name="connsiteY2" fmla="*/ 426244 h 428625"/>
              <a:gd name="connsiteX3" fmla="*/ 7144 w 504825"/>
              <a:gd name="connsiteY3" fmla="*/ 7144 h 428625"/>
              <a:gd name="connsiteX4" fmla="*/ 45244 w 504825"/>
              <a:gd name="connsiteY4" fmla="*/ 7144 h 428625"/>
              <a:gd name="connsiteX5" fmla="*/ 45244 w 504825"/>
              <a:gd name="connsiteY5" fmla="*/ 388144 h 428625"/>
              <a:gd name="connsiteX6" fmla="*/ 502444 w 504825"/>
              <a:gd name="connsiteY6" fmla="*/ 388144 h 428625"/>
              <a:gd name="connsiteX7" fmla="*/ 235744 w 504825"/>
              <a:gd name="connsiteY7" fmla="*/ 224600 h 428625"/>
              <a:gd name="connsiteX8" fmla="*/ 292894 w 504825"/>
              <a:gd name="connsiteY8" fmla="*/ 281750 h 428625"/>
              <a:gd name="connsiteX9" fmla="*/ 445294 w 504825"/>
              <a:gd name="connsiteY9" fmla="*/ 129350 h 428625"/>
              <a:gd name="connsiteX10" fmla="*/ 445294 w 504825"/>
              <a:gd name="connsiteY10" fmla="*/ 216694 h 428625"/>
              <a:gd name="connsiteX11" fmla="*/ 483394 w 504825"/>
              <a:gd name="connsiteY11" fmla="*/ 216694 h 428625"/>
              <a:gd name="connsiteX12" fmla="*/ 483394 w 504825"/>
              <a:gd name="connsiteY12" fmla="*/ 64294 h 428625"/>
              <a:gd name="connsiteX13" fmla="*/ 330994 w 504825"/>
              <a:gd name="connsiteY13" fmla="*/ 64294 h 428625"/>
              <a:gd name="connsiteX14" fmla="*/ 330994 w 504825"/>
              <a:gd name="connsiteY14" fmla="*/ 102394 h 428625"/>
              <a:gd name="connsiteX15" fmla="*/ 418338 w 504825"/>
              <a:gd name="connsiteY15" fmla="*/ 102394 h 428625"/>
              <a:gd name="connsiteX16" fmla="*/ 292894 w 504825"/>
              <a:gd name="connsiteY16" fmla="*/ 227838 h 428625"/>
              <a:gd name="connsiteX17" fmla="*/ 235744 w 504825"/>
              <a:gd name="connsiteY17" fmla="*/ 170688 h 428625"/>
              <a:gd name="connsiteX18" fmla="*/ 84201 w 504825"/>
              <a:gd name="connsiteY18" fmla="*/ 322326 h 428625"/>
              <a:gd name="connsiteX19" fmla="*/ 111157 w 504825"/>
              <a:gd name="connsiteY19" fmla="*/ 349282 h 428625"/>
              <a:gd name="connsiteX20" fmla="*/ 235744 w 504825"/>
              <a:gd name="connsiteY20" fmla="*/ 22460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04825" h="428625">
                <a:moveTo>
                  <a:pt x="502444" y="388144"/>
                </a:moveTo>
                <a:lnTo>
                  <a:pt x="502444" y="426244"/>
                </a:lnTo>
                <a:lnTo>
                  <a:pt x="7144" y="426244"/>
                </a:lnTo>
                <a:lnTo>
                  <a:pt x="7144" y="7144"/>
                </a:lnTo>
                <a:lnTo>
                  <a:pt x="45244" y="7144"/>
                </a:lnTo>
                <a:lnTo>
                  <a:pt x="45244" y="388144"/>
                </a:lnTo>
                <a:lnTo>
                  <a:pt x="502444" y="388144"/>
                </a:lnTo>
                <a:close/>
                <a:moveTo>
                  <a:pt x="235744" y="224600"/>
                </a:moveTo>
                <a:lnTo>
                  <a:pt x="292894" y="281750"/>
                </a:lnTo>
                <a:lnTo>
                  <a:pt x="445294" y="129350"/>
                </a:lnTo>
                <a:lnTo>
                  <a:pt x="445294" y="216694"/>
                </a:lnTo>
                <a:lnTo>
                  <a:pt x="483394" y="216694"/>
                </a:lnTo>
                <a:lnTo>
                  <a:pt x="483394" y="64294"/>
                </a:lnTo>
                <a:lnTo>
                  <a:pt x="330994" y="64294"/>
                </a:lnTo>
                <a:lnTo>
                  <a:pt x="330994" y="102394"/>
                </a:lnTo>
                <a:lnTo>
                  <a:pt x="418338" y="102394"/>
                </a:lnTo>
                <a:lnTo>
                  <a:pt x="292894" y="227838"/>
                </a:lnTo>
                <a:lnTo>
                  <a:pt x="235744" y="170688"/>
                </a:lnTo>
                <a:lnTo>
                  <a:pt x="84201" y="322326"/>
                </a:lnTo>
                <a:lnTo>
                  <a:pt x="111157" y="349282"/>
                </a:lnTo>
                <a:lnTo>
                  <a:pt x="235744" y="224600"/>
                </a:lnTo>
                <a:close/>
              </a:path>
            </a:pathLst>
          </a:custGeom>
          <a:solidFill>
            <a:srgbClr val="002856"/>
          </a:solid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F4B5AD6E-36EF-D1AA-60BC-5BF635690169}"/>
              </a:ext>
            </a:extLst>
          </p:cNvPr>
          <p:cNvSpPr/>
          <p:nvPr/>
        </p:nvSpPr>
        <p:spPr>
          <a:xfrm>
            <a:off x="11425021" y="3430548"/>
            <a:ext cx="390525" cy="533400"/>
          </a:xfrm>
          <a:custGeom>
            <a:avLst/>
            <a:gdLst>
              <a:gd name="connsiteX0" fmla="*/ 332116 w 390525"/>
              <a:gd name="connsiteY0" fmla="*/ 62960 h 533400"/>
              <a:gd name="connsiteX1" fmla="*/ 197433 w 390525"/>
              <a:gd name="connsiteY1" fmla="*/ 7144 h 533400"/>
              <a:gd name="connsiteX2" fmla="*/ 62749 w 390525"/>
              <a:gd name="connsiteY2" fmla="*/ 62960 h 533400"/>
              <a:gd name="connsiteX3" fmla="*/ 45033 w 390525"/>
              <a:gd name="connsiteY3" fmla="*/ 311563 h 533400"/>
              <a:gd name="connsiteX4" fmla="*/ 45033 w 390525"/>
              <a:gd name="connsiteY4" fmla="*/ 531305 h 533400"/>
              <a:gd name="connsiteX5" fmla="*/ 197433 w 390525"/>
              <a:gd name="connsiteY5" fmla="*/ 465963 h 533400"/>
              <a:gd name="connsiteX6" fmla="*/ 349833 w 390525"/>
              <a:gd name="connsiteY6" fmla="*/ 531305 h 533400"/>
              <a:gd name="connsiteX7" fmla="*/ 349833 w 390525"/>
              <a:gd name="connsiteY7" fmla="*/ 311563 h 533400"/>
              <a:gd name="connsiteX8" fmla="*/ 332116 w 390525"/>
              <a:gd name="connsiteY8" fmla="*/ 62960 h 533400"/>
              <a:gd name="connsiteX9" fmla="*/ 89610 w 390525"/>
              <a:gd name="connsiteY9" fmla="*/ 89916 h 533400"/>
              <a:gd name="connsiteX10" fmla="*/ 197338 w 390525"/>
              <a:gd name="connsiteY10" fmla="*/ 45244 h 533400"/>
              <a:gd name="connsiteX11" fmla="*/ 305065 w 390525"/>
              <a:gd name="connsiteY11" fmla="*/ 89916 h 533400"/>
              <a:gd name="connsiteX12" fmla="*/ 305065 w 390525"/>
              <a:gd name="connsiteY12" fmla="*/ 305467 h 533400"/>
              <a:gd name="connsiteX13" fmla="*/ 197338 w 390525"/>
              <a:gd name="connsiteY13" fmla="*/ 350139 h 533400"/>
              <a:gd name="connsiteX14" fmla="*/ 89610 w 390525"/>
              <a:gd name="connsiteY14" fmla="*/ 305467 h 533400"/>
              <a:gd name="connsiteX15" fmla="*/ 89610 w 390525"/>
              <a:gd name="connsiteY15" fmla="*/ 89916 h 533400"/>
              <a:gd name="connsiteX16" fmla="*/ 197433 w 390525"/>
              <a:gd name="connsiteY16" fmla="*/ 424625 h 533400"/>
              <a:gd name="connsiteX17" fmla="*/ 83133 w 390525"/>
              <a:gd name="connsiteY17" fmla="*/ 473583 h 533400"/>
              <a:gd name="connsiteX18" fmla="*/ 83133 w 390525"/>
              <a:gd name="connsiteY18" fmla="*/ 349853 h 533400"/>
              <a:gd name="connsiteX19" fmla="*/ 197433 w 390525"/>
              <a:gd name="connsiteY19" fmla="*/ 388144 h 533400"/>
              <a:gd name="connsiteX20" fmla="*/ 311733 w 390525"/>
              <a:gd name="connsiteY20" fmla="*/ 349853 h 533400"/>
              <a:gd name="connsiteX21" fmla="*/ 311733 w 390525"/>
              <a:gd name="connsiteY21" fmla="*/ 473583 h 533400"/>
              <a:gd name="connsiteX22" fmla="*/ 197433 w 390525"/>
              <a:gd name="connsiteY22" fmla="*/ 424625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0525" h="533400">
                <a:moveTo>
                  <a:pt x="332116" y="62960"/>
                </a:moveTo>
                <a:cubicBezTo>
                  <a:pt x="296112" y="26956"/>
                  <a:pt x="248296" y="7144"/>
                  <a:pt x="197433" y="7144"/>
                </a:cubicBezTo>
                <a:cubicBezTo>
                  <a:pt x="146569" y="7144"/>
                  <a:pt x="98754" y="26956"/>
                  <a:pt x="62749" y="62960"/>
                </a:cubicBezTo>
                <a:cubicBezTo>
                  <a:pt x="-4973" y="130683"/>
                  <a:pt x="-10784" y="237077"/>
                  <a:pt x="45033" y="311563"/>
                </a:cubicBezTo>
                <a:lnTo>
                  <a:pt x="45033" y="531305"/>
                </a:lnTo>
                <a:lnTo>
                  <a:pt x="197433" y="465963"/>
                </a:lnTo>
                <a:lnTo>
                  <a:pt x="349833" y="531305"/>
                </a:lnTo>
                <a:lnTo>
                  <a:pt x="349833" y="311563"/>
                </a:lnTo>
                <a:cubicBezTo>
                  <a:pt x="405649" y="237077"/>
                  <a:pt x="399839" y="130683"/>
                  <a:pt x="332116" y="62960"/>
                </a:cubicBezTo>
                <a:close/>
                <a:moveTo>
                  <a:pt x="89610" y="89916"/>
                </a:moveTo>
                <a:cubicBezTo>
                  <a:pt x="118375" y="61151"/>
                  <a:pt x="156666" y="45244"/>
                  <a:pt x="197338" y="45244"/>
                </a:cubicBezTo>
                <a:cubicBezTo>
                  <a:pt x="238009" y="45244"/>
                  <a:pt x="276300" y="61055"/>
                  <a:pt x="305065" y="89916"/>
                </a:cubicBezTo>
                <a:cubicBezTo>
                  <a:pt x="364501" y="149352"/>
                  <a:pt x="364501" y="246031"/>
                  <a:pt x="305065" y="305467"/>
                </a:cubicBezTo>
                <a:cubicBezTo>
                  <a:pt x="276300" y="334232"/>
                  <a:pt x="238009" y="350139"/>
                  <a:pt x="197338" y="350139"/>
                </a:cubicBezTo>
                <a:cubicBezTo>
                  <a:pt x="156666" y="350139"/>
                  <a:pt x="118375" y="334328"/>
                  <a:pt x="89610" y="305467"/>
                </a:cubicBezTo>
                <a:cubicBezTo>
                  <a:pt x="30269" y="246031"/>
                  <a:pt x="30269" y="149352"/>
                  <a:pt x="89610" y="89916"/>
                </a:cubicBezTo>
                <a:close/>
                <a:moveTo>
                  <a:pt x="197433" y="424625"/>
                </a:moveTo>
                <a:lnTo>
                  <a:pt x="83133" y="473583"/>
                </a:lnTo>
                <a:lnTo>
                  <a:pt x="83133" y="349853"/>
                </a:lnTo>
                <a:cubicBezTo>
                  <a:pt x="115994" y="374618"/>
                  <a:pt x="155618" y="388144"/>
                  <a:pt x="197433" y="388144"/>
                </a:cubicBezTo>
                <a:cubicBezTo>
                  <a:pt x="239248" y="388144"/>
                  <a:pt x="278872" y="374523"/>
                  <a:pt x="311733" y="349853"/>
                </a:cubicBezTo>
                <a:lnTo>
                  <a:pt x="311733" y="473583"/>
                </a:lnTo>
                <a:lnTo>
                  <a:pt x="197433" y="424625"/>
                </a:lnTo>
                <a:close/>
              </a:path>
            </a:pathLst>
          </a:custGeom>
          <a:solidFill>
            <a:srgbClr val="002856"/>
          </a:solidFill>
          <a:ln w="9525" cap="flat">
            <a:noFill/>
            <a:prstDash val="solid"/>
            <a:miter/>
          </a:ln>
        </p:spPr>
        <p:txBody>
          <a:bodyPr rtlCol="0" anchor="ctr"/>
          <a:lstStyle/>
          <a:p>
            <a:endParaRPr lang="en-US" dirty="0"/>
          </a:p>
        </p:txBody>
      </p:sp>
      <p:pic>
        <p:nvPicPr>
          <p:cNvPr id="29" name="Picture 28" descr="Universidad de los Andes (Uniandes ...">
            <a:extLst>
              <a:ext uri="{FF2B5EF4-FFF2-40B4-BE49-F238E27FC236}">
                <a16:creationId xmlns:a16="http://schemas.microsoft.com/office/drawing/2014/main" id="{7AA381D4-C17A-FC77-75B2-CC2E58990C49}"/>
              </a:ext>
            </a:extLst>
          </p:cNvPr>
          <p:cNvPicPr>
            <a:picLocks noChangeAspect="1"/>
          </p:cNvPicPr>
          <p:nvPr/>
        </p:nvPicPr>
        <p:blipFill>
          <a:blip r:embed="rId10"/>
          <a:stretch>
            <a:fillRect/>
          </a:stretch>
        </p:blipFill>
        <p:spPr>
          <a:xfrm>
            <a:off x="10316968" y="604183"/>
            <a:ext cx="1564760" cy="614964"/>
          </a:xfrm>
          <a:prstGeom prst="rect">
            <a:avLst/>
          </a:prstGeom>
        </p:spPr>
      </p:pic>
      <p:sp>
        <p:nvSpPr>
          <p:cNvPr id="2" name="TextBox 1">
            <a:extLst>
              <a:ext uri="{FF2B5EF4-FFF2-40B4-BE49-F238E27FC236}">
                <a16:creationId xmlns:a16="http://schemas.microsoft.com/office/drawing/2014/main" id="{2BAC4141-E719-4F0B-DF2E-028EECD8A3AF}"/>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24</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2820849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Academic Success Monitor</a:t>
            </a:r>
            <a:endParaRPr lang="en-US" dirty="0"/>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17368"/>
            <a:ext cx="2983746"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rPr>
              <a:t>UNSW Sydney</a:t>
            </a:r>
            <a:endParaRPr lang="en-US" b="1" dirty="0">
              <a:solidFill>
                <a:srgbClr val="000000"/>
              </a:solidFill>
              <a:ea typeface="+mn-lt"/>
              <a:cs typeface="+mn-lt"/>
            </a:endParaRPr>
          </a:p>
          <a:p>
            <a:pPr>
              <a:defRPr/>
            </a:pPr>
            <a:r>
              <a:rPr lang="en-US" sz="1600" b="1" kern="0" dirty="0">
                <a:solidFill>
                  <a:srgbClr val="FF540A"/>
                </a:solidFill>
                <a:ea typeface="+mn-lt"/>
                <a:cs typeface="+mn-lt"/>
              </a:rPr>
              <a:t>Kensington, Australia</a:t>
            </a:r>
            <a:endParaRPr lang="en-US" b="1" dirty="0">
              <a:cs typeface="Arial"/>
            </a:endParaRPr>
          </a:p>
        </p:txBody>
      </p:sp>
      <p:sp>
        <p:nvSpPr>
          <p:cNvPr id="8" name="Rectangle 7">
            <a:extLst>
              <a:ext uri="{FF2B5EF4-FFF2-40B4-BE49-F238E27FC236}">
                <a16:creationId xmlns:a16="http://schemas.microsoft.com/office/drawing/2014/main" id="{BFD1BC16-73DD-8E24-5BC2-456B5C1402D3}"/>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ea typeface="+mn-lt"/>
                <a:cs typeface="+mn-lt"/>
              </a:rPr>
              <a:t>Artificial Intelligence (AI)</a:t>
            </a: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Data and analytics</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ea typeface="+mn-lt"/>
                <a:cs typeface="+mn-lt"/>
              </a:rPr>
              <a:t>Generative AI</a:t>
            </a:r>
            <a:endParaRPr lang="en-US" sz="1200" kern="0" dirty="0">
              <a:solidFill>
                <a:schemeClr val="bg1"/>
              </a:solidFill>
              <a:latin typeface="Arial"/>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1492716"/>
            <a:chOff x="457200" y="1155901"/>
            <a:chExt cx="6013682" cy="1492716"/>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1"/>
                  </a:solidFill>
                  <a:cs typeface="Arial"/>
                </a:rPr>
                <a:t>Many students at the University of New South Wales (UNSW) Sydney were identified as struggling only after failing a class, impacting their academic success and well-being. Traditional methods of student support were reactive, often identifying students after academic difficulties arose, making it harder for them to recover. In addition, the administrative burden on staff for tracking student engagement and identifying at-risk students was high, limiting effective interventions.</a:t>
              </a: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775249"/>
            <a:ext cx="6121262" cy="1492716"/>
            <a:chOff x="457200" y="1155901"/>
            <a:chExt cx="6121262" cy="1492716"/>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The University developed the  Academic Success Monitor (ASM) project, which integrated multiple sources of student data into a secure data lake for comprehensive analysis. Machine learning (ML) was used to analyze digital engagement patterns and develop a predictive model for early identification of at-risk students. AI-generated personalized messages were sent to at-risk students, and collaboration with support teams helped tailor interventions based on risk categories.</a:t>
              </a: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68067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0F68B0C3-8AF6-9F27-FDBD-6D5C0EC1484B}"/>
              </a:ext>
            </a:extLst>
          </p:cNvPr>
          <p:cNvSpPr/>
          <p:nvPr/>
        </p:nvSpPr>
        <p:spPr>
          <a:xfrm>
            <a:off x="3251082" y="4874586"/>
            <a:ext cx="3329949" cy="1200329"/>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ea typeface="+mn-lt"/>
                <a:cs typeface="+mn-lt"/>
              </a:rPr>
              <a:t>Infrastructure</a:t>
            </a: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a:lnSpc>
                <a:spcPct val="100000"/>
              </a:lnSpc>
              <a:spcBef>
                <a:spcPts val="1200"/>
              </a:spcBef>
              <a:spcAft>
                <a:spcPts val="0"/>
              </a:spcAft>
              <a:buClr>
                <a:srgbClr val="FFFFFF"/>
              </a:buClr>
              <a:buSzTx/>
              <a:buFont typeface="Wingdings" panose="05000000000000000000" pitchFamily="2" charset="2"/>
              <a:buChar char="Ø"/>
              <a:tabLst/>
              <a:defRPr/>
            </a:pPr>
            <a:r>
              <a:rPr lang="en-US" sz="1200" kern="0" dirty="0">
                <a:solidFill>
                  <a:prstClr val="white"/>
                </a:solidFill>
                <a:ea typeface="+mn-lt"/>
                <a:cs typeface="+mn-lt"/>
              </a:rPr>
              <a:t>Low-code/no-code</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Visualization</a:t>
            </a:r>
            <a:endParaRPr lang="en-US" sz="1200" kern="0" dirty="0">
              <a:solidFill>
                <a:prstClr val="white"/>
              </a:solidFill>
              <a:latin typeface="Arial"/>
              <a:cs typeface="Arial"/>
            </a:endParaRPr>
          </a:p>
          <a:p>
            <a:pPr marL="171450" indent="-171450">
              <a:spcBef>
                <a:spcPts val="1200"/>
              </a:spcBef>
              <a:buClr>
                <a:prstClr val="white"/>
              </a:buClr>
              <a:buFont typeface="Wingdings" panose="05000000000000000000" pitchFamily="2" charset="2"/>
              <a:buChar char="Ø"/>
              <a:defRPr/>
            </a:pPr>
            <a:endParaRPr lang="en-US" sz="1200" kern="0" dirty="0">
              <a:solidFill>
                <a:prstClr val="white"/>
              </a:solidFill>
              <a:latin typeface="Arial"/>
              <a:cs typeface="Arial"/>
            </a:endParaRPr>
          </a:p>
        </p:txBody>
      </p:sp>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4247317"/>
            <a:chOff x="457200" y="4291325"/>
            <a:chExt cx="4631595" cy="4247317"/>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424731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latin typeface="Arial" panose="020B0604020202020204"/>
                </a:rPr>
                <a:t>Early detection</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b="1" dirty="0">
                  <a:latin typeface="Arial" panose="020B0604020202020204"/>
                </a:rPr>
                <a:t> </a:t>
              </a:r>
              <a:r>
                <a:rPr lang="en-US" sz="1200" dirty="0">
                  <a:latin typeface="Arial" panose="020B0604020202020204"/>
                  <a:ea typeface="+mn-lt"/>
                  <a:cs typeface="+mn-lt"/>
                </a:rPr>
                <a:t>The predictive model successfully flagged 81% of potential failures, demonstrating high confidence in early risk detection.</a:t>
              </a:r>
              <a:br>
                <a:rPr lang="en-US" sz="1200" dirty="0">
                  <a:ea typeface="+mn-lt"/>
                  <a:cs typeface="+mn-lt"/>
                </a:rPr>
              </a:br>
              <a:endParaRPr lang="en-US" sz="1200" b="1" dirty="0">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Accurate model</a:t>
              </a:r>
              <a:r>
                <a:rPr kumimoji="0" lang="en-US" sz="1200" b="1" i="0" u="none" strike="noStrike" kern="1200" cap="none" spc="0" normalizeH="0" baseline="0" noProof="0" dirty="0">
                  <a:ln>
                    <a:noFill/>
                  </a:ln>
                  <a:effectLst/>
                  <a:uLnTx/>
                  <a:uFillTx/>
                  <a:latin typeface="Arial" panose="020B0604020202020204"/>
                  <a:ea typeface="+mn-ea"/>
                  <a:cs typeface="+mn-cs"/>
                </a:rPr>
                <a:t>:</a:t>
              </a:r>
              <a:r>
                <a:rPr kumimoji="0" lang="en-US" sz="1200" i="0" u="none" strike="noStrike" kern="1200" cap="none" spc="0" normalizeH="0" baseline="0" noProof="0" dirty="0">
                  <a:ln>
                    <a:noFill/>
                  </a:ln>
                  <a:effectLst/>
                  <a:uLnTx/>
                  <a:uFillTx/>
                  <a:latin typeface="Arial" panose="020B0604020202020204"/>
                  <a:ea typeface="+mn-ea"/>
                  <a:cs typeface="+mn-cs"/>
                </a:rPr>
                <a:t> </a:t>
              </a:r>
              <a:r>
                <a:rPr lang="en-US" sz="1200" dirty="0">
                  <a:ea typeface="+mn-lt"/>
                  <a:cs typeface="+mn-lt"/>
                </a:rPr>
                <a:t>Academic staff saved significant time, with average weekly savings of 1.3 hours in tracking student engagement and 1.2 hours in identifying risks.</a:t>
              </a:r>
              <a:br>
                <a:rPr lang="en-US" sz="1200" dirty="0">
                  <a:ea typeface="+mn-lt"/>
                  <a:cs typeface="+mn-lt"/>
                </a:rPr>
              </a:br>
              <a:endParaRPr lang="en-US" sz="1200" dirty="0">
                <a:cs typeface="Arial"/>
              </a:endParaRPr>
            </a:p>
            <a:p>
              <a:pPr marL="182880" indent="-182880">
                <a:spcBef>
                  <a:spcPts val="2400"/>
                </a:spcBef>
                <a:buFont typeface="Wingdings" panose="05000000000000000000" pitchFamily="2" charset="2"/>
                <a:buChar char="Ø"/>
                <a:defRPr/>
              </a:pPr>
              <a:r>
                <a:rPr lang="en-US" sz="1200" b="1" dirty="0">
                  <a:latin typeface="Arial" panose="020B0604020202020204"/>
                </a:rPr>
                <a:t>Satisfied users</a:t>
              </a:r>
              <a:r>
                <a:rPr kumimoji="0" lang="en-US" sz="1200" b="1" i="0" u="none" strike="noStrike" kern="1200" cap="none" spc="0" normalizeH="0" baseline="0" noProof="0" dirty="0">
                  <a:ln>
                    <a:noFill/>
                  </a:ln>
                  <a:effectLst/>
                  <a:uLnTx/>
                  <a:uFillTx/>
                  <a:latin typeface="Arial" panose="020B0604020202020204"/>
                  <a:ea typeface="+mn-ea"/>
                  <a:cs typeface="+mn-cs"/>
                </a:rPr>
                <a:t>:</a:t>
              </a:r>
              <a:r>
                <a:rPr kumimoji="0" lang="en-US" sz="1200" i="0" u="none" strike="noStrike" kern="1200" cap="none" spc="0" normalizeH="0" baseline="0" noProof="0" dirty="0">
                  <a:ln>
                    <a:noFill/>
                  </a:ln>
                  <a:effectLst/>
                  <a:uLnTx/>
                  <a:uFillTx/>
                  <a:latin typeface="Arial" panose="020B0604020202020204"/>
                  <a:ea typeface="+mn-ea"/>
                  <a:cs typeface="+mn-cs"/>
                </a:rPr>
                <a:t> </a:t>
              </a:r>
              <a:r>
                <a:rPr kumimoji="0" lang="en-US" sz="1200" i="0" u="none" strike="noStrike" kern="1200" cap="none" spc="0" normalizeH="0" baseline="0" noProof="0" dirty="0">
                  <a:ln>
                    <a:noFill/>
                  </a:ln>
                  <a:effectLst/>
                  <a:uLnTx/>
                  <a:uFillTx/>
                  <a:latin typeface="Arial" panose="020B0604020202020204"/>
                  <a:ea typeface="+mn-lt"/>
                  <a:cs typeface="+mn-lt"/>
                </a:rPr>
                <a:t>71% of </a:t>
              </a:r>
              <a:r>
                <a:rPr lang="en-US" sz="1200" dirty="0">
                  <a:latin typeface="Arial" panose="020B0604020202020204"/>
                  <a:ea typeface="+mn-lt"/>
                  <a:cs typeface="+mn-lt"/>
                </a:rPr>
                <a:t>academic</a:t>
              </a:r>
              <a:r>
                <a:rPr lang="en-US" sz="1200" dirty="0">
                  <a:ea typeface="+mn-lt"/>
                  <a:cs typeface="+mn-lt"/>
                </a:rPr>
                <a:t> participants surveyed ranked the Academic Success Monitor </a:t>
              </a:r>
              <a:r>
                <a:rPr lang="en-US" sz="1200" dirty="0">
                  <a:solidFill>
                    <a:prstClr val="black"/>
                  </a:solidFill>
                  <a:ea typeface="+mn-lt"/>
                  <a:cs typeface="+mn-lt"/>
                </a:rPr>
                <a:t>four or five</a:t>
              </a:r>
              <a:r>
                <a:rPr lang="en-US" sz="1200" dirty="0">
                  <a:ea typeface="+mn-lt"/>
                  <a:cs typeface="+mn-lt"/>
                </a:rPr>
                <a:t> stars out of five. </a:t>
              </a:r>
              <a:endParaRPr lang="en-US" sz="1200" i="0" u="none" strike="noStrike" kern="1200" cap="none" spc="0" normalizeH="0" baseline="0" noProof="0" dirty="0">
                <a:ln>
                  <a:noFill/>
                </a:ln>
                <a:effectLst/>
                <a:uLnTx/>
                <a:uFillTx/>
                <a:latin typeface="Arial" panose="020B0604020202020204"/>
                <a:cs typeface="Arial"/>
              </a:endParaRPr>
            </a:p>
            <a:p>
              <a:pPr marL="182880" marR="0" lvl="0" indent="-182880" algn="l" defTabSz="457200" rtl="0" eaLnBrk="1" fontAlgn="auto" latinLnBrk="0" hangingPunct="1">
                <a:lnSpc>
                  <a:spcPct val="100000"/>
                </a:lnSpc>
                <a:spcBef>
                  <a:spcPts val="2400"/>
                </a:spcBef>
                <a:spcAft>
                  <a:spcPts val="0"/>
                </a:spcAft>
                <a:buClrTx/>
                <a:buSzTx/>
                <a:buFont typeface="Wingdings" panose="05000000000000000000" pitchFamily="2" charset="2"/>
                <a:buChar char="Ø"/>
                <a:tabLst/>
                <a:defRPr/>
              </a:pPr>
              <a:endParaRPr kumimoji="0" lang="en-US" sz="1200" i="0" u="none" strike="noStrike" kern="1200" cap="none" spc="0" normalizeH="0" baseline="0" noProof="0" dirty="0">
                <a:ln>
                  <a:noFill/>
                </a:ln>
                <a:solidFill>
                  <a:prstClr val="black"/>
                </a:solidFill>
                <a:effectLst/>
                <a:uLnTx/>
                <a:uFillTx/>
                <a:latin typeface="Arial" panose="020B0604020202020204"/>
                <a:ea typeface="+mn-ea"/>
                <a:cs typeface="+mn-cs"/>
              </a:endParaRPr>
            </a:p>
            <a:p>
              <a:pPr marR="0" lvl="0" algn="l" defTabSz="457200" rtl="0" eaLnBrk="1" fontAlgn="auto" latinLnBrk="0" hangingPunct="1">
                <a:lnSpc>
                  <a:spcPct val="100000"/>
                </a:lnSpc>
                <a:spcBef>
                  <a:spcPts val="2400"/>
                </a:spcBef>
                <a:spcAft>
                  <a:spcPts val="0"/>
                </a:spcAft>
                <a:buClrTx/>
                <a:buSzTx/>
                <a:tabLst/>
                <a:defRPr/>
              </a:pP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buFont typeface="Arial"/>
              <a:defRPr/>
            </a:pPr>
            <a:endParaRPr lang="en-US" sz="1200" i="1" kern="0" dirty="0">
              <a:solidFill>
                <a:srgbClr val="000000"/>
              </a:solidFill>
              <a:ea typeface="+mn-lt"/>
              <a:cs typeface="+mn-lt"/>
            </a:endParaRPr>
          </a:p>
          <a:p>
            <a:pPr algn="ctr">
              <a:buFont typeface="Arial"/>
              <a:defRPr/>
            </a:pPr>
            <a:r>
              <a:rPr lang="en-US" sz="1200" i="1" kern="0" dirty="0">
                <a:solidFill>
                  <a:srgbClr val="000000"/>
                </a:solidFill>
                <a:ea typeface="+mn-lt"/>
                <a:cs typeface="+mn-lt"/>
                <a:sym typeface="Arial"/>
              </a:rPr>
              <a:t>"This solution stands out with its seamless data integration, continuous updates and personalized interventions that can transform student success across the educational landscape.</a:t>
            </a:r>
            <a:r>
              <a:rPr lang="en-US" sz="1200" i="1" kern="0" dirty="0">
                <a:solidFill>
                  <a:srgbClr val="000000"/>
                </a:solidFill>
                <a:latin typeface="Arial"/>
                <a:cs typeface="Arial"/>
                <a:sym typeface="Arial"/>
              </a:rPr>
              <a:t>”</a:t>
            </a:r>
            <a:endParaRPr lang="en-US" i="1" dirty="0">
              <a:cs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a:t>
            </a:r>
            <a:r>
              <a:rPr lang="en-US" sz="1200" kern="0" dirty="0">
                <a:solidFill>
                  <a:srgbClr val="000000"/>
                </a:solidFill>
                <a:latin typeface="Arial"/>
                <a:cs typeface="Arial"/>
                <a:sym typeface="Arial"/>
              </a:rPr>
              <a:t> </a:t>
            </a:r>
            <a:r>
              <a:rPr lang="en-US" sz="1200" kern="0" dirty="0">
                <a:solidFill>
                  <a:srgbClr val="000000"/>
                </a:solidFill>
                <a:ea typeface="+mn-lt"/>
                <a:cs typeface="+mn-lt"/>
                <a:sym typeface="Arial"/>
              </a:rPr>
              <a:t>UNSW Sydney</a:t>
            </a:r>
            <a:r>
              <a:rPr lang="en-US" sz="1200" kern="0" dirty="0">
                <a:solidFill>
                  <a:srgbClr val="000000"/>
                </a:solidFill>
                <a:latin typeface="Arial"/>
                <a:cs typeface="Arial"/>
                <a:sym typeface="Arial"/>
              </a:rPr>
              <a:t> </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a:t>
            </a:r>
            <a:r>
              <a:rPr kumimoji="0" lang="en-US" sz="800" i="0" u="none" strike="noStrike" kern="1200" cap="none" spc="0" normalizeH="0" baseline="0" noProof="0" dirty="0">
                <a:ln>
                  <a:noFill/>
                </a:ln>
                <a:solidFill>
                  <a:prstClr val="white"/>
                </a:solidFill>
                <a:effectLst/>
                <a:uLnTx/>
                <a:uFillTx/>
                <a:latin typeface="Arial" panose="020B0604020202020204"/>
                <a:ea typeface="+mn-ea"/>
                <a:cs typeface="+mn-cs"/>
              </a:rPr>
              <a:t>on, </a:t>
            </a:r>
            <a:r>
              <a:rPr lang="en-US" sz="800" dirty="0">
                <a:solidFill>
                  <a:prstClr val="white"/>
                </a:solidFill>
                <a:ea typeface="+mn-lt"/>
                <a:cs typeface="+mn-lt"/>
              </a:rPr>
              <a:t>UNSW Sydney, Kensington, Australia</a:t>
            </a:r>
            <a:endParaRPr lang="en-US" dirty="0">
              <a:solidFill>
                <a:prstClr val="white"/>
              </a:solidFill>
              <a:ea typeface="+mn-ea"/>
              <a:cs typeface="+mn-cs"/>
            </a:endParaRPr>
          </a:p>
        </p:txBody>
      </p:sp>
      <p:pic>
        <p:nvPicPr>
          <p:cNvPr id="12" name="Picture 11" descr="UNSW - Credly">
            <a:extLst>
              <a:ext uri="{FF2B5EF4-FFF2-40B4-BE49-F238E27FC236}">
                <a16:creationId xmlns:a16="http://schemas.microsoft.com/office/drawing/2014/main" id="{E4B50751-77FC-7906-C5BA-52F3A69A9B6D}"/>
              </a:ext>
            </a:extLst>
          </p:cNvPr>
          <p:cNvPicPr>
            <a:picLocks noChangeAspect="1"/>
          </p:cNvPicPr>
          <p:nvPr/>
        </p:nvPicPr>
        <p:blipFill>
          <a:blip r:embed="rId10"/>
          <a:stretch>
            <a:fillRect/>
          </a:stretch>
        </p:blipFill>
        <p:spPr>
          <a:xfrm>
            <a:off x="10701859" y="48593"/>
            <a:ext cx="1217205" cy="1244344"/>
          </a:xfrm>
          <a:prstGeom prst="rect">
            <a:avLst/>
          </a:prstGeom>
        </p:spPr>
      </p:pic>
      <p:pic>
        <p:nvPicPr>
          <p:cNvPr id="11" name="Picture 10" descr="A blue triangle with a exclamation mark&#10;&#10;Description automatically generated">
            <a:extLst>
              <a:ext uri="{FF2B5EF4-FFF2-40B4-BE49-F238E27FC236}">
                <a16:creationId xmlns:a16="http://schemas.microsoft.com/office/drawing/2014/main" id="{F4E06C62-3507-F7AD-6D51-855B377946E7}"/>
              </a:ext>
            </a:extLst>
          </p:cNvPr>
          <p:cNvPicPr>
            <a:picLocks noChangeAspect="1"/>
          </p:cNvPicPr>
          <p:nvPr/>
        </p:nvPicPr>
        <p:blipFill>
          <a:blip r:embed="rId11"/>
          <a:stretch>
            <a:fillRect/>
          </a:stretch>
        </p:blipFill>
        <p:spPr>
          <a:xfrm>
            <a:off x="11399830" y="1711172"/>
            <a:ext cx="372767" cy="381131"/>
          </a:xfrm>
          <a:prstGeom prst="rect">
            <a:avLst/>
          </a:prstGeom>
        </p:spPr>
      </p:pic>
      <p:pic>
        <p:nvPicPr>
          <p:cNvPr id="24" name="Picture 23">
            <a:extLst>
              <a:ext uri="{FF2B5EF4-FFF2-40B4-BE49-F238E27FC236}">
                <a16:creationId xmlns:a16="http://schemas.microsoft.com/office/drawing/2014/main" id="{0E3FA4B4-1BC5-372F-D67C-8D1CDDF6BC1D}"/>
              </a:ext>
            </a:extLst>
          </p:cNvPr>
          <p:cNvPicPr>
            <a:picLocks noChangeAspect="1"/>
          </p:cNvPicPr>
          <p:nvPr/>
        </p:nvPicPr>
        <p:blipFill>
          <a:blip r:embed="rId12"/>
          <a:stretch>
            <a:fillRect/>
          </a:stretch>
        </p:blipFill>
        <p:spPr>
          <a:xfrm>
            <a:off x="11396220" y="3741076"/>
            <a:ext cx="379986" cy="388247"/>
          </a:xfrm>
          <a:prstGeom prst="rect">
            <a:avLst/>
          </a:prstGeom>
        </p:spPr>
      </p:pic>
      <p:sp>
        <p:nvSpPr>
          <p:cNvPr id="2" name="TextBox 1">
            <a:extLst>
              <a:ext uri="{FF2B5EF4-FFF2-40B4-BE49-F238E27FC236}">
                <a16:creationId xmlns:a16="http://schemas.microsoft.com/office/drawing/2014/main" id="{EC1F82E8-41DE-1CC6-5514-0AB7E3D74DB1}"/>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25</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
        <p:nvSpPr>
          <p:cNvPr id="5" name="Freeform: Shape 4">
            <a:extLst>
              <a:ext uri="{FF2B5EF4-FFF2-40B4-BE49-F238E27FC236}">
                <a16:creationId xmlns:a16="http://schemas.microsoft.com/office/drawing/2014/main" id="{DB427B49-8384-A2FF-B64F-931EB9631ECA}"/>
              </a:ext>
            </a:extLst>
          </p:cNvPr>
          <p:cNvSpPr/>
          <p:nvPr/>
        </p:nvSpPr>
        <p:spPr>
          <a:xfrm>
            <a:off x="11367503" y="2821046"/>
            <a:ext cx="403492" cy="388248"/>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363284 w 542925"/>
              <a:gd name="connsiteY10" fmla="*/ 200216 h 542925"/>
              <a:gd name="connsiteX11" fmla="*/ 382334 w 542925"/>
              <a:gd name="connsiteY11" fmla="*/ 233172 h 542925"/>
              <a:gd name="connsiteX12" fmla="*/ 283369 w 542925"/>
              <a:gd name="connsiteY12" fmla="*/ 290322 h 542925"/>
              <a:gd name="connsiteX13" fmla="*/ 283369 w 542925"/>
              <a:gd name="connsiteY13" fmla="*/ 290227 h 542925"/>
              <a:gd name="connsiteX14" fmla="*/ 273844 w 542925"/>
              <a:gd name="connsiteY14" fmla="*/ 292894 h 542925"/>
              <a:gd name="connsiteX15" fmla="*/ 254794 w 542925"/>
              <a:gd name="connsiteY15" fmla="*/ 273844 h 542925"/>
              <a:gd name="connsiteX16" fmla="*/ 254794 w 542925"/>
              <a:gd name="connsiteY16" fmla="*/ 102394 h 542925"/>
              <a:gd name="connsiteX17" fmla="*/ 292894 w 542925"/>
              <a:gd name="connsiteY17" fmla="*/ 102394 h 542925"/>
              <a:gd name="connsiteX18" fmla="*/ 292894 w 542925"/>
              <a:gd name="connsiteY18" fmla="*/ 240887 h 542925"/>
              <a:gd name="connsiteX19" fmla="*/ 363284 w 542925"/>
              <a:gd name="connsiteY19" fmla="*/ 200216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2925" h="542925">
                <a:moveTo>
                  <a:pt x="273844" y="7144"/>
                </a:moveTo>
                <a:cubicBezTo>
                  <a:pt x="126588" y="7144"/>
                  <a:pt x="7144" y="126587"/>
                  <a:pt x="7144" y="273844"/>
                </a:cubicBezTo>
                <a:cubicBezTo>
                  <a:pt x="7144" y="421100"/>
                  <a:pt x="126588" y="540544"/>
                  <a:pt x="273844" y="540544"/>
                </a:cubicBezTo>
                <a:cubicBezTo>
                  <a:pt x="421100" y="540544"/>
                  <a:pt x="540544" y="421100"/>
                  <a:pt x="540544" y="273844"/>
                </a:cubicBezTo>
                <a:cubicBezTo>
                  <a:pt x="540544" y="126587"/>
                  <a:pt x="421100" y="7144"/>
                  <a:pt x="273844" y="7144"/>
                </a:cubicBezTo>
                <a:close/>
                <a:moveTo>
                  <a:pt x="273844" y="502444"/>
                </a:moveTo>
                <a:cubicBezTo>
                  <a:pt x="147828" y="502444"/>
                  <a:pt x="45244" y="399860"/>
                  <a:pt x="45244" y="273844"/>
                </a:cubicBezTo>
                <a:cubicBezTo>
                  <a:pt x="45244" y="147828"/>
                  <a:pt x="147828" y="45244"/>
                  <a:pt x="273844" y="45244"/>
                </a:cubicBezTo>
                <a:cubicBezTo>
                  <a:pt x="399860" y="45244"/>
                  <a:pt x="502444" y="147828"/>
                  <a:pt x="502444" y="273844"/>
                </a:cubicBezTo>
                <a:cubicBezTo>
                  <a:pt x="502444" y="399860"/>
                  <a:pt x="399860" y="502444"/>
                  <a:pt x="273844" y="502444"/>
                </a:cubicBezTo>
                <a:close/>
                <a:moveTo>
                  <a:pt x="363284" y="200216"/>
                </a:moveTo>
                <a:lnTo>
                  <a:pt x="382334" y="233172"/>
                </a:lnTo>
                <a:lnTo>
                  <a:pt x="283369" y="290322"/>
                </a:lnTo>
                <a:lnTo>
                  <a:pt x="283369" y="290227"/>
                </a:lnTo>
                <a:cubicBezTo>
                  <a:pt x="280607" y="291846"/>
                  <a:pt x="277369" y="292894"/>
                  <a:pt x="273844" y="292894"/>
                </a:cubicBezTo>
                <a:cubicBezTo>
                  <a:pt x="263366" y="292894"/>
                  <a:pt x="254794" y="284321"/>
                  <a:pt x="254794" y="273844"/>
                </a:cubicBezTo>
                <a:lnTo>
                  <a:pt x="254794" y="102394"/>
                </a:lnTo>
                <a:lnTo>
                  <a:pt x="292894" y="102394"/>
                </a:lnTo>
                <a:lnTo>
                  <a:pt x="292894" y="240887"/>
                </a:lnTo>
                <a:lnTo>
                  <a:pt x="363284" y="200216"/>
                </a:lnTo>
                <a:close/>
              </a:path>
            </a:pathLst>
          </a:custGeom>
          <a:solidFill>
            <a:srgbClr val="002856"/>
          </a:solid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263568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E3ACB113-89A4-2832-8B9F-954B34ED634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E5853FC-B89A-1964-2487-A93FA70B62EE}"/>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0316FF-FF07-3C29-5AA6-A95E9145E5D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0316FF-FF07-3C29-5AA6-A95E9145E5D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9DDDF49-F1E3-6783-6125-16C6CB7532AD}"/>
              </a:ext>
            </a:extLst>
          </p:cNvPr>
          <p:cNvSpPr>
            <a:spLocks noGrp="1"/>
          </p:cNvSpPr>
          <p:nvPr>
            <p:ph type="title"/>
          </p:nvPr>
        </p:nvSpPr>
        <p:spPr>
          <a:xfrm>
            <a:off x="456787" y="424481"/>
            <a:ext cx="6519672" cy="588637"/>
          </a:xfrm>
        </p:spPr>
        <p:txBody>
          <a:bodyPr/>
          <a:lstStyle/>
          <a:p>
            <a:r>
              <a:rPr lang="en-US" dirty="0">
                <a:solidFill>
                  <a:schemeClr val="bg1"/>
                </a:solidFill>
                <a:ea typeface="+mj-lt"/>
                <a:cs typeface="+mj-lt"/>
              </a:rPr>
              <a:t>Scout — Student AI Assistant</a:t>
            </a:r>
            <a:endParaRPr lang="en-US" dirty="0"/>
          </a:p>
        </p:txBody>
      </p:sp>
      <p:sp>
        <p:nvSpPr>
          <p:cNvPr id="7" name="TextBox 6">
            <a:extLst>
              <a:ext uri="{FF2B5EF4-FFF2-40B4-BE49-F238E27FC236}">
                <a16:creationId xmlns:a16="http://schemas.microsoft.com/office/drawing/2014/main" id="{84ECC1BB-EC23-A620-C998-ABDD2FCA8E70}"/>
              </a:ext>
            </a:extLst>
          </p:cNvPr>
          <p:cNvSpPr txBox="1"/>
          <p:nvPr/>
        </p:nvSpPr>
        <p:spPr>
          <a:xfrm>
            <a:off x="7107172" y="232728"/>
            <a:ext cx="2983746" cy="738664"/>
          </a:xfrm>
          <a:prstGeom prst="rect">
            <a:avLst/>
          </a:prstGeom>
          <a:noFill/>
        </p:spPr>
        <p:txBody>
          <a:bodyPr wrap="square" lIns="91440" tIns="0" rIns="91440" bIns="0" rtlCol="0" anchor="ctr" anchorCtr="0">
            <a:spAutoFit/>
          </a:bodyPr>
          <a:lstStyle/>
          <a:p>
            <a:pPr>
              <a:buClr>
                <a:srgbClr val="000000"/>
              </a:buClr>
              <a:defRPr/>
            </a:pPr>
            <a:r>
              <a:rPr lang="en-US" sz="1600" b="1" kern="0" dirty="0">
                <a:solidFill>
                  <a:srgbClr val="FF540A"/>
                </a:solidFill>
                <a:latin typeface="Arial" panose="020B0604020202020204"/>
                <a:cs typeface="Arial"/>
                <a:sym typeface="Arial"/>
              </a:rPr>
              <a:t>University of New South Wales</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Sydney</a:t>
            </a:r>
            <a:r>
              <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rPr>
              <a:t>, </a:t>
            </a:r>
            <a:r>
              <a:rPr lang="en-US" sz="1600" b="1" kern="0" dirty="0">
                <a:solidFill>
                  <a:srgbClr val="FF540A"/>
                </a:solidFill>
                <a:latin typeface="Arial" panose="020B0604020202020204"/>
                <a:cs typeface="Arial"/>
                <a:sym typeface="Arial"/>
              </a:rPr>
              <a:t>Australia</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8E981C47-43F8-0DA1-C3E6-747328121F60}"/>
              </a:ext>
            </a:extLst>
          </p:cNvPr>
          <p:cNvGrpSpPr/>
          <p:nvPr/>
        </p:nvGrpSpPr>
        <p:grpSpPr>
          <a:xfrm>
            <a:off x="456787" y="1136923"/>
            <a:ext cx="6013682" cy="1123384"/>
            <a:chOff x="457200" y="1155901"/>
            <a:chExt cx="6013682" cy="1123384"/>
          </a:xfrm>
        </p:grpSpPr>
        <p:sp>
          <p:nvSpPr>
            <p:cNvPr id="40" name="TextBox 39">
              <a:extLst>
                <a:ext uri="{FF2B5EF4-FFF2-40B4-BE49-F238E27FC236}">
                  <a16:creationId xmlns:a16="http://schemas.microsoft.com/office/drawing/2014/main" id="{2F9B94ED-59AC-C842-CED9-ED223AE8C77E}"/>
                </a:ext>
              </a:extLst>
            </p:cNvPr>
            <p:cNvSpPr txBox="1"/>
            <p:nvPr/>
          </p:nvSpPr>
          <p:spPr>
            <a:xfrm>
              <a:off x="457200" y="1155901"/>
              <a:ext cx="601368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Each year, 70,000+ students at UNSW face information overload and scattered support during enrolment and Orientation, with 100,000+ enquiries per term. Many miss vital guidance if unable to attend campus events. The university identified the need for a single portal offering 24/7, personalized support across academic and student services.</a:t>
              </a:r>
              <a:endParaRPr lang="en-US" dirty="0">
                <a:solidFill>
                  <a:prstClr val="white"/>
                </a:solidFill>
                <a:ea typeface="+mn-ea"/>
                <a:cs typeface="+mn-cs"/>
              </a:endParaRPr>
            </a:p>
          </p:txBody>
        </p:sp>
        <p:cxnSp>
          <p:nvCxnSpPr>
            <p:cNvPr id="42" name="Straight Connector 41">
              <a:extLst>
                <a:ext uri="{FF2B5EF4-FFF2-40B4-BE49-F238E27FC236}">
                  <a16:creationId xmlns:a16="http://schemas.microsoft.com/office/drawing/2014/main" id="{AE3C27BF-6AE6-2D35-9EF9-32CF0A848324}"/>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AAD2315B-95B3-DB68-4845-5B97BAA28C9F}"/>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Agentic AI</a:t>
            </a:r>
            <a:endParaRPr lang="en-US" dirty="0">
              <a:solidFill>
                <a:prstClr val="white"/>
              </a:solidFill>
              <a:ea typeface="+mn-lt"/>
              <a:cs typeface="+mn-lt"/>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Data and Analytics</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Digital Experience</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4BB09786-F98C-B860-A389-A01239450FCD}"/>
              </a:ext>
            </a:extLst>
          </p:cNvPr>
          <p:cNvGrpSpPr/>
          <p:nvPr/>
        </p:nvGrpSpPr>
        <p:grpSpPr>
          <a:xfrm>
            <a:off x="456787" y="2637129"/>
            <a:ext cx="6121262" cy="1123384"/>
            <a:chOff x="457200" y="1155901"/>
            <a:chExt cx="6121262" cy="1123384"/>
          </a:xfrm>
        </p:grpSpPr>
        <p:sp>
          <p:nvSpPr>
            <p:cNvPr id="45" name="TextBox 44">
              <a:extLst>
                <a:ext uri="{FF2B5EF4-FFF2-40B4-BE49-F238E27FC236}">
                  <a16:creationId xmlns:a16="http://schemas.microsoft.com/office/drawing/2014/main" id="{5862B05C-B8F3-D8A1-5B5D-434C690E10AE}"/>
                </a:ext>
              </a:extLst>
            </p:cNvPr>
            <p:cNvSpPr txBox="1"/>
            <p:nvPr/>
          </p:nvSpPr>
          <p:spPr>
            <a:xfrm>
              <a:off x="457200" y="1155901"/>
              <a:ext cx="612126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UNSW applied design thinking to student support, gathering insights from stakeholders to build Scout, an AI Assistant developed in-house with Microsoft Copilot Studio. Scout acts as a digital concierge, understanding student intent and delivering personalized, 24/7 support, with features refined through continuous user feedback.</a:t>
              </a:r>
              <a:endParaRPr lang="en-US" dirty="0">
                <a:solidFill>
                  <a:prstClr val="white"/>
                </a:solidFill>
                <a:ea typeface="+mn-ea"/>
                <a:cs typeface="+mn-cs"/>
              </a:endParaRPr>
            </a:p>
          </p:txBody>
        </p:sp>
        <p:cxnSp>
          <p:nvCxnSpPr>
            <p:cNvPr id="46" name="Straight Connector 45">
              <a:extLst>
                <a:ext uri="{FF2B5EF4-FFF2-40B4-BE49-F238E27FC236}">
                  <a16:creationId xmlns:a16="http://schemas.microsoft.com/office/drawing/2014/main" id="{E36FC5B1-5792-AF24-C492-A7F3C10B81F5}"/>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94DE2922-25CE-FEF9-F607-D08FE8F702C4}"/>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D5EF5559-A414-11B3-37BA-0374BC9C383D}"/>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ED4AFF3C-9499-409C-5025-0765BD4D1058}"/>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C0C4A59-5A17-1BA9-2EB2-DBAA9E1C1109}"/>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582BED83-BF17-473D-4DFC-D26BE5A188A4}"/>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Cloud</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Automation</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Generative AI</a:t>
            </a:r>
            <a:endParaRPr lang="en-US" dirty="0">
              <a:solidFill>
                <a:prstClr val="white"/>
              </a:solidFill>
              <a:cs typeface="Arial"/>
            </a:endParaRPr>
          </a:p>
        </p:txBody>
      </p:sp>
      <p:sp>
        <p:nvSpPr>
          <p:cNvPr id="5" name="TextBox 4">
            <a:extLst>
              <a:ext uri="{FF2B5EF4-FFF2-40B4-BE49-F238E27FC236}">
                <a16:creationId xmlns:a16="http://schemas.microsoft.com/office/drawing/2014/main" id="{8B75D14C-090D-9F20-3D5C-F9E70D21BB7C}"/>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26</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FB41C31E-7A91-2308-26D5-3EAD73785341}"/>
              </a:ext>
            </a:extLst>
          </p:cNvPr>
          <p:cNvGrpSpPr/>
          <p:nvPr/>
        </p:nvGrpSpPr>
        <p:grpSpPr>
          <a:xfrm>
            <a:off x="7181063" y="1138435"/>
            <a:ext cx="4631595" cy="2708434"/>
            <a:chOff x="457200" y="4291325"/>
            <a:chExt cx="4631595" cy="2708434"/>
          </a:xfrm>
        </p:grpSpPr>
        <p:sp>
          <p:nvSpPr>
            <p:cNvPr id="17" name="TextBox 16">
              <a:extLst>
                <a:ext uri="{FF2B5EF4-FFF2-40B4-BE49-F238E27FC236}">
                  <a16:creationId xmlns:a16="http://schemas.microsoft.com/office/drawing/2014/main" id="{01CF2F55-EE80-6AF6-E37D-FAAA591FA349}"/>
                </a:ext>
              </a:extLst>
            </p:cNvPr>
            <p:cNvSpPr txBox="1"/>
            <p:nvPr/>
          </p:nvSpPr>
          <p:spPr>
            <a:xfrm>
              <a:off x="457201" y="4291325"/>
              <a:ext cx="3949852" cy="270843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Student Engagement</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Over 3,900 students asked 20,000+ questions across two pilot phases; 3,700 questions in first week of Term 1.</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Off-Hours Usage</a:t>
              </a:r>
              <a:r>
                <a:rPr kumimoji="0" lang="en-US" sz="1200" b="1"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60% of activity occurred outside business hours, easing staff workload.</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Trusted Responses:</a:t>
              </a:r>
              <a:r>
                <a:rPr lang="en-US" sz="1200" dirty="0">
                  <a:solidFill>
                    <a:prstClr val="black"/>
                  </a:solidFill>
                  <a:ea typeface="+mn-lt"/>
                  <a:cs typeface="+mn-lt"/>
                </a:rPr>
                <a:t> 84% of replies matched to UNSW sources; 80%+ of rating students reported positive experiences.</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B0E0554E-4D20-29FA-77D6-3B3968563424}"/>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E31751D9-B30A-6F9B-FEE8-BF431AB47C10}"/>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439C4E7-05E7-944A-ABD1-B2332EF5FEA5}"/>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Students felt supported when interacting with Scout, which helped them navigate scattered course content, policies, and admin systems, and allowed them to ask questions privately without judgment.</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lvl="0" algn="r" defTabSz="914400">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UNSW</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53B4BCB4-FC4C-85E6-500A-67F366522621}"/>
              </a:ext>
            </a:extLst>
          </p:cNvPr>
          <p:cNvGrpSpPr/>
          <p:nvPr/>
        </p:nvGrpSpPr>
        <p:grpSpPr>
          <a:xfrm>
            <a:off x="11130915" y="4424399"/>
            <a:ext cx="640080" cy="548640"/>
            <a:chOff x="7214616" y="4478699"/>
            <a:chExt cx="640080" cy="548640"/>
          </a:xfrm>
        </p:grpSpPr>
        <p:sp>
          <p:nvSpPr>
            <p:cNvPr id="19" name="TextBox 18">
              <a:extLst>
                <a:ext uri="{FF2B5EF4-FFF2-40B4-BE49-F238E27FC236}">
                  <a16:creationId xmlns:a16="http://schemas.microsoft.com/office/drawing/2014/main" id="{2CDC4257-4029-5FBF-21E0-C6B88F1D0A25}"/>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717EB5C0-7300-4AFF-FF8E-E7D201414CE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8B81B3F1-BEC3-3DD4-0817-46972C47D2CC}"/>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University of New South Wales, Sydney, Australia</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2" name="Picture 1" descr="A blue check marks on a black background&#10;&#10;AI-generated content may be incorrect.">
            <a:extLst>
              <a:ext uri="{FF2B5EF4-FFF2-40B4-BE49-F238E27FC236}">
                <a16:creationId xmlns:a16="http://schemas.microsoft.com/office/drawing/2014/main" id="{A7CE7079-9C9C-8287-9028-7F335851530F}"/>
              </a:ext>
            </a:extLst>
          </p:cNvPr>
          <p:cNvPicPr>
            <a:picLocks noChangeAspect="1"/>
          </p:cNvPicPr>
          <p:nvPr/>
        </p:nvPicPr>
        <p:blipFill>
          <a:blip r:embed="rId10"/>
          <a:stretch>
            <a:fillRect/>
          </a:stretch>
        </p:blipFill>
        <p:spPr>
          <a:xfrm>
            <a:off x="11402573" y="1712778"/>
            <a:ext cx="365301" cy="356901"/>
          </a:xfrm>
          <a:prstGeom prst="rect">
            <a:avLst/>
          </a:prstGeom>
        </p:spPr>
      </p:pic>
      <p:pic>
        <p:nvPicPr>
          <p:cNvPr id="13" name="Picture 12" descr="A blue house with a black background&#10;&#10;AI-generated content may be incorrect.">
            <a:extLst>
              <a:ext uri="{FF2B5EF4-FFF2-40B4-BE49-F238E27FC236}">
                <a16:creationId xmlns:a16="http://schemas.microsoft.com/office/drawing/2014/main" id="{BB90579E-398B-889C-D9A2-2D4D786107AF}"/>
              </a:ext>
            </a:extLst>
          </p:cNvPr>
          <p:cNvPicPr>
            <a:picLocks noChangeAspect="1"/>
          </p:cNvPicPr>
          <p:nvPr/>
        </p:nvPicPr>
        <p:blipFill>
          <a:blip r:embed="rId11"/>
          <a:stretch>
            <a:fillRect/>
          </a:stretch>
        </p:blipFill>
        <p:spPr>
          <a:xfrm>
            <a:off x="11402573" y="2496812"/>
            <a:ext cx="362088" cy="312834"/>
          </a:xfrm>
          <a:prstGeom prst="rect">
            <a:avLst/>
          </a:prstGeom>
        </p:spPr>
      </p:pic>
      <p:pic>
        <p:nvPicPr>
          <p:cNvPr id="15" name="Picture 14" descr="A blue logo with black background&#10;&#10;AI-generated content may be incorrect.">
            <a:extLst>
              <a:ext uri="{FF2B5EF4-FFF2-40B4-BE49-F238E27FC236}">
                <a16:creationId xmlns:a16="http://schemas.microsoft.com/office/drawing/2014/main" id="{8BEA7F55-4DB1-E80B-76BE-66AFBA05C064}"/>
              </a:ext>
            </a:extLst>
          </p:cNvPr>
          <p:cNvPicPr>
            <a:picLocks noChangeAspect="1"/>
          </p:cNvPicPr>
          <p:nvPr/>
        </p:nvPicPr>
        <p:blipFill>
          <a:blip r:embed="rId12"/>
          <a:stretch>
            <a:fillRect/>
          </a:stretch>
        </p:blipFill>
        <p:spPr>
          <a:xfrm>
            <a:off x="11402573" y="3295191"/>
            <a:ext cx="368974" cy="267619"/>
          </a:xfrm>
          <a:prstGeom prst="rect">
            <a:avLst/>
          </a:prstGeom>
        </p:spPr>
      </p:pic>
      <p:pic>
        <p:nvPicPr>
          <p:cNvPr id="11" name="Picture 10" descr="image.png">
            <a:extLst>
              <a:ext uri="{FF2B5EF4-FFF2-40B4-BE49-F238E27FC236}">
                <a16:creationId xmlns:a16="http://schemas.microsoft.com/office/drawing/2014/main" id="{F0636A41-0578-F75B-D302-74658A18B597}"/>
              </a:ext>
            </a:extLst>
          </p:cNvPr>
          <p:cNvPicPr>
            <a:picLocks noChangeAspect="1"/>
          </p:cNvPicPr>
          <p:nvPr/>
        </p:nvPicPr>
        <p:blipFill>
          <a:blip r:embed="rId13"/>
          <a:stretch>
            <a:fillRect/>
          </a:stretch>
        </p:blipFill>
        <p:spPr>
          <a:xfrm>
            <a:off x="10089844" y="278462"/>
            <a:ext cx="1743879" cy="728375"/>
          </a:xfrm>
          <a:prstGeom prst="rect">
            <a:avLst/>
          </a:prstGeom>
        </p:spPr>
      </p:pic>
    </p:spTree>
    <p:extLst>
      <p:ext uri="{BB962C8B-B14F-4D97-AF65-F5344CB8AC3E}">
        <p14:creationId xmlns:p14="http://schemas.microsoft.com/office/powerpoint/2010/main" val="1265077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sz="3000" dirty="0">
                <a:solidFill>
                  <a:schemeClr val="bg1"/>
                </a:solidFill>
                <a:ea typeface="+mj-lt"/>
                <a:cs typeface="+mj-lt"/>
              </a:rPr>
              <a:t>GenAI Accommodation Chatbot</a:t>
            </a:r>
            <a:endParaRPr lang="en-US" sz="3000" dirty="0">
              <a:solidFill>
                <a:schemeClr val="bg1"/>
              </a:solidFill>
            </a:endParaRPr>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55839"/>
            <a:ext cx="2983746"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sym typeface="Arial"/>
              </a:rPr>
              <a:t>University of Surrey</a:t>
            </a:r>
            <a:endParaRPr lang="en-US" dirty="0">
              <a:ea typeface="+mn-ea"/>
            </a:endParaRPr>
          </a:p>
          <a:p>
            <a:pPr>
              <a:defRPr/>
            </a:pPr>
            <a:r>
              <a:rPr lang="en-US" sz="1600" b="1" kern="0" dirty="0">
                <a:solidFill>
                  <a:srgbClr val="FF540A"/>
                </a:solidFill>
                <a:ea typeface="+mn-lt"/>
                <a:cs typeface="+mn-lt"/>
                <a:sym typeface="Arial"/>
              </a:rPr>
              <a:t>Guildford, United Kingdom</a:t>
            </a:r>
            <a:endParaRPr lang="en-US" b="1" dirty="0">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1308050"/>
            <a:chOff x="457200" y="1155901"/>
            <a:chExt cx="6013682" cy="1308050"/>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The University of Surrey was overwhelmed by a high volume of email inquiries about accommodation from current and prospective students and their parents, particularly at the start of the academic year. This influx strained staff and resources significantly. Although the necessary information was available on the university's website, users found it cumbersome to sift through lengthy content to find specific answers. </a:t>
              </a:r>
              <a:endParaRPr lang="en-US" dirty="0">
                <a:solidFill>
                  <a:schemeClr val="bg2"/>
                </a:solidFil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843607"/>
            <a:ext cx="6121262" cy="1492716"/>
            <a:chOff x="457200" y="1155901"/>
            <a:chExt cx="6121262" cy="1492716"/>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The University of Surrey's AI chatbot, powered by Azure Cognitive Search, Cognitive Services and ChatGPT, accurately answers accommodation queries by sourcing data from the university's website, FAQs and PDFs. Implementation requires AI-specific governance for accuracy and trust, using Google's Secure AI Framework and consulting with the Surrey Institute for People-Centred AI. Features include posting well-being messages if users appear distressed, ensuring ethical and reliable responses.</a:t>
              </a:r>
              <a:endParaRPr lang="en-US" dirty="0">
                <a:solidFill>
                  <a:prstClr val="white"/>
                </a:solidFil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49035"/>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3262432"/>
            <a:chOff x="457200" y="4291325"/>
            <a:chExt cx="4631595" cy="3262432"/>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3262432"/>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User engagement: </a:t>
              </a:r>
              <a:r>
                <a:rPr lang="en-US" sz="1200" dirty="0">
                  <a:solidFill>
                    <a:prstClr val="black"/>
                  </a:solidFill>
                  <a:ea typeface="+mn-lt"/>
                  <a:cs typeface="+mn-lt"/>
                </a:rPr>
                <a:t>Improved session duration, reduced bounce rate and higher conversation completion rates.</a:t>
              </a:r>
              <a:endParaRPr lang="en-US" sz="1200" b="1" i="0" u="none" strike="noStrike" kern="1200" cap="none" spc="0" normalizeH="0" baseline="0" noProof="0" dirty="0">
                <a:ln>
                  <a:noFill/>
                </a:ln>
                <a:solidFill>
                  <a:prstClr val="black"/>
                </a:solidFill>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Inquiry reduction:</a:t>
              </a:r>
              <a:r>
                <a:rPr lang="en-US" sz="1200" dirty="0">
                  <a:solidFill>
                    <a:prstClr val="black"/>
                  </a:solidFill>
                  <a:ea typeface="+mn-lt"/>
                  <a:cs typeface="+mn-lt"/>
                </a:rPr>
                <a:t> Achieved an expected 30% reduction in inquiries to the Accommodation Office, which handles 14,000 inquiries annually.</a:t>
              </a:r>
              <a:endParaRPr lang="en-US" sz="1200" b="1" i="0" u="none" strike="noStrike" kern="1200" cap="none" spc="0" normalizeH="0" baseline="0" noProof="0" dirty="0">
                <a:ln>
                  <a:noFill/>
                </a:ln>
                <a:solidFill>
                  <a:prstClr val="black"/>
                </a:solidFill>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Operational efficiency</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Reduced need for human intervention in routine inquiries, saving five full-time equivalents (FTEs), and generated data on common queries to inform future content and service improvements.</a:t>
              </a:r>
              <a:endParaRPr lang="en-US" sz="1200" i="0" u="none" strike="noStrike" kern="1200" cap="none" spc="0" normalizeH="0" baseline="0" noProof="0" dirty="0">
                <a:ln>
                  <a:noFill/>
                </a:ln>
                <a:solidFill>
                  <a:prstClr val="black"/>
                </a:solidFill>
                <a:effectLst/>
                <a:uLnTx/>
                <a:uFillTx/>
                <a:ea typeface="+mn-lt"/>
                <a:cs typeface="+mn-lt"/>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solidFill>
                  <a:srgbClr val="000000"/>
                </a:solidFill>
                <a:latin typeface="Arial"/>
                <a:cs typeface="Arial"/>
                <a:sym typeface="Arial"/>
              </a:rPr>
              <a:t>“</a:t>
            </a:r>
            <a:r>
              <a:rPr lang="en-US" sz="1200" i="1" kern="0" dirty="0">
                <a:solidFill>
                  <a:srgbClr val="000000"/>
                </a:solidFill>
                <a:ea typeface="+mn-lt"/>
                <a:cs typeface="+mn-lt"/>
                <a:sym typeface="Arial"/>
              </a:rPr>
              <a:t>Implementation of the chatbot was a learning experience for both IT and business departments, ensuring the bot's behavior is accurate, explainable and free from hallucinations</a:t>
            </a:r>
            <a:r>
              <a:rPr lang="en-US" sz="1200" kern="0" dirty="0">
                <a:solidFill>
                  <a:srgbClr val="000000"/>
                </a:solidFill>
                <a:ea typeface="+mn-lt"/>
                <a:cs typeface="+mn-lt"/>
                <a:sym typeface="Arial"/>
              </a:rPr>
              <a:t>.</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ea typeface="+mn-lt"/>
                <a:cs typeface="+mn-lt"/>
                <a:sym typeface="Arial"/>
              </a:rPr>
              <a:t>the University of Surrey</a:t>
            </a:r>
            <a:endParaRPr lang="en-US" sz="1200" b="0" i="0" u="none" strike="noStrike" kern="0" cap="none" spc="0" normalizeH="0" baseline="0" noProof="0" dirty="0">
              <a:ln>
                <a:noFill/>
              </a:ln>
              <a:solidFill>
                <a:srgbClr val="000000"/>
              </a:solidFill>
              <a:effectLst/>
              <a:uLnTx/>
              <a:uFillTx/>
              <a:ea typeface="+mn-lt"/>
              <a:cs typeface="+mn-lt"/>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104851"/>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University of Surrey, Guildford, United Kingdom</a:t>
            </a:r>
          </a:p>
        </p:txBody>
      </p:sp>
      <p:sp>
        <p:nvSpPr>
          <p:cNvPr id="24" name="Rectangle 23">
            <a:extLst>
              <a:ext uri="{FF2B5EF4-FFF2-40B4-BE49-F238E27FC236}">
                <a16:creationId xmlns:a16="http://schemas.microsoft.com/office/drawing/2014/main" id="{42AEB67B-A9FB-8741-DCBB-B274280CF306}"/>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prstClr val="white"/>
                </a:solidFill>
                <a:latin typeface="Arial"/>
                <a:cs typeface="Arial"/>
                <a:sym typeface="Arial"/>
              </a:rPr>
              <a:t>Generative AI</a:t>
            </a:r>
            <a:endParaRPr lang="en-US" dirty="0">
              <a:solidFill>
                <a:prstClr val="white"/>
              </a:solidFil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latin typeface="Arial"/>
                <a:cs typeface="Arial"/>
              </a:rPr>
              <a:t>Natural language processing</a:t>
            </a:r>
            <a:endParaRPr lang="en-US" dirty="0">
              <a:solidFill>
                <a:prstClr val="white"/>
              </a:solidFill>
            </a:endParaRPr>
          </a:p>
          <a:p>
            <a:pPr marL="171450" indent="-171450">
              <a:spcBef>
                <a:spcPts val="1200"/>
              </a:spcBef>
              <a:buClr>
                <a:prstClr val="white"/>
              </a:buClr>
              <a:buFont typeface="Wingdings" panose="05000000000000000000" pitchFamily="2" charset="2"/>
              <a:buChar char="Ø"/>
              <a:defRPr/>
            </a:pP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26" name="Rectangle 25">
            <a:extLst>
              <a:ext uri="{FF2B5EF4-FFF2-40B4-BE49-F238E27FC236}">
                <a16:creationId xmlns:a16="http://schemas.microsoft.com/office/drawing/2014/main" id="{C169A4EF-1044-9BA3-624C-88406B14CE5D}"/>
              </a:ext>
            </a:extLst>
          </p:cNvPr>
          <p:cNvSpPr/>
          <p:nvPr/>
        </p:nvSpPr>
        <p:spPr>
          <a:xfrm>
            <a:off x="456787" y="4830677"/>
            <a:ext cx="2221992" cy="1046440"/>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Chatbots/virtual assistants</a:t>
            </a: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rPr>
              <a:t>Cloud</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Content/knowledge management</a:t>
            </a: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12" name="Freeform: Shape 11">
            <a:extLst>
              <a:ext uri="{FF2B5EF4-FFF2-40B4-BE49-F238E27FC236}">
                <a16:creationId xmlns:a16="http://schemas.microsoft.com/office/drawing/2014/main" id="{5AF093E7-E1AF-21CE-3839-188FBD339698}"/>
              </a:ext>
            </a:extLst>
          </p:cNvPr>
          <p:cNvSpPr/>
          <p:nvPr/>
        </p:nvSpPr>
        <p:spPr>
          <a:xfrm>
            <a:off x="11145289" y="1716581"/>
            <a:ext cx="685800" cy="428625"/>
          </a:xfrm>
          <a:custGeom>
            <a:avLst/>
            <a:gdLst>
              <a:gd name="connsiteX0" fmla="*/ 624173 w 685800"/>
              <a:gd name="connsiteY0" fmla="*/ 169069 h 428625"/>
              <a:gd name="connsiteX1" fmla="*/ 664369 w 685800"/>
              <a:gd name="connsiteY1" fmla="*/ 95250 h 428625"/>
              <a:gd name="connsiteX2" fmla="*/ 576263 w 685800"/>
              <a:gd name="connsiteY2" fmla="*/ 7144 h 428625"/>
              <a:gd name="connsiteX3" fmla="*/ 488156 w 685800"/>
              <a:gd name="connsiteY3" fmla="*/ 95250 h 428625"/>
              <a:gd name="connsiteX4" fmla="*/ 528352 w 685800"/>
              <a:gd name="connsiteY4" fmla="*/ 169069 h 428625"/>
              <a:gd name="connsiteX5" fmla="*/ 488632 w 685800"/>
              <a:gd name="connsiteY5" fmla="*/ 169069 h 428625"/>
              <a:gd name="connsiteX6" fmla="*/ 423863 w 685800"/>
              <a:gd name="connsiteY6" fmla="*/ 140494 h 428625"/>
              <a:gd name="connsiteX7" fmla="*/ 359092 w 685800"/>
              <a:gd name="connsiteY7" fmla="*/ 169069 h 428625"/>
              <a:gd name="connsiteX8" fmla="*/ 319373 w 685800"/>
              <a:gd name="connsiteY8" fmla="*/ 169069 h 428625"/>
              <a:gd name="connsiteX9" fmla="*/ 359569 w 685800"/>
              <a:gd name="connsiteY9" fmla="*/ 95250 h 428625"/>
              <a:gd name="connsiteX10" fmla="*/ 271463 w 685800"/>
              <a:gd name="connsiteY10" fmla="*/ 7144 h 428625"/>
              <a:gd name="connsiteX11" fmla="*/ 183356 w 685800"/>
              <a:gd name="connsiteY11" fmla="*/ 95250 h 428625"/>
              <a:gd name="connsiteX12" fmla="*/ 223552 w 685800"/>
              <a:gd name="connsiteY12" fmla="*/ 169069 h 428625"/>
              <a:gd name="connsiteX13" fmla="*/ 183832 w 685800"/>
              <a:gd name="connsiteY13" fmla="*/ 169069 h 428625"/>
              <a:gd name="connsiteX14" fmla="*/ 119063 w 685800"/>
              <a:gd name="connsiteY14" fmla="*/ 140494 h 428625"/>
              <a:gd name="connsiteX15" fmla="*/ 30956 w 685800"/>
              <a:gd name="connsiteY15" fmla="*/ 228600 h 428625"/>
              <a:gd name="connsiteX16" fmla="*/ 71152 w 685800"/>
              <a:gd name="connsiteY16" fmla="*/ 302419 h 428625"/>
              <a:gd name="connsiteX17" fmla="*/ 7144 w 685800"/>
              <a:gd name="connsiteY17" fmla="*/ 302419 h 428625"/>
              <a:gd name="connsiteX18" fmla="*/ 7144 w 685800"/>
              <a:gd name="connsiteY18" fmla="*/ 423863 h 428625"/>
              <a:gd name="connsiteX19" fmla="*/ 40481 w 685800"/>
              <a:gd name="connsiteY19" fmla="*/ 423863 h 428625"/>
              <a:gd name="connsiteX20" fmla="*/ 40481 w 685800"/>
              <a:gd name="connsiteY20" fmla="*/ 335756 h 428625"/>
              <a:gd name="connsiteX21" fmla="*/ 197644 w 685800"/>
              <a:gd name="connsiteY21" fmla="*/ 335756 h 428625"/>
              <a:gd name="connsiteX22" fmla="*/ 197644 w 685800"/>
              <a:gd name="connsiteY22" fmla="*/ 423863 h 428625"/>
              <a:gd name="connsiteX23" fmla="*/ 230981 w 685800"/>
              <a:gd name="connsiteY23" fmla="*/ 423863 h 428625"/>
              <a:gd name="connsiteX24" fmla="*/ 230981 w 685800"/>
              <a:gd name="connsiteY24" fmla="*/ 302419 h 428625"/>
              <a:gd name="connsiteX25" fmla="*/ 166973 w 685800"/>
              <a:gd name="connsiteY25" fmla="*/ 302419 h 428625"/>
              <a:gd name="connsiteX26" fmla="*/ 207169 w 685800"/>
              <a:gd name="connsiteY26" fmla="*/ 228600 h 428625"/>
              <a:gd name="connsiteX27" fmla="*/ 203168 w 685800"/>
              <a:gd name="connsiteY27" fmla="*/ 202406 h 428625"/>
              <a:gd name="connsiteX28" fmla="*/ 339661 w 685800"/>
              <a:gd name="connsiteY28" fmla="*/ 202406 h 428625"/>
              <a:gd name="connsiteX29" fmla="*/ 335661 w 685800"/>
              <a:gd name="connsiteY29" fmla="*/ 228600 h 428625"/>
              <a:gd name="connsiteX30" fmla="*/ 375856 w 685800"/>
              <a:gd name="connsiteY30" fmla="*/ 302419 h 428625"/>
              <a:gd name="connsiteX31" fmla="*/ 311848 w 685800"/>
              <a:gd name="connsiteY31" fmla="*/ 302419 h 428625"/>
              <a:gd name="connsiteX32" fmla="*/ 311848 w 685800"/>
              <a:gd name="connsiteY32" fmla="*/ 423863 h 428625"/>
              <a:gd name="connsiteX33" fmla="*/ 345186 w 685800"/>
              <a:gd name="connsiteY33" fmla="*/ 423863 h 428625"/>
              <a:gd name="connsiteX34" fmla="*/ 345186 w 685800"/>
              <a:gd name="connsiteY34" fmla="*/ 335756 h 428625"/>
              <a:gd name="connsiteX35" fmla="*/ 502348 w 685800"/>
              <a:gd name="connsiteY35" fmla="*/ 335756 h 428625"/>
              <a:gd name="connsiteX36" fmla="*/ 502348 w 685800"/>
              <a:gd name="connsiteY36" fmla="*/ 423863 h 428625"/>
              <a:gd name="connsiteX37" fmla="*/ 535686 w 685800"/>
              <a:gd name="connsiteY37" fmla="*/ 423863 h 428625"/>
              <a:gd name="connsiteX38" fmla="*/ 535686 w 685800"/>
              <a:gd name="connsiteY38" fmla="*/ 302419 h 428625"/>
              <a:gd name="connsiteX39" fmla="*/ 471678 w 685800"/>
              <a:gd name="connsiteY39" fmla="*/ 302419 h 428625"/>
              <a:gd name="connsiteX40" fmla="*/ 511873 w 685800"/>
              <a:gd name="connsiteY40" fmla="*/ 228600 h 428625"/>
              <a:gd name="connsiteX41" fmla="*/ 507873 w 685800"/>
              <a:gd name="connsiteY41" fmla="*/ 202406 h 428625"/>
              <a:gd name="connsiteX42" fmla="*/ 654748 w 685800"/>
              <a:gd name="connsiteY42" fmla="*/ 202406 h 428625"/>
              <a:gd name="connsiteX43" fmla="*/ 654748 w 685800"/>
              <a:gd name="connsiteY43" fmla="*/ 366713 h 428625"/>
              <a:gd name="connsiteX44" fmla="*/ 688086 w 685800"/>
              <a:gd name="connsiteY44" fmla="*/ 366713 h 428625"/>
              <a:gd name="connsiteX45" fmla="*/ 688086 w 685800"/>
              <a:gd name="connsiteY45" fmla="*/ 169069 h 428625"/>
              <a:gd name="connsiteX46" fmla="*/ 624173 w 685800"/>
              <a:gd name="connsiteY46" fmla="*/ 169069 h 428625"/>
              <a:gd name="connsiteX47" fmla="*/ 576263 w 685800"/>
              <a:gd name="connsiteY47" fmla="*/ 40481 h 428625"/>
              <a:gd name="connsiteX48" fmla="*/ 631031 w 685800"/>
              <a:gd name="connsiteY48" fmla="*/ 95250 h 428625"/>
              <a:gd name="connsiteX49" fmla="*/ 576263 w 685800"/>
              <a:gd name="connsiteY49" fmla="*/ 150019 h 428625"/>
              <a:gd name="connsiteX50" fmla="*/ 521494 w 685800"/>
              <a:gd name="connsiteY50" fmla="*/ 95250 h 428625"/>
              <a:gd name="connsiteX51" fmla="*/ 576263 w 685800"/>
              <a:gd name="connsiteY51" fmla="*/ 40481 h 428625"/>
              <a:gd name="connsiteX52" fmla="*/ 271463 w 685800"/>
              <a:gd name="connsiteY52" fmla="*/ 40481 h 428625"/>
              <a:gd name="connsiteX53" fmla="*/ 326231 w 685800"/>
              <a:gd name="connsiteY53" fmla="*/ 95250 h 428625"/>
              <a:gd name="connsiteX54" fmla="*/ 271463 w 685800"/>
              <a:gd name="connsiteY54" fmla="*/ 150019 h 428625"/>
              <a:gd name="connsiteX55" fmla="*/ 216694 w 685800"/>
              <a:gd name="connsiteY55" fmla="*/ 95250 h 428625"/>
              <a:gd name="connsiteX56" fmla="*/ 271463 w 685800"/>
              <a:gd name="connsiteY56" fmla="*/ 40481 h 428625"/>
              <a:gd name="connsiteX57" fmla="*/ 119063 w 685800"/>
              <a:gd name="connsiteY57" fmla="*/ 283369 h 428625"/>
              <a:gd name="connsiteX58" fmla="*/ 64294 w 685800"/>
              <a:gd name="connsiteY58" fmla="*/ 228600 h 428625"/>
              <a:gd name="connsiteX59" fmla="*/ 119063 w 685800"/>
              <a:gd name="connsiteY59" fmla="*/ 173831 h 428625"/>
              <a:gd name="connsiteX60" fmla="*/ 173831 w 685800"/>
              <a:gd name="connsiteY60" fmla="*/ 228600 h 428625"/>
              <a:gd name="connsiteX61" fmla="*/ 119063 w 685800"/>
              <a:gd name="connsiteY61" fmla="*/ 283369 h 428625"/>
              <a:gd name="connsiteX62" fmla="*/ 423863 w 685800"/>
              <a:gd name="connsiteY62" fmla="*/ 283369 h 428625"/>
              <a:gd name="connsiteX63" fmla="*/ 369094 w 685800"/>
              <a:gd name="connsiteY63" fmla="*/ 228600 h 428625"/>
              <a:gd name="connsiteX64" fmla="*/ 423863 w 685800"/>
              <a:gd name="connsiteY64" fmla="*/ 173831 h 428625"/>
              <a:gd name="connsiteX65" fmla="*/ 478631 w 685800"/>
              <a:gd name="connsiteY65" fmla="*/ 228600 h 428625"/>
              <a:gd name="connsiteX66" fmla="*/ 423863 w 685800"/>
              <a:gd name="connsiteY66" fmla="*/ 283369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85800" h="428625">
                <a:moveTo>
                  <a:pt x="624173" y="169069"/>
                </a:moveTo>
                <a:cubicBezTo>
                  <a:pt x="648272" y="153353"/>
                  <a:pt x="664369" y="126111"/>
                  <a:pt x="664369" y="95250"/>
                </a:cubicBezTo>
                <a:cubicBezTo>
                  <a:pt x="664369" y="46672"/>
                  <a:pt x="624840" y="7144"/>
                  <a:pt x="576263" y="7144"/>
                </a:cubicBezTo>
                <a:cubicBezTo>
                  <a:pt x="527685" y="7144"/>
                  <a:pt x="488156" y="46672"/>
                  <a:pt x="488156" y="95250"/>
                </a:cubicBezTo>
                <a:cubicBezTo>
                  <a:pt x="488156" y="126111"/>
                  <a:pt x="504158" y="153353"/>
                  <a:pt x="528352" y="169069"/>
                </a:cubicBezTo>
                <a:lnTo>
                  <a:pt x="488632" y="169069"/>
                </a:lnTo>
                <a:cubicBezTo>
                  <a:pt x="472535" y="151543"/>
                  <a:pt x="449484" y="140494"/>
                  <a:pt x="423863" y="140494"/>
                </a:cubicBezTo>
                <a:cubicBezTo>
                  <a:pt x="398240" y="140494"/>
                  <a:pt x="375190" y="151543"/>
                  <a:pt x="359092" y="169069"/>
                </a:cubicBezTo>
                <a:lnTo>
                  <a:pt x="319373" y="169069"/>
                </a:lnTo>
                <a:cubicBezTo>
                  <a:pt x="343471" y="153353"/>
                  <a:pt x="359569" y="126111"/>
                  <a:pt x="359569" y="95250"/>
                </a:cubicBezTo>
                <a:cubicBezTo>
                  <a:pt x="359569" y="46672"/>
                  <a:pt x="320040" y="7144"/>
                  <a:pt x="271463" y="7144"/>
                </a:cubicBezTo>
                <a:cubicBezTo>
                  <a:pt x="222885" y="7144"/>
                  <a:pt x="183356" y="46672"/>
                  <a:pt x="183356" y="95250"/>
                </a:cubicBezTo>
                <a:cubicBezTo>
                  <a:pt x="183356" y="126111"/>
                  <a:pt x="199358" y="153353"/>
                  <a:pt x="223552" y="169069"/>
                </a:cubicBezTo>
                <a:lnTo>
                  <a:pt x="183832" y="169069"/>
                </a:lnTo>
                <a:cubicBezTo>
                  <a:pt x="167735" y="151543"/>
                  <a:pt x="144684" y="140494"/>
                  <a:pt x="119063" y="140494"/>
                </a:cubicBezTo>
                <a:cubicBezTo>
                  <a:pt x="70485" y="140494"/>
                  <a:pt x="30956" y="180023"/>
                  <a:pt x="30956" y="228600"/>
                </a:cubicBezTo>
                <a:cubicBezTo>
                  <a:pt x="30956" y="259461"/>
                  <a:pt x="46958" y="286703"/>
                  <a:pt x="71152" y="302419"/>
                </a:cubicBezTo>
                <a:lnTo>
                  <a:pt x="7144" y="302419"/>
                </a:lnTo>
                <a:lnTo>
                  <a:pt x="7144" y="423863"/>
                </a:lnTo>
                <a:lnTo>
                  <a:pt x="40481" y="423863"/>
                </a:lnTo>
                <a:lnTo>
                  <a:pt x="40481" y="335756"/>
                </a:lnTo>
                <a:lnTo>
                  <a:pt x="197644" y="335756"/>
                </a:lnTo>
                <a:lnTo>
                  <a:pt x="197644" y="423863"/>
                </a:lnTo>
                <a:lnTo>
                  <a:pt x="230981" y="423863"/>
                </a:lnTo>
                <a:lnTo>
                  <a:pt x="230981" y="302419"/>
                </a:lnTo>
                <a:lnTo>
                  <a:pt x="166973" y="302419"/>
                </a:lnTo>
                <a:cubicBezTo>
                  <a:pt x="191071" y="286703"/>
                  <a:pt x="207169" y="259461"/>
                  <a:pt x="207169" y="228600"/>
                </a:cubicBezTo>
                <a:cubicBezTo>
                  <a:pt x="207169" y="219456"/>
                  <a:pt x="205740" y="210693"/>
                  <a:pt x="203168" y="202406"/>
                </a:cubicBezTo>
                <a:lnTo>
                  <a:pt x="339661" y="202406"/>
                </a:lnTo>
                <a:cubicBezTo>
                  <a:pt x="337090" y="210693"/>
                  <a:pt x="335661" y="219456"/>
                  <a:pt x="335661" y="228600"/>
                </a:cubicBezTo>
                <a:cubicBezTo>
                  <a:pt x="335661" y="259461"/>
                  <a:pt x="351663" y="286703"/>
                  <a:pt x="375856" y="302419"/>
                </a:cubicBezTo>
                <a:lnTo>
                  <a:pt x="311848" y="302419"/>
                </a:lnTo>
                <a:lnTo>
                  <a:pt x="311848" y="423863"/>
                </a:lnTo>
                <a:lnTo>
                  <a:pt x="345186" y="423863"/>
                </a:lnTo>
                <a:lnTo>
                  <a:pt x="345186" y="335756"/>
                </a:lnTo>
                <a:lnTo>
                  <a:pt x="502348" y="335756"/>
                </a:lnTo>
                <a:lnTo>
                  <a:pt x="502348" y="423863"/>
                </a:lnTo>
                <a:lnTo>
                  <a:pt x="535686" y="423863"/>
                </a:lnTo>
                <a:lnTo>
                  <a:pt x="535686" y="302419"/>
                </a:lnTo>
                <a:lnTo>
                  <a:pt x="471678" y="302419"/>
                </a:lnTo>
                <a:cubicBezTo>
                  <a:pt x="495776" y="286703"/>
                  <a:pt x="511873" y="259461"/>
                  <a:pt x="511873" y="228600"/>
                </a:cubicBezTo>
                <a:cubicBezTo>
                  <a:pt x="511873" y="219456"/>
                  <a:pt x="510445" y="210693"/>
                  <a:pt x="507873" y="202406"/>
                </a:cubicBezTo>
                <a:lnTo>
                  <a:pt x="654748" y="202406"/>
                </a:lnTo>
                <a:lnTo>
                  <a:pt x="654748" y="366713"/>
                </a:lnTo>
                <a:lnTo>
                  <a:pt x="688086" y="366713"/>
                </a:lnTo>
                <a:lnTo>
                  <a:pt x="688086" y="169069"/>
                </a:lnTo>
                <a:lnTo>
                  <a:pt x="624173" y="169069"/>
                </a:lnTo>
                <a:close/>
                <a:moveTo>
                  <a:pt x="576263" y="40481"/>
                </a:moveTo>
                <a:cubicBezTo>
                  <a:pt x="606457" y="40481"/>
                  <a:pt x="631031" y="65056"/>
                  <a:pt x="631031" y="95250"/>
                </a:cubicBezTo>
                <a:cubicBezTo>
                  <a:pt x="631031" y="125444"/>
                  <a:pt x="606457" y="150019"/>
                  <a:pt x="576263" y="150019"/>
                </a:cubicBezTo>
                <a:cubicBezTo>
                  <a:pt x="546068" y="150019"/>
                  <a:pt x="521494" y="125444"/>
                  <a:pt x="521494" y="95250"/>
                </a:cubicBezTo>
                <a:cubicBezTo>
                  <a:pt x="521494" y="65056"/>
                  <a:pt x="546068" y="40481"/>
                  <a:pt x="576263" y="40481"/>
                </a:cubicBezTo>
                <a:close/>
                <a:moveTo>
                  <a:pt x="271463" y="40481"/>
                </a:moveTo>
                <a:cubicBezTo>
                  <a:pt x="301657" y="40481"/>
                  <a:pt x="326231" y="65056"/>
                  <a:pt x="326231" y="95250"/>
                </a:cubicBezTo>
                <a:cubicBezTo>
                  <a:pt x="326231" y="125444"/>
                  <a:pt x="301657" y="150019"/>
                  <a:pt x="271463" y="150019"/>
                </a:cubicBezTo>
                <a:cubicBezTo>
                  <a:pt x="241268" y="150019"/>
                  <a:pt x="216694" y="125444"/>
                  <a:pt x="216694" y="95250"/>
                </a:cubicBezTo>
                <a:cubicBezTo>
                  <a:pt x="216694" y="65056"/>
                  <a:pt x="241268" y="40481"/>
                  <a:pt x="271463" y="40481"/>
                </a:cubicBezTo>
                <a:close/>
                <a:moveTo>
                  <a:pt x="119063" y="283369"/>
                </a:moveTo>
                <a:cubicBezTo>
                  <a:pt x="88868" y="283369"/>
                  <a:pt x="64294" y="258794"/>
                  <a:pt x="64294" y="228600"/>
                </a:cubicBezTo>
                <a:cubicBezTo>
                  <a:pt x="64294" y="198406"/>
                  <a:pt x="88868" y="173831"/>
                  <a:pt x="119063" y="173831"/>
                </a:cubicBezTo>
                <a:cubicBezTo>
                  <a:pt x="149257" y="173831"/>
                  <a:pt x="173831" y="198406"/>
                  <a:pt x="173831" y="228600"/>
                </a:cubicBezTo>
                <a:cubicBezTo>
                  <a:pt x="173831" y="258794"/>
                  <a:pt x="149257" y="283369"/>
                  <a:pt x="119063" y="283369"/>
                </a:cubicBezTo>
                <a:close/>
                <a:moveTo>
                  <a:pt x="423863" y="283369"/>
                </a:moveTo>
                <a:cubicBezTo>
                  <a:pt x="393668" y="283369"/>
                  <a:pt x="369094" y="258794"/>
                  <a:pt x="369094" y="228600"/>
                </a:cubicBezTo>
                <a:cubicBezTo>
                  <a:pt x="369094" y="198406"/>
                  <a:pt x="393668" y="173831"/>
                  <a:pt x="423863" y="173831"/>
                </a:cubicBezTo>
                <a:cubicBezTo>
                  <a:pt x="454057" y="173831"/>
                  <a:pt x="478631" y="198406"/>
                  <a:pt x="478631" y="228600"/>
                </a:cubicBezTo>
                <a:cubicBezTo>
                  <a:pt x="478631" y="258794"/>
                  <a:pt x="454057" y="283369"/>
                  <a:pt x="423863" y="283369"/>
                </a:cubicBezTo>
                <a:close/>
              </a:path>
            </a:pathLst>
          </a:custGeom>
          <a:solidFill>
            <a:srgbClr val="002856"/>
          </a:soli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0387BB7E-3A09-D70A-1685-FEF7F402DF9E}"/>
              </a:ext>
            </a:extLst>
          </p:cNvPr>
          <p:cNvSpPr/>
          <p:nvPr/>
        </p:nvSpPr>
        <p:spPr>
          <a:xfrm>
            <a:off x="11295509" y="3508292"/>
            <a:ext cx="542925" cy="542925"/>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363284 w 542925"/>
              <a:gd name="connsiteY10" fmla="*/ 200216 h 542925"/>
              <a:gd name="connsiteX11" fmla="*/ 382334 w 542925"/>
              <a:gd name="connsiteY11" fmla="*/ 233172 h 542925"/>
              <a:gd name="connsiteX12" fmla="*/ 283369 w 542925"/>
              <a:gd name="connsiteY12" fmla="*/ 290322 h 542925"/>
              <a:gd name="connsiteX13" fmla="*/ 283369 w 542925"/>
              <a:gd name="connsiteY13" fmla="*/ 290227 h 542925"/>
              <a:gd name="connsiteX14" fmla="*/ 273844 w 542925"/>
              <a:gd name="connsiteY14" fmla="*/ 292894 h 542925"/>
              <a:gd name="connsiteX15" fmla="*/ 254794 w 542925"/>
              <a:gd name="connsiteY15" fmla="*/ 273844 h 542925"/>
              <a:gd name="connsiteX16" fmla="*/ 254794 w 542925"/>
              <a:gd name="connsiteY16" fmla="*/ 102394 h 542925"/>
              <a:gd name="connsiteX17" fmla="*/ 292894 w 542925"/>
              <a:gd name="connsiteY17" fmla="*/ 102394 h 542925"/>
              <a:gd name="connsiteX18" fmla="*/ 292894 w 542925"/>
              <a:gd name="connsiteY18" fmla="*/ 240887 h 542925"/>
              <a:gd name="connsiteX19" fmla="*/ 363284 w 542925"/>
              <a:gd name="connsiteY19" fmla="*/ 200216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2925" h="542925">
                <a:moveTo>
                  <a:pt x="273844" y="7144"/>
                </a:moveTo>
                <a:cubicBezTo>
                  <a:pt x="126588" y="7144"/>
                  <a:pt x="7144" y="126587"/>
                  <a:pt x="7144" y="273844"/>
                </a:cubicBezTo>
                <a:cubicBezTo>
                  <a:pt x="7144" y="421100"/>
                  <a:pt x="126588" y="540544"/>
                  <a:pt x="273844" y="540544"/>
                </a:cubicBezTo>
                <a:cubicBezTo>
                  <a:pt x="421100" y="540544"/>
                  <a:pt x="540544" y="421100"/>
                  <a:pt x="540544" y="273844"/>
                </a:cubicBezTo>
                <a:cubicBezTo>
                  <a:pt x="540544" y="126587"/>
                  <a:pt x="421100" y="7144"/>
                  <a:pt x="273844" y="7144"/>
                </a:cubicBezTo>
                <a:close/>
                <a:moveTo>
                  <a:pt x="273844" y="502444"/>
                </a:moveTo>
                <a:cubicBezTo>
                  <a:pt x="147828" y="502444"/>
                  <a:pt x="45244" y="399860"/>
                  <a:pt x="45244" y="273844"/>
                </a:cubicBezTo>
                <a:cubicBezTo>
                  <a:pt x="45244" y="147828"/>
                  <a:pt x="147828" y="45244"/>
                  <a:pt x="273844" y="45244"/>
                </a:cubicBezTo>
                <a:cubicBezTo>
                  <a:pt x="399860" y="45244"/>
                  <a:pt x="502444" y="147828"/>
                  <a:pt x="502444" y="273844"/>
                </a:cubicBezTo>
                <a:cubicBezTo>
                  <a:pt x="502444" y="399860"/>
                  <a:pt x="399860" y="502444"/>
                  <a:pt x="273844" y="502444"/>
                </a:cubicBezTo>
                <a:close/>
                <a:moveTo>
                  <a:pt x="363284" y="200216"/>
                </a:moveTo>
                <a:lnTo>
                  <a:pt x="382334" y="233172"/>
                </a:lnTo>
                <a:lnTo>
                  <a:pt x="283369" y="290322"/>
                </a:lnTo>
                <a:lnTo>
                  <a:pt x="283369" y="290227"/>
                </a:lnTo>
                <a:cubicBezTo>
                  <a:pt x="280607" y="291846"/>
                  <a:pt x="277369" y="292894"/>
                  <a:pt x="273844" y="292894"/>
                </a:cubicBezTo>
                <a:cubicBezTo>
                  <a:pt x="263366" y="292894"/>
                  <a:pt x="254794" y="284321"/>
                  <a:pt x="254794" y="273844"/>
                </a:cubicBezTo>
                <a:lnTo>
                  <a:pt x="254794" y="102394"/>
                </a:lnTo>
                <a:lnTo>
                  <a:pt x="292894" y="102394"/>
                </a:lnTo>
                <a:lnTo>
                  <a:pt x="292894" y="240887"/>
                </a:lnTo>
                <a:lnTo>
                  <a:pt x="363284" y="200216"/>
                </a:lnTo>
                <a:close/>
              </a:path>
            </a:pathLst>
          </a:custGeom>
          <a:solidFill>
            <a:srgbClr val="002856"/>
          </a:solid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56C6DC29-AA1C-BE4F-3CDC-262ED5651314}"/>
              </a:ext>
            </a:extLst>
          </p:cNvPr>
          <p:cNvSpPr/>
          <p:nvPr/>
        </p:nvSpPr>
        <p:spPr>
          <a:xfrm>
            <a:off x="11296316" y="2598896"/>
            <a:ext cx="542925" cy="485775"/>
          </a:xfrm>
          <a:custGeom>
            <a:avLst/>
            <a:gdLst>
              <a:gd name="connsiteX0" fmla="*/ 290513 w 542925"/>
              <a:gd name="connsiteY0" fmla="*/ 215170 h 485775"/>
              <a:gd name="connsiteX1" fmla="*/ 301752 w 542925"/>
              <a:gd name="connsiteY1" fmla="*/ 189262 h 485775"/>
              <a:gd name="connsiteX2" fmla="*/ 312515 w 542925"/>
              <a:gd name="connsiteY2" fmla="*/ 179261 h 485775"/>
              <a:gd name="connsiteX3" fmla="*/ 327755 w 542925"/>
              <a:gd name="connsiteY3" fmla="*/ 131350 h 485775"/>
              <a:gd name="connsiteX4" fmla="*/ 280035 w 542925"/>
              <a:gd name="connsiteY4" fmla="*/ 86106 h 485775"/>
              <a:gd name="connsiteX5" fmla="*/ 237268 w 542925"/>
              <a:gd name="connsiteY5" fmla="*/ 99631 h 485775"/>
              <a:gd name="connsiteX6" fmla="*/ 218980 w 542925"/>
              <a:gd name="connsiteY6" fmla="*/ 140494 h 485775"/>
              <a:gd name="connsiteX7" fmla="*/ 218980 w 542925"/>
              <a:gd name="connsiteY7" fmla="*/ 150019 h 485775"/>
              <a:gd name="connsiteX8" fmla="*/ 252317 w 542925"/>
              <a:gd name="connsiteY8" fmla="*/ 150019 h 485775"/>
              <a:gd name="connsiteX9" fmla="*/ 252317 w 542925"/>
              <a:gd name="connsiteY9" fmla="*/ 140494 h 485775"/>
              <a:gd name="connsiteX10" fmla="*/ 259461 w 542925"/>
              <a:gd name="connsiteY10" fmla="*/ 124492 h 485775"/>
              <a:gd name="connsiteX11" fmla="*/ 276320 w 542925"/>
              <a:gd name="connsiteY11" fmla="*/ 119158 h 485775"/>
              <a:gd name="connsiteX12" fmla="*/ 294894 w 542925"/>
              <a:gd name="connsiteY12" fmla="*/ 136684 h 485775"/>
              <a:gd name="connsiteX13" fmla="*/ 289369 w 542925"/>
              <a:gd name="connsiteY13" fmla="*/ 155162 h 485775"/>
              <a:gd name="connsiteX14" fmla="*/ 278987 w 542925"/>
              <a:gd name="connsiteY14" fmla="*/ 164783 h 485775"/>
              <a:gd name="connsiteX15" fmla="*/ 257080 w 542925"/>
              <a:gd name="connsiteY15" fmla="*/ 215075 h 485775"/>
              <a:gd name="connsiteX16" fmla="*/ 257080 w 542925"/>
              <a:gd name="connsiteY16" fmla="*/ 226219 h 485775"/>
              <a:gd name="connsiteX17" fmla="*/ 290417 w 542925"/>
              <a:gd name="connsiteY17" fmla="*/ 226219 h 485775"/>
              <a:gd name="connsiteX18" fmla="*/ 290417 w 542925"/>
              <a:gd name="connsiteY18" fmla="*/ 215170 h 485775"/>
              <a:gd name="connsiteX19" fmla="*/ 273844 w 542925"/>
              <a:gd name="connsiteY19" fmla="*/ 245269 h 485775"/>
              <a:gd name="connsiteX20" fmla="*/ 245269 w 542925"/>
              <a:gd name="connsiteY20" fmla="*/ 273844 h 485775"/>
              <a:gd name="connsiteX21" fmla="*/ 273844 w 542925"/>
              <a:gd name="connsiteY21" fmla="*/ 302419 h 485775"/>
              <a:gd name="connsiteX22" fmla="*/ 302419 w 542925"/>
              <a:gd name="connsiteY22" fmla="*/ 273844 h 485775"/>
              <a:gd name="connsiteX23" fmla="*/ 273844 w 542925"/>
              <a:gd name="connsiteY23" fmla="*/ 245269 h 485775"/>
              <a:gd name="connsiteX24" fmla="*/ 233458 w 542925"/>
              <a:gd name="connsiteY24" fmla="*/ 388144 h 485775"/>
              <a:gd name="connsiteX25" fmla="*/ 540544 w 542925"/>
              <a:gd name="connsiteY25" fmla="*/ 388144 h 485775"/>
              <a:gd name="connsiteX26" fmla="*/ 540544 w 542925"/>
              <a:gd name="connsiteY26" fmla="*/ 7144 h 485775"/>
              <a:gd name="connsiteX27" fmla="*/ 7144 w 542925"/>
              <a:gd name="connsiteY27" fmla="*/ 7144 h 485775"/>
              <a:gd name="connsiteX28" fmla="*/ 7144 w 542925"/>
              <a:gd name="connsiteY28" fmla="*/ 388144 h 485775"/>
              <a:gd name="connsiteX29" fmla="*/ 121444 w 542925"/>
              <a:gd name="connsiteY29" fmla="*/ 388144 h 485775"/>
              <a:gd name="connsiteX30" fmla="*/ 121444 w 542925"/>
              <a:gd name="connsiteY30" fmla="*/ 487680 h 485775"/>
              <a:gd name="connsiteX31" fmla="*/ 233458 w 542925"/>
              <a:gd name="connsiteY31" fmla="*/ 388144 h 485775"/>
              <a:gd name="connsiteX32" fmla="*/ 45244 w 542925"/>
              <a:gd name="connsiteY32" fmla="*/ 45244 h 485775"/>
              <a:gd name="connsiteX33" fmla="*/ 502444 w 542925"/>
              <a:gd name="connsiteY33" fmla="*/ 45244 h 485775"/>
              <a:gd name="connsiteX34" fmla="*/ 502444 w 542925"/>
              <a:gd name="connsiteY34" fmla="*/ 350044 h 485775"/>
              <a:gd name="connsiteX35" fmla="*/ 218980 w 542925"/>
              <a:gd name="connsiteY35" fmla="*/ 350044 h 485775"/>
              <a:gd name="connsiteX36" fmla="*/ 159544 w 542925"/>
              <a:gd name="connsiteY36" fmla="*/ 402908 h 485775"/>
              <a:gd name="connsiteX37" fmla="*/ 159544 w 542925"/>
              <a:gd name="connsiteY37" fmla="*/ 350044 h 485775"/>
              <a:gd name="connsiteX38" fmla="*/ 45244 w 542925"/>
              <a:gd name="connsiteY38" fmla="*/ 350044 h 485775"/>
              <a:gd name="connsiteX39" fmla="*/ 45244 w 542925"/>
              <a:gd name="connsiteY39" fmla="*/ 4524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42925" h="485775">
                <a:moveTo>
                  <a:pt x="290513" y="215170"/>
                </a:moveTo>
                <a:cubicBezTo>
                  <a:pt x="290513" y="205359"/>
                  <a:pt x="294608" y="195929"/>
                  <a:pt x="301752" y="189262"/>
                </a:cubicBezTo>
                <a:lnTo>
                  <a:pt x="312515" y="179261"/>
                </a:lnTo>
                <a:cubicBezTo>
                  <a:pt x="325183" y="166592"/>
                  <a:pt x="330708" y="149162"/>
                  <a:pt x="327755" y="131350"/>
                </a:cubicBezTo>
                <a:cubicBezTo>
                  <a:pt x="323850" y="107442"/>
                  <a:pt x="304228" y="88868"/>
                  <a:pt x="280035" y="86106"/>
                </a:cubicBezTo>
                <a:cubicBezTo>
                  <a:pt x="264414" y="84296"/>
                  <a:pt x="248888" y="89249"/>
                  <a:pt x="237268" y="99631"/>
                </a:cubicBezTo>
                <a:cubicBezTo>
                  <a:pt x="225647" y="110014"/>
                  <a:pt x="218980" y="124873"/>
                  <a:pt x="218980" y="140494"/>
                </a:cubicBezTo>
                <a:lnTo>
                  <a:pt x="218980" y="150019"/>
                </a:lnTo>
                <a:lnTo>
                  <a:pt x="252317" y="150019"/>
                </a:lnTo>
                <a:lnTo>
                  <a:pt x="252317" y="140494"/>
                </a:lnTo>
                <a:cubicBezTo>
                  <a:pt x="252317" y="134398"/>
                  <a:pt x="254889" y="128588"/>
                  <a:pt x="259461" y="124492"/>
                </a:cubicBezTo>
                <a:cubicBezTo>
                  <a:pt x="264033" y="120396"/>
                  <a:pt x="270034" y="118491"/>
                  <a:pt x="276320" y="119158"/>
                </a:cubicBezTo>
                <a:cubicBezTo>
                  <a:pt x="285559" y="120206"/>
                  <a:pt x="293370" y="127540"/>
                  <a:pt x="294894" y="136684"/>
                </a:cubicBezTo>
                <a:cubicBezTo>
                  <a:pt x="296037" y="143732"/>
                  <a:pt x="293846" y="150686"/>
                  <a:pt x="289369" y="155162"/>
                </a:cubicBezTo>
                <a:lnTo>
                  <a:pt x="278987" y="164783"/>
                </a:lnTo>
                <a:cubicBezTo>
                  <a:pt x="265081" y="177737"/>
                  <a:pt x="257080" y="196025"/>
                  <a:pt x="257080" y="215075"/>
                </a:cubicBezTo>
                <a:lnTo>
                  <a:pt x="257080" y="226219"/>
                </a:lnTo>
                <a:lnTo>
                  <a:pt x="290417" y="226219"/>
                </a:lnTo>
                <a:lnTo>
                  <a:pt x="290417" y="215170"/>
                </a:lnTo>
                <a:close/>
                <a:moveTo>
                  <a:pt x="273844" y="245269"/>
                </a:moveTo>
                <a:cubicBezTo>
                  <a:pt x="258032" y="245269"/>
                  <a:pt x="245269" y="258032"/>
                  <a:pt x="245269" y="273844"/>
                </a:cubicBezTo>
                <a:cubicBezTo>
                  <a:pt x="245269" y="289655"/>
                  <a:pt x="258032" y="302419"/>
                  <a:pt x="273844" y="302419"/>
                </a:cubicBezTo>
                <a:cubicBezTo>
                  <a:pt x="289655" y="302419"/>
                  <a:pt x="302419" y="289655"/>
                  <a:pt x="302419" y="273844"/>
                </a:cubicBezTo>
                <a:cubicBezTo>
                  <a:pt x="302419" y="258032"/>
                  <a:pt x="289560" y="245269"/>
                  <a:pt x="273844" y="245269"/>
                </a:cubicBezTo>
                <a:close/>
                <a:moveTo>
                  <a:pt x="233458" y="388144"/>
                </a:moveTo>
                <a:lnTo>
                  <a:pt x="540544" y="388144"/>
                </a:lnTo>
                <a:lnTo>
                  <a:pt x="540544" y="7144"/>
                </a:lnTo>
                <a:lnTo>
                  <a:pt x="7144" y="7144"/>
                </a:lnTo>
                <a:lnTo>
                  <a:pt x="7144" y="388144"/>
                </a:lnTo>
                <a:lnTo>
                  <a:pt x="121444" y="388144"/>
                </a:lnTo>
                <a:lnTo>
                  <a:pt x="121444" y="487680"/>
                </a:lnTo>
                <a:lnTo>
                  <a:pt x="233458" y="388144"/>
                </a:lnTo>
                <a:close/>
                <a:moveTo>
                  <a:pt x="45244" y="45244"/>
                </a:moveTo>
                <a:lnTo>
                  <a:pt x="502444" y="45244"/>
                </a:lnTo>
                <a:lnTo>
                  <a:pt x="502444" y="350044"/>
                </a:lnTo>
                <a:lnTo>
                  <a:pt x="218980" y="350044"/>
                </a:lnTo>
                <a:lnTo>
                  <a:pt x="159544" y="402908"/>
                </a:lnTo>
                <a:lnTo>
                  <a:pt x="159544" y="350044"/>
                </a:lnTo>
                <a:lnTo>
                  <a:pt x="45244" y="350044"/>
                </a:lnTo>
                <a:lnTo>
                  <a:pt x="45244" y="45244"/>
                </a:lnTo>
                <a:close/>
              </a:path>
            </a:pathLst>
          </a:custGeom>
          <a:solidFill>
            <a:srgbClr val="002856"/>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pic>
        <p:nvPicPr>
          <p:cNvPr id="29" name="Picture 28" descr="University of Surrey | Drupal.org">
            <a:extLst>
              <a:ext uri="{FF2B5EF4-FFF2-40B4-BE49-F238E27FC236}">
                <a16:creationId xmlns:a16="http://schemas.microsoft.com/office/drawing/2014/main" id="{9E9EAC0D-9C0D-F424-19EF-3482C7480FA2}"/>
              </a:ext>
            </a:extLst>
          </p:cNvPr>
          <p:cNvPicPr>
            <a:picLocks noChangeAspect="1"/>
          </p:cNvPicPr>
          <p:nvPr/>
        </p:nvPicPr>
        <p:blipFill>
          <a:blip r:embed="rId10"/>
          <a:stretch>
            <a:fillRect/>
          </a:stretch>
        </p:blipFill>
        <p:spPr>
          <a:xfrm>
            <a:off x="10480636" y="353727"/>
            <a:ext cx="1349710" cy="400050"/>
          </a:xfrm>
          <a:prstGeom prst="rect">
            <a:avLst/>
          </a:prstGeom>
        </p:spPr>
      </p:pic>
      <p:sp>
        <p:nvSpPr>
          <p:cNvPr id="2" name="TextBox 1">
            <a:extLst>
              <a:ext uri="{FF2B5EF4-FFF2-40B4-BE49-F238E27FC236}">
                <a16:creationId xmlns:a16="http://schemas.microsoft.com/office/drawing/2014/main" id="{E5CECD51-5FA2-8A91-357B-59BE340B2C7F}"/>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27</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2047294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56AA5D0E-464D-2A93-1221-C16F96328E3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36B3745-FCAA-915A-E529-E84D34DCD6EA}"/>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9499CC10-191D-4F03-5EF5-53ED62AC1404}"/>
              </a:ext>
            </a:extLst>
          </p:cNvPr>
          <p:cNvSpPr txBox="1"/>
          <p:nvPr/>
        </p:nvSpPr>
        <p:spPr>
          <a:xfrm>
            <a:off x="456787" y="6076805"/>
            <a:ext cx="6121262" cy="615553"/>
          </a:xfrm>
          <a:prstGeom prst="rect">
            <a:avLst/>
          </a:prstGeom>
          <a:noFill/>
        </p:spPr>
        <p:txBody>
          <a:bodyPr wrap="square" lIns="0" rIns="0" rtlCol="0">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Education; University of the West England, Bristol, UK</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B89E7C21-22C2-73F5-02B7-FEB9A83F85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B89E7C21-22C2-73F5-02B7-FEB9A83F85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8071C15-4A5B-4071-9E06-2B61F8B72C52}"/>
              </a:ext>
            </a:extLst>
          </p:cNvPr>
          <p:cNvSpPr>
            <a:spLocks noGrp="1"/>
          </p:cNvSpPr>
          <p:nvPr>
            <p:ph type="title"/>
          </p:nvPr>
        </p:nvSpPr>
        <p:spPr>
          <a:xfrm>
            <a:off x="456787" y="242605"/>
            <a:ext cx="6519672" cy="588637"/>
          </a:xfrm>
        </p:spPr>
        <p:txBody>
          <a:bodyPr/>
          <a:lstStyle/>
          <a:p>
            <a:r>
              <a:rPr lang="en-US" dirty="0">
                <a:solidFill>
                  <a:schemeClr val="bg1"/>
                </a:solidFill>
              </a:rPr>
              <a:t>Student Digital First IT Support</a:t>
            </a:r>
          </a:p>
        </p:txBody>
      </p:sp>
      <p:sp>
        <p:nvSpPr>
          <p:cNvPr id="7" name="TextBox 6">
            <a:extLst>
              <a:ext uri="{FF2B5EF4-FFF2-40B4-BE49-F238E27FC236}">
                <a16:creationId xmlns:a16="http://schemas.microsoft.com/office/drawing/2014/main" id="{4F647CDA-77A9-94EA-2A30-C2280A138204}"/>
              </a:ext>
            </a:extLst>
          </p:cNvPr>
          <p:cNvSpPr txBox="1"/>
          <p:nvPr/>
        </p:nvSpPr>
        <p:spPr>
          <a:xfrm>
            <a:off x="7107171" y="355839"/>
            <a:ext cx="4115183" cy="492443"/>
          </a:xfrm>
          <a:prstGeom prst="rect">
            <a:avLst/>
          </a:prstGeom>
          <a:noFill/>
        </p:spPr>
        <p:txBody>
          <a:bodyPr wrap="square" lIns="91440" tIns="0" rIns="91440" bIns="0" rtlCol="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University of the West England </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Bristol, UK</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sp>
        <p:nvSpPr>
          <p:cNvPr id="8" name="Rectangle 7">
            <a:extLst>
              <a:ext uri="{FF2B5EF4-FFF2-40B4-BE49-F238E27FC236}">
                <a16:creationId xmlns:a16="http://schemas.microsoft.com/office/drawing/2014/main" id="{5F7A3724-C9F3-5773-EEB3-16356FCF2E24}"/>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Data and Analytics</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Digital Experience</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 Automation </a:t>
            </a:r>
          </a:p>
        </p:txBody>
      </p:sp>
      <p:grpSp>
        <p:nvGrpSpPr>
          <p:cNvPr id="43" name="Group 42">
            <a:extLst>
              <a:ext uri="{FF2B5EF4-FFF2-40B4-BE49-F238E27FC236}">
                <a16:creationId xmlns:a16="http://schemas.microsoft.com/office/drawing/2014/main" id="{7EA30638-01FF-7C7A-5CA1-953B2586F866}"/>
              </a:ext>
            </a:extLst>
          </p:cNvPr>
          <p:cNvGrpSpPr/>
          <p:nvPr/>
        </p:nvGrpSpPr>
        <p:grpSpPr>
          <a:xfrm>
            <a:off x="456787" y="1136923"/>
            <a:ext cx="6013682" cy="938719"/>
            <a:chOff x="457200" y="1155901"/>
            <a:chExt cx="6013682" cy="938719"/>
          </a:xfrm>
        </p:grpSpPr>
        <p:sp>
          <p:nvSpPr>
            <p:cNvPr id="40" name="TextBox 39">
              <a:extLst>
                <a:ext uri="{FF2B5EF4-FFF2-40B4-BE49-F238E27FC236}">
                  <a16:creationId xmlns:a16="http://schemas.microsoft.com/office/drawing/2014/main" id="{FE7CFF2F-6246-7629-7BEF-6911ABB75061}"/>
                </a:ext>
              </a:extLst>
            </p:cNvPr>
            <p:cNvSpPr txBox="1"/>
            <p:nvPr/>
          </p:nvSpPr>
          <p:spPr>
            <a:xfrm>
              <a:off x="457200" y="1155901"/>
              <a:ext cx="6013682" cy="938719"/>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UWE Bristol’s IT Services identified that approximately 60% of student IT support queries could be resolved digitally, highlighting inefficiencies in existing resource-intensive support channels. </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2" name="Straight Connector 41">
              <a:extLst>
                <a:ext uri="{FF2B5EF4-FFF2-40B4-BE49-F238E27FC236}">
                  <a16:creationId xmlns:a16="http://schemas.microsoft.com/office/drawing/2014/main" id="{26421FB1-56F3-31CC-E45B-0A111DB3FBC2}"/>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D6037B1A-E291-86E9-CBD8-398D0EBFCC28}"/>
              </a:ext>
            </a:extLst>
          </p:cNvPr>
          <p:cNvGrpSpPr/>
          <p:nvPr/>
        </p:nvGrpSpPr>
        <p:grpSpPr>
          <a:xfrm>
            <a:off x="456787" y="2637129"/>
            <a:ext cx="6121262" cy="1492716"/>
            <a:chOff x="457200" y="1155901"/>
            <a:chExt cx="6121262" cy="1492716"/>
          </a:xfrm>
        </p:grpSpPr>
        <p:sp>
          <p:nvSpPr>
            <p:cNvPr id="45" name="TextBox 44">
              <a:extLst>
                <a:ext uri="{FF2B5EF4-FFF2-40B4-BE49-F238E27FC236}">
                  <a16:creationId xmlns:a16="http://schemas.microsoft.com/office/drawing/2014/main" id="{676D3FC5-F89B-7CE6-2942-A92AFB507112}"/>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UWE Bristol launched the Digital First Online Support System on </a:t>
              </a:r>
              <a:r>
                <a:rPr lang="en-US" sz="1200" dirty="0">
                  <a:solidFill>
                    <a:prstClr val="white"/>
                  </a:solidFill>
                  <a:latin typeface="Arial" panose="020B0604020202020204"/>
                </a:rPr>
                <a:t>3 </a:t>
              </a:r>
              <a:r>
                <a:rPr kumimoji="0" lang="en-US" sz="1200" b="0" i="0" u="none" strike="noStrike" kern="1200" cap="none" spc="0" normalizeH="0" baseline="0" noProof="0" dirty="0">
                  <a:ln>
                    <a:noFill/>
                  </a:ln>
                  <a:solidFill>
                    <a:prstClr val="white"/>
                  </a:solidFill>
                  <a:effectLst/>
                  <a:uLnTx/>
                  <a:uFillTx/>
                  <a:latin typeface="Arial" panose="020B0604020202020204"/>
                  <a:ea typeface="+mn-ea"/>
                  <a:cs typeface="+mn-cs"/>
                </a:rPr>
                <a:t>March 2026, replacing walk-up desks and email channels with ASK IT. This AI-powered chatbot provides instant, 24/7 support for common IT queries using a curated knowledge base, autonomously resolving most issues and escalating complex cases to live support or appointment booking. This system delivers a scalable, accessible, and cost-effective service model, making ASK IT the primary channel for student IT support at UWE Bristol.</a:t>
              </a:r>
            </a:p>
          </p:txBody>
        </p:sp>
        <p:cxnSp>
          <p:nvCxnSpPr>
            <p:cNvPr id="46" name="Straight Connector 45">
              <a:extLst>
                <a:ext uri="{FF2B5EF4-FFF2-40B4-BE49-F238E27FC236}">
                  <a16:creationId xmlns:a16="http://schemas.microsoft.com/office/drawing/2014/main" id="{935EC793-CC5E-6EB9-86FF-3500D24780AA}"/>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A76CC15B-0CAE-15F0-D115-2C5A4AC2E003}"/>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BDFBB442-0809-2A39-41CE-8A49301499E9}"/>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C6E4B34B-5C3E-3490-5BAF-0190417098F6}"/>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6837E76-74A2-D39D-94AD-94B5F5A29991}"/>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1903A37F-3497-4817-37FB-F191536B5BB1}"/>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Generative AI</a:t>
            </a:r>
          </a:p>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Large Language Models (LLM)</a:t>
            </a:r>
          </a:p>
          <a:p>
            <a:pPr marL="171450" lvl="0" indent="-171450">
              <a:spcBef>
                <a:spcPts val="1200"/>
              </a:spcBef>
              <a:buClr>
                <a:prstClr val="white"/>
              </a:buClr>
              <a:buFont typeface="Wingdings" panose="05000000000000000000" pitchFamily="2" charset="2"/>
              <a:buChar char="Ø"/>
              <a:defRPr/>
            </a:pPr>
            <a:r>
              <a:rPr lang="en-US" sz="1200" kern="0" dirty="0">
                <a:solidFill>
                  <a:prstClr val="white"/>
                </a:solidFill>
                <a:cs typeface="Arial"/>
                <a:sym typeface="Arial"/>
              </a:rPr>
              <a:t>Communications and Networks</a:t>
            </a:r>
          </a:p>
        </p:txBody>
      </p:sp>
      <p:sp>
        <p:nvSpPr>
          <p:cNvPr id="5" name="TextBox 4">
            <a:extLst>
              <a:ext uri="{FF2B5EF4-FFF2-40B4-BE49-F238E27FC236}">
                <a16:creationId xmlns:a16="http://schemas.microsoft.com/office/drawing/2014/main" id="{709A323B-653F-56E1-84AB-3D0FCEEF9ABD}"/>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28</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D47BBD37-2E6E-51B6-9CA8-79282C48BEFC}"/>
              </a:ext>
            </a:extLst>
          </p:cNvPr>
          <p:cNvGrpSpPr/>
          <p:nvPr/>
        </p:nvGrpSpPr>
        <p:grpSpPr>
          <a:xfrm>
            <a:off x="7181063" y="1138435"/>
            <a:ext cx="4631595" cy="2708434"/>
            <a:chOff x="457200" y="4291325"/>
            <a:chExt cx="4631595" cy="2708434"/>
          </a:xfrm>
        </p:grpSpPr>
        <p:sp>
          <p:nvSpPr>
            <p:cNvPr id="17" name="TextBox 16">
              <a:extLst>
                <a:ext uri="{FF2B5EF4-FFF2-40B4-BE49-F238E27FC236}">
                  <a16:creationId xmlns:a16="http://schemas.microsoft.com/office/drawing/2014/main" id="{A5074619-EF2B-A193-E70C-011578D552BA}"/>
                </a:ext>
              </a:extLst>
            </p:cNvPr>
            <p:cNvSpPr txBox="1"/>
            <p:nvPr/>
          </p:nvSpPr>
          <p:spPr>
            <a:xfrm>
              <a:off x="457201" y="4291325"/>
              <a:ext cx="3949852" cy="270843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lvl="0" indent="-182880" defTabSz="457200">
                <a:spcBef>
                  <a:spcPts val="2400"/>
                </a:spcBef>
                <a:buFont typeface="Wingdings" panose="05000000000000000000" pitchFamily="2" charset="2"/>
                <a:buChar char="Ø"/>
                <a:defRPr/>
              </a:pPr>
              <a:r>
                <a:rPr lang="en-US" sz="1200" b="1" dirty="0"/>
                <a:t>Query Volume</a:t>
              </a:r>
              <a:r>
                <a:rPr lang="en-US" sz="1200" dirty="0"/>
                <a:t>: 3,140 queries handled in the first 10 weeks, representing 53% of all student support requests.</a:t>
              </a: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rPr>
                <a:t> </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182880" lvl="0" indent="-182880" defTabSz="457200">
                <a:spcBef>
                  <a:spcPts val="2400"/>
                </a:spcBef>
                <a:buFont typeface="Wingdings" panose="05000000000000000000" pitchFamily="2" charset="2"/>
                <a:buChar char="Ø"/>
                <a:defRPr/>
              </a:pPr>
              <a:r>
                <a:rPr lang="en-US" sz="1200" b="1" dirty="0"/>
                <a:t>Resolution Rate</a:t>
              </a:r>
              <a:r>
                <a:rPr lang="en-US" sz="1200" dirty="0"/>
                <a:t>: 84% (2,632) of queries were resolved by the chatbot; 16% (508) required assisted support</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lvl="0" indent="-182880" defTabSz="457200">
                <a:spcBef>
                  <a:spcPts val="2400"/>
                </a:spcBef>
                <a:buFont typeface="Wingdings" panose="05000000000000000000" pitchFamily="2" charset="2"/>
                <a:buChar char="Ø"/>
                <a:defRPr/>
              </a:pPr>
              <a:r>
                <a:rPr lang="en-US" sz="1200" b="1" dirty="0">
                  <a:solidFill>
                    <a:prstClr val="black"/>
                  </a:solidFill>
                  <a:latin typeface="Arial" panose="020B0604020202020204"/>
                </a:rPr>
                <a:t>St</a:t>
              </a:r>
              <a:r>
                <a:rPr lang="en-US" sz="1200" b="1" dirty="0"/>
                <a:t>udent Satisfaction</a:t>
              </a:r>
              <a:r>
                <a:rPr lang="en-US" sz="1200" dirty="0"/>
                <a:t>: Four out of five customer satisfaction (</a:t>
              </a:r>
              <a:r>
                <a:rPr lang="en-US" sz="1200" dirty="0" err="1"/>
                <a:t>CSAT</a:t>
              </a:r>
              <a:r>
                <a:rPr lang="en-US" sz="1200" dirty="0"/>
                <a:t>) score in early feedback.</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D870A7DE-498F-2607-B29A-A46A4C64F18A}"/>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DC7F52D0-1021-B043-5966-A190AE5530A1}"/>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371A48E-8873-D218-3BF4-6D09E1FC5C1F}"/>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tIns="182880" bIns="91440" rtlCol="0" anchor="ctr"/>
          <a:lstStyle/>
          <a:p>
            <a:pPr lvl="0" algn="ctr">
              <a:buClr>
                <a:srgbClr val="000000"/>
              </a:buClr>
              <a:defRPr/>
            </a:pPr>
            <a:r>
              <a:rPr lang="en-US" sz="1200" i="1" dirty="0"/>
              <a:t>“This transformative shift has created a more accessible, scalable, and sustainable service model, which reduced costs while enhancing the student experience</a:t>
            </a:r>
            <a:r>
              <a:rPr lang="en-US" sz="1200" dirty="0"/>
              <a:t>.”</a:t>
            </a:r>
            <a:b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University of the West England </a:t>
            </a: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80ECD03B-08B0-AB5C-A66B-8F3A41C7BEB7}"/>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CAF03225-C7A7-F7B8-DA05-3FF22BA7C5A8}"/>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8502CA5F-FD53-D8DB-3D26-5A67EE2C439F}"/>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pic>
        <p:nvPicPr>
          <p:cNvPr id="3074" name="Picture 2">
            <a:extLst>
              <a:ext uri="{FF2B5EF4-FFF2-40B4-BE49-F238E27FC236}">
                <a16:creationId xmlns:a16="http://schemas.microsoft.com/office/drawing/2014/main" id="{37C6BB08-4455-A7CF-4179-C53FA41025B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17561" y="229711"/>
            <a:ext cx="1495097" cy="734700"/>
          </a:xfrm>
          <a:prstGeom prst="rect">
            <a:avLst/>
          </a:prstGeom>
          <a:noFill/>
          <a:extLst>
            <a:ext uri="{909E8E84-426E-40DD-AFC4-6F175D3DCCD1}">
              <a14:hiddenFill xmlns:a14="http://schemas.microsoft.com/office/drawing/2010/main">
                <a:solidFill>
                  <a:srgbClr val="FFFFFF"/>
                </a:solidFill>
              </a14:hiddenFill>
            </a:ext>
          </a:extLst>
        </p:spPr>
      </p:pic>
      <p:sp>
        <p:nvSpPr>
          <p:cNvPr id="15" name="Freeform: Shape 14">
            <a:extLst>
              <a:ext uri="{FF2B5EF4-FFF2-40B4-BE49-F238E27FC236}">
                <a16:creationId xmlns:a16="http://schemas.microsoft.com/office/drawing/2014/main" id="{5C012010-0DD2-780A-E3A8-D292D95DDCCD}"/>
              </a:ext>
            </a:extLst>
          </p:cNvPr>
          <p:cNvSpPr/>
          <p:nvPr/>
        </p:nvSpPr>
        <p:spPr>
          <a:xfrm>
            <a:off x="11319024" y="1738197"/>
            <a:ext cx="416190" cy="390260"/>
          </a:xfrm>
          <a:custGeom>
            <a:avLst/>
            <a:gdLst>
              <a:gd name="connsiteX0" fmla="*/ 464344 w 466725"/>
              <a:gd name="connsiteY0" fmla="*/ 197644 h 495300"/>
              <a:gd name="connsiteX1" fmla="*/ 426244 w 466725"/>
              <a:gd name="connsiteY1" fmla="*/ 197644 h 495300"/>
              <a:gd name="connsiteX2" fmla="*/ 235744 w 466725"/>
              <a:gd name="connsiteY2" fmla="*/ 7144 h 495300"/>
              <a:gd name="connsiteX3" fmla="*/ 45244 w 466725"/>
              <a:gd name="connsiteY3" fmla="*/ 197644 h 495300"/>
              <a:gd name="connsiteX4" fmla="*/ 7144 w 466725"/>
              <a:gd name="connsiteY4" fmla="*/ 197644 h 495300"/>
              <a:gd name="connsiteX5" fmla="*/ 7144 w 466725"/>
              <a:gd name="connsiteY5" fmla="*/ 369094 h 495300"/>
              <a:gd name="connsiteX6" fmla="*/ 121444 w 466725"/>
              <a:gd name="connsiteY6" fmla="*/ 369094 h 495300"/>
              <a:gd name="connsiteX7" fmla="*/ 121444 w 466725"/>
              <a:gd name="connsiteY7" fmla="*/ 197644 h 495300"/>
              <a:gd name="connsiteX8" fmla="*/ 83344 w 466725"/>
              <a:gd name="connsiteY8" fmla="*/ 197644 h 495300"/>
              <a:gd name="connsiteX9" fmla="*/ 235744 w 466725"/>
              <a:gd name="connsiteY9" fmla="*/ 45244 h 495300"/>
              <a:gd name="connsiteX10" fmla="*/ 388144 w 466725"/>
              <a:gd name="connsiteY10" fmla="*/ 197644 h 495300"/>
              <a:gd name="connsiteX11" fmla="*/ 350044 w 466725"/>
              <a:gd name="connsiteY11" fmla="*/ 197644 h 495300"/>
              <a:gd name="connsiteX12" fmla="*/ 350044 w 466725"/>
              <a:gd name="connsiteY12" fmla="*/ 369094 h 495300"/>
              <a:gd name="connsiteX13" fmla="*/ 388144 w 466725"/>
              <a:gd name="connsiteY13" fmla="*/ 369094 h 495300"/>
              <a:gd name="connsiteX14" fmla="*/ 388144 w 466725"/>
              <a:gd name="connsiteY14" fmla="*/ 435769 h 495300"/>
              <a:gd name="connsiteX15" fmla="*/ 316230 w 466725"/>
              <a:gd name="connsiteY15" fmla="*/ 435769 h 495300"/>
              <a:gd name="connsiteX16" fmla="*/ 283369 w 466725"/>
              <a:gd name="connsiteY16" fmla="*/ 416719 h 495300"/>
              <a:gd name="connsiteX17" fmla="*/ 245269 w 466725"/>
              <a:gd name="connsiteY17" fmla="*/ 454819 h 495300"/>
              <a:gd name="connsiteX18" fmla="*/ 283369 w 466725"/>
              <a:gd name="connsiteY18" fmla="*/ 492919 h 495300"/>
              <a:gd name="connsiteX19" fmla="*/ 316230 w 466725"/>
              <a:gd name="connsiteY19" fmla="*/ 473869 h 495300"/>
              <a:gd name="connsiteX20" fmla="*/ 426244 w 466725"/>
              <a:gd name="connsiteY20" fmla="*/ 473869 h 495300"/>
              <a:gd name="connsiteX21" fmla="*/ 426244 w 466725"/>
              <a:gd name="connsiteY21" fmla="*/ 369094 h 495300"/>
              <a:gd name="connsiteX22" fmla="*/ 464344 w 466725"/>
              <a:gd name="connsiteY22" fmla="*/ 369094 h 495300"/>
              <a:gd name="connsiteX23" fmla="*/ 464344 w 466725"/>
              <a:gd name="connsiteY23" fmla="*/ 197644 h 495300"/>
              <a:gd name="connsiteX24" fmla="*/ 83344 w 466725"/>
              <a:gd name="connsiteY24" fmla="*/ 330994 h 495300"/>
              <a:gd name="connsiteX25" fmla="*/ 45244 w 466725"/>
              <a:gd name="connsiteY25" fmla="*/ 330994 h 495300"/>
              <a:gd name="connsiteX26" fmla="*/ 45244 w 466725"/>
              <a:gd name="connsiteY26" fmla="*/ 235744 h 495300"/>
              <a:gd name="connsiteX27" fmla="*/ 83344 w 466725"/>
              <a:gd name="connsiteY27" fmla="*/ 235744 h 495300"/>
              <a:gd name="connsiteX28" fmla="*/ 83344 w 466725"/>
              <a:gd name="connsiteY28" fmla="*/ 330994 h 495300"/>
              <a:gd name="connsiteX29" fmla="*/ 426244 w 466725"/>
              <a:gd name="connsiteY29" fmla="*/ 330994 h 495300"/>
              <a:gd name="connsiteX30" fmla="*/ 388144 w 466725"/>
              <a:gd name="connsiteY30" fmla="*/ 330994 h 495300"/>
              <a:gd name="connsiteX31" fmla="*/ 388144 w 466725"/>
              <a:gd name="connsiteY31" fmla="*/ 235744 h 495300"/>
              <a:gd name="connsiteX32" fmla="*/ 426244 w 466725"/>
              <a:gd name="connsiteY32" fmla="*/ 235744 h 495300"/>
              <a:gd name="connsiteX33" fmla="*/ 426244 w 466725"/>
              <a:gd name="connsiteY33" fmla="*/ 330994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66725" h="495300">
                <a:moveTo>
                  <a:pt x="464344" y="197644"/>
                </a:moveTo>
                <a:lnTo>
                  <a:pt x="426244" y="197644"/>
                </a:lnTo>
                <a:cubicBezTo>
                  <a:pt x="426244" y="92583"/>
                  <a:pt x="340805" y="7144"/>
                  <a:pt x="235744" y="7144"/>
                </a:cubicBezTo>
                <a:cubicBezTo>
                  <a:pt x="130683" y="7144"/>
                  <a:pt x="45244" y="92583"/>
                  <a:pt x="45244" y="197644"/>
                </a:cubicBezTo>
                <a:lnTo>
                  <a:pt x="7144" y="197644"/>
                </a:lnTo>
                <a:lnTo>
                  <a:pt x="7144" y="369094"/>
                </a:lnTo>
                <a:lnTo>
                  <a:pt x="121444" y="369094"/>
                </a:lnTo>
                <a:lnTo>
                  <a:pt x="121444" y="197644"/>
                </a:lnTo>
                <a:lnTo>
                  <a:pt x="83344" y="197644"/>
                </a:lnTo>
                <a:cubicBezTo>
                  <a:pt x="83344" y="113633"/>
                  <a:pt x="151733" y="45244"/>
                  <a:pt x="235744" y="45244"/>
                </a:cubicBezTo>
                <a:cubicBezTo>
                  <a:pt x="319754" y="45244"/>
                  <a:pt x="388144" y="113633"/>
                  <a:pt x="388144" y="197644"/>
                </a:cubicBezTo>
                <a:lnTo>
                  <a:pt x="350044" y="197644"/>
                </a:lnTo>
                <a:lnTo>
                  <a:pt x="350044" y="369094"/>
                </a:lnTo>
                <a:lnTo>
                  <a:pt x="388144" y="369094"/>
                </a:lnTo>
                <a:lnTo>
                  <a:pt x="388144" y="435769"/>
                </a:lnTo>
                <a:lnTo>
                  <a:pt x="316230" y="435769"/>
                </a:lnTo>
                <a:cubicBezTo>
                  <a:pt x="309658" y="424434"/>
                  <a:pt x="297466" y="416719"/>
                  <a:pt x="283369" y="416719"/>
                </a:cubicBezTo>
                <a:cubicBezTo>
                  <a:pt x="262318" y="416719"/>
                  <a:pt x="245269" y="433769"/>
                  <a:pt x="245269" y="454819"/>
                </a:cubicBezTo>
                <a:cubicBezTo>
                  <a:pt x="245269" y="475869"/>
                  <a:pt x="262318" y="492919"/>
                  <a:pt x="283369" y="492919"/>
                </a:cubicBezTo>
                <a:cubicBezTo>
                  <a:pt x="297466" y="492919"/>
                  <a:pt x="309563" y="485204"/>
                  <a:pt x="316230" y="473869"/>
                </a:cubicBezTo>
                <a:lnTo>
                  <a:pt x="426244" y="473869"/>
                </a:lnTo>
                <a:lnTo>
                  <a:pt x="426244" y="369094"/>
                </a:lnTo>
                <a:lnTo>
                  <a:pt x="464344" y="369094"/>
                </a:lnTo>
                <a:lnTo>
                  <a:pt x="464344" y="197644"/>
                </a:lnTo>
                <a:close/>
                <a:moveTo>
                  <a:pt x="83344" y="330994"/>
                </a:moveTo>
                <a:lnTo>
                  <a:pt x="45244" y="330994"/>
                </a:lnTo>
                <a:lnTo>
                  <a:pt x="45244" y="235744"/>
                </a:lnTo>
                <a:lnTo>
                  <a:pt x="83344" y="235744"/>
                </a:lnTo>
                <a:lnTo>
                  <a:pt x="83344" y="330994"/>
                </a:lnTo>
                <a:close/>
                <a:moveTo>
                  <a:pt x="426244" y="330994"/>
                </a:moveTo>
                <a:lnTo>
                  <a:pt x="388144" y="330994"/>
                </a:lnTo>
                <a:lnTo>
                  <a:pt x="388144" y="235744"/>
                </a:lnTo>
                <a:lnTo>
                  <a:pt x="426244" y="235744"/>
                </a:lnTo>
                <a:lnTo>
                  <a:pt x="426244" y="330994"/>
                </a:lnTo>
                <a:close/>
              </a:path>
            </a:pathLst>
          </a:custGeom>
          <a:solidFill>
            <a:srgbClr val="002856"/>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2777EEB-5F0E-291D-9DBB-A67D8BD0F219}"/>
              </a:ext>
            </a:extLst>
          </p:cNvPr>
          <p:cNvSpPr/>
          <p:nvPr/>
        </p:nvSpPr>
        <p:spPr>
          <a:xfrm>
            <a:off x="11341306" y="2603717"/>
            <a:ext cx="393907" cy="353596"/>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187261 w 542925"/>
              <a:gd name="connsiteY10" fmla="*/ 150876 h 542925"/>
              <a:gd name="connsiteX11" fmla="*/ 310229 w 542925"/>
              <a:gd name="connsiteY11" fmla="*/ 273844 h 542925"/>
              <a:gd name="connsiteX12" fmla="*/ 187261 w 542925"/>
              <a:gd name="connsiteY12" fmla="*/ 396812 h 542925"/>
              <a:gd name="connsiteX13" fmla="*/ 160306 w 542925"/>
              <a:gd name="connsiteY13" fmla="*/ 369856 h 542925"/>
              <a:gd name="connsiteX14" fmla="*/ 256413 w 542925"/>
              <a:gd name="connsiteY14" fmla="*/ 273844 h 542925"/>
              <a:gd name="connsiteX15" fmla="*/ 160401 w 542925"/>
              <a:gd name="connsiteY15" fmla="*/ 177832 h 542925"/>
              <a:gd name="connsiteX16" fmla="*/ 187261 w 542925"/>
              <a:gd name="connsiteY16" fmla="*/ 150876 h 542925"/>
              <a:gd name="connsiteX17" fmla="*/ 340519 w 542925"/>
              <a:gd name="connsiteY17" fmla="*/ 150019 h 542925"/>
              <a:gd name="connsiteX18" fmla="*/ 378619 w 542925"/>
              <a:gd name="connsiteY18" fmla="*/ 150019 h 542925"/>
              <a:gd name="connsiteX19" fmla="*/ 378619 w 542925"/>
              <a:gd name="connsiteY19" fmla="*/ 397669 h 542925"/>
              <a:gd name="connsiteX20" fmla="*/ 340519 w 542925"/>
              <a:gd name="connsiteY20" fmla="*/ 397669 h 542925"/>
              <a:gd name="connsiteX21" fmla="*/ 340519 w 542925"/>
              <a:gd name="connsiteY21" fmla="*/ 150019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42925" h="542925">
                <a:moveTo>
                  <a:pt x="273844" y="7144"/>
                </a:moveTo>
                <a:cubicBezTo>
                  <a:pt x="126587" y="7144"/>
                  <a:pt x="7144" y="126587"/>
                  <a:pt x="7144" y="273844"/>
                </a:cubicBezTo>
                <a:cubicBezTo>
                  <a:pt x="7144" y="421100"/>
                  <a:pt x="126587" y="540544"/>
                  <a:pt x="273844" y="540544"/>
                </a:cubicBezTo>
                <a:cubicBezTo>
                  <a:pt x="421100" y="540544"/>
                  <a:pt x="540544" y="421100"/>
                  <a:pt x="540544" y="273844"/>
                </a:cubicBezTo>
                <a:cubicBezTo>
                  <a:pt x="540544" y="126587"/>
                  <a:pt x="421196" y="7144"/>
                  <a:pt x="273844" y="7144"/>
                </a:cubicBezTo>
                <a:close/>
                <a:moveTo>
                  <a:pt x="273844" y="502444"/>
                </a:moveTo>
                <a:cubicBezTo>
                  <a:pt x="147828" y="502444"/>
                  <a:pt x="45244" y="399860"/>
                  <a:pt x="45244" y="273844"/>
                </a:cubicBezTo>
                <a:cubicBezTo>
                  <a:pt x="45244" y="147828"/>
                  <a:pt x="147828" y="45244"/>
                  <a:pt x="273844" y="45244"/>
                </a:cubicBezTo>
                <a:cubicBezTo>
                  <a:pt x="399859" y="45244"/>
                  <a:pt x="502444" y="147828"/>
                  <a:pt x="502444" y="273844"/>
                </a:cubicBezTo>
                <a:cubicBezTo>
                  <a:pt x="502444" y="399860"/>
                  <a:pt x="399955" y="502444"/>
                  <a:pt x="273844" y="502444"/>
                </a:cubicBezTo>
                <a:close/>
                <a:moveTo>
                  <a:pt x="187261" y="150876"/>
                </a:moveTo>
                <a:lnTo>
                  <a:pt x="310229" y="273844"/>
                </a:lnTo>
                <a:lnTo>
                  <a:pt x="187261" y="396812"/>
                </a:lnTo>
                <a:lnTo>
                  <a:pt x="160306" y="369856"/>
                </a:lnTo>
                <a:lnTo>
                  <a:pt x="256413" y="273844"/>
                </a:lnTo>
                <a:lnTo>
                  <a:pt x="160401" y="177832"/>
                </a:lnTo>
                <a:lnTo>
                  <a:pt x="187261" y="150876"/>
                </a:lnTo>
                <a:close/>
                <a:moveTo>
                  <a:pt x="340519" y="150019"/>
                </a:moveTo>
                <a:lnTo>
                  <a:pt x="378619" y="150019"/>
                </a:lnTo>
                <a:lnTo>
                  <a:pt x="378619" y="397669"/>
                </a:lnTo>
                <a:lnTo>
                  <a:pt x="340519" y="397669"/>
                </a:lnTo>
                <a:lnTo>
                  <a:pt x="340519" y="150019"/>
                </a:lnTo>
                <a:close/>
              </a:path>
            </a:pathLst>
          </a:custGeom>
          <a:solidFill>
            <a:srgbClr val="002856"/>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C6BDF8F-B24E-ACF3-6251-11003EB51F23}"/>
              </a:ext>
            </a:extLst>
          </p:cNvPr>
          <p:cNvSpPr/>
          <p:nvPr/>
        </p:nvSpPr>
        <p:spPr>
          <a:xfrm>
            <a:off x="11341306" y="3476623"/>
            <a:ext cx="416190" cy="288385"/>
          </a:xfrm>
          <a:custGeom>
            <a:avLst/>
            <a:gdLst>
              <a:gd name="connsiteX0" fmla="*/ 511969 w 561975"/>
              <a:gd name="connsiteY0" fmla="*/ 73819 h 400050"/>
              <a:gd name="connsiteX1" fmla="*/ 559594 w 561975"/>
              <a:gd name="connsiteY1" fmla="*/ 73819 h 400050"/>
              <a:gd name="connsiteX2" fmla="*/ 559594 w 561975"/>
              <a:gd name="connsiteY2" fmla="*/ 35719 h 400050"/>
              <a:gd name="connsiteX3" fmla="*/ 473869 w 561975"/>
              <a:gd name="connsiteY3" fmla="*/ 35719 h 400050"/>
              <a:gd name="connsiteX4" fmla="*/ 473869 w 561975"/>
              <a:gd name="connsiteY4" fmla="*/ 64770 h 400050"/>
              <a:gd name="connsiteX5" fmla="*/ 382429 w 561975"/>
              <a:gd name="connsiteY5" fmla="*/ 26670 h 400050"/>
              <a:gd name="connsiteX6" fmla="*/ 292513 w 561975"/>
              <a:gd name="connsiteY6" fmla="*/ 26670 h 400050"/>
              <a:gd name="connsiteX7" fmla="*/ 247364 w 561975"/>
              <a:gd name="connsiteY7" fmla="*/ 45244 h 400050"/>
              <a:gd name="connsiteX8" fmla="*/ 92869 w 561975"/>
              <a:gd name="connsiteY8" fmla="*/ 45244 h 400050"/>
              <a:gd name="connsiteX9" fmla="*/ 92869 w 561975"/>
              <a:gd name="connsiteY9" fmla="*/ 7144 h 400050"/>
              <a:gd name="connsiteX10" fmla="*/ 7144 w 561975"/>
              <a:gd name="connsiteY10" fmla="*/ 7144 h 400050"/>
              <a:gd name="connsiteX11" fmla="*/ 7144 w 561975"/>
              <a:gd name="connsiteY11" fmla="*/ 45244 h 400050"/>
              <a:gd name="connsiteX12" fmla="*/ 54769 w 561975"/>
              <a:gd name="connsiteY12" fmla="*/ 45244 h 400050"/>
              <a:gd name="connsiteX13" fmla="*/ 54769 w 561975"/>
              <a:gd name="connsiteY13" fmla="*/ 264319 h 400050"/>
              <a:gd name="connsiteX14" fmla="*/ 7144 w 561975"/>
              <a:gd name="connsiteY14" fmla="*/ 264319 h 400050"/>
              <a:gd name="connsiteX15" fmla="*/ 7144 w 561975"/>
              <a:gd name="connsiteY15" fmla="*/ 302419 h 400050"/>
              <a:gd name="connsiteX16" fmla="*/ 92869 w 561975"/>
              <a:gd name="connsiteY16" fmla="*/ 302419 h 400050"/>
              <a:gd name="connsiteX17" fmla="*/ 92869 w 561975"/>
              <a:gd name="connsiteY17" fmla="*/ 273844 h 400050"/>
              <a:gd name="connsiteX18" fmla="*/ 110966 w 561975"/>
              <a:gd name="connsiteY18" fmla="*/ 273844 h 400050"/>
              <a:gd name="connsiteX19" fmla="*/ 162592 w 561975"/>
              <a:gd name="connsiteY19" fmla="*/ 354997 h 400050"/>
              <a:gd name="connsiteX20" fmla="*/ 195167 w 561975"/>
              <a:gd name="connsiteY20" fmla="*/ 384429 h 400050"/>
              <a:gd name="connsiteX21" fmla="*/ 231934 w 561975"/>
              <a:gd name="connsiteY21" fmla="*/ 393097 h 400050"/>
              <a:gd name="connsiteX22" fmla="*/ 255651 w 561975"/>
              <a:gd name="connsiteY22" fmla="*/ 389573 h 400050"/>
              <a:gd name="connsiteX23" fmla="*/ 381381 w 561975"/>
              <a:gd name="connsiteY23" fmla="*/ 351854 h 400050"/>
              <a:gd name="connsiteX24" fmla="*/ 446532 w 561975"/>
              <a:gd name="connsiteY24" fmla="*/ 302800 h 400050"/>
              <a:gd name="connsiteX25" fmla="*/ 473869 w 561975"/>
              <a:gd name="connsiteY25" fmla="*/ 302800 h 400050"/>
              <a:gd name="connsiteX26" fmla="*/ 473869 w 561975"/>
              <a:gd name="connsiteY26" fmla="*/ 330899 h 400050"/>
              <a:gd name="connsiteX27" fmla="*/ 559594 w 561975"/>
              <a:gd name="connsiteY27" fmla="*/ 330899 h 400050"/>
              <a:gd name="connsiteX28" fmla="*/ 559594 w 561975"/>
              <a:gd name="connsiteY28" fmla="*/ 292799 h 400050"/>
              <a:gd name="connsiteX29" fmla="*/ 511969 w 561975"/>
              <a:gd name="connsiteY29" fmla="*/ 292799 h 400050"/>
              <a:gd name="connsiteX30" fmla="*/ 511969 w 561975"/>
              <a:gd name="connsiteY30" fmla="*/ 80582 h 400050"/>
              <a:gd name="connsiteX31" fmla="*/ 511969 w 561975"/>
              <a:gd name="connsiteY31" fmla="*/ 73819 h 400050"/>
              <a:gd name="connsiteX32" fmla="*/ 370427 w 561975"/>
              <a:gd name="connsiteY32" fmla="*/ 315468 h 400050"/>
              <a:gd name="connsiteX33" fmla="*/ 244697 w 561975"/>
              <a:gd name="connsiteY33" fmla="*/ 353187 h 400050"/>
              <a:gd name="connsiteX34" fmla="*/ 212217 w 561975"/>
              <a:gd name="connsiteY34" fmla="*/ 350425 h 400050"/>
              <a:gd name="connsiteX35" fmla="*/ 194691 w 561975"/>
              <a:gd name="connsiteY35" fmla="*/ 334613 h 400050"/>
              <a:gd name="connsiteX36" fmla="*/ 131826 w 561975"/>
              <a:gd name="connsiteY36" fmla="*/ 235839 h 400050"/>
              <a:gd name="connsiteX37" fmla="*/ 92869 w 561975"/>
              <a:gd name="connsiteY37" fmla="*/ 235839 h 400050"/>
              <a:gd name="connsiteX38" fmla="*/ 92869 w 561975"/>
              <a:gd name="connsiteY38" fmla="*/ 83439 h 400050"/>
              <a:gd name="connsiteX39" fmla="*/ 209264 w 561975"/>
              <a:gd name="connsiteY39" fmla="*/ 83439 h 400050"/>
              <a:gd name="connsiteX40" fmla="*/ 132683 w 561975"/>
              <a:gd name="connsiteY40" fmla="*/ 160020 h 400050"/>
              <a:gd name="connsiteX41" fmla="*/ 156020 w 561975"/>
              <a:gd name="connsiteY41" fmla="*/ 183547 h 400050"/>
              <a:gd name="connsiteX42" fmla="*/ 216694 w 561975"/>
              <a:gd name="connsiteY42" fmla="*/ 208883 h 400050"/>
              <a:gd name="connsiteX43" fmla="*/ 216694 w 561975"/>
              <a:gd name="connsiteY43" fmla="*/ 208883 h 400050"/>
              <a:gd name="connsiteX44" fmla="*/ 277368 w 561975"/>
              <a:gd name="connsiteY44" fmla="*/ 183642 h 400050"/>
              <a:gd name="connsiteX45" fmla="*/ 300800 w 561975"/>
              <a:gd name="connsiteY45" fmla="*/ 160115 h 400050"/>
              <a:gd name="connsiteX46" fmla="*/ 330327 w 561975"/>
              <a:gd name="connsiteY46" fmla="*/ 160115 h 400050"/>
              <a:gd name="connsiteX47" fmla="*/ 413099 w 561975"/>
              <a:gd name="connsiteY47" fmla="*/ 284321 h 400050"/>
              <a:gd name="connsiteX48" fmla="*/ 370427 w 561975"/>
              <a:gd name="connsiteY48" fmla="*/ 315468 h 400050"/>
              <a:gd name="connsiteX49" fmla="*/ 445961 w 561975"/>
              <a:gd name="connsiteY49" fmla="*/ 264795 h 400050"/>
              <a:gd name="connsiteX50" fmla="*/ 350711 w 561975"/>
              <a:gd name="connsiteY50" fmla="*/ 121920 h 400050"/>
              <a:gd name="connsiteX51" fmla="*/ 284988 w 561975"/>
              <a:gd name="connsiteY51" fmla="*/ 121920 h 400050"/>
              <a:gd name="connsiteX52" fmla="*/ 250412 w 561975"/>
              <a:gd name="connsiteY52" fmla="*/ 156686 h 400050"/>
              <a:gd name="connsiteX53" fmla="*/ 216789 w 561975"/>
              <a:gd name="connsiteY53" fmla="*/ 170688 h 400050"/>
              <a:gd name="connsiteX54" fmla="*/ 216789 w 561975"/>
              <a:gd name="connsiteY54" fmla="*/ 170688 h 400050"/>
              <a:gd name="connsiteX55" fmla="*/ 186690 w 561975"/>
              <a:gd name="connsiteY55" fmla="*/ 159925 h 400050"/>
              <a:gd name="connsiteX56" fmla="*/ 274225 w 561975"/>
              <a:gd name="connsiteY56" fmla="*/ 72390 h 400050"/>
              <a:gd name="connsiteX57" fmla="*/ 292608 w 561975"/>
              <a:gd name="connsiteY57" fmla="*/ 64770 h 400050"/>
              <a:gd name="connsiteX58" fmla="*/ 374904 w 561975"/>
              <a:gd name="connsiteY58" fmla="*/ 64770 h 400050"/>
              <a:gd name="connsiteX59" fmla="*/ 473964 w 561975"/>
              <a:gd name="connsiteY59" fmla="*/ 106013 h 400050"/>
              <a:gd name="connsiteX60" fmla="*/ 473964 w 561975"/>
              <a:gd name="connsiteY60" fmla="*/ 264795 h 400050"/>
              <a:gd name="connsiteX61" fmla="*/ 445961 w 561975"/>
              <a:gd name="connsiteY61" fmla="*/ 264795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61975" h="400050">
                <a:moveTo>
                  <a:pt x="511969" y="73819"/>
                </a:moveTo>
                <a:lnTo>
                  <a:pt x="559594" y="73819"/>
                </a:lnTo>
                <a:lnTo>
                  <a:pt x="559594" y="35719"/>
                </a:lnTo>
                <a:lnTo>
                  <a:pt x="473869" y="35719"/>
                </a:lnTo>
                <a:lnTo>
                  <a:pt x="473869" y="64770"/>
                </a:lnTo>
                <a:lnTo>
                  <a:pt x="382429" y="26670"/>
                </a:lnTo>
                <a:lnTo>
                  <a:pt x="292513" y="26670"/>
                </a:lnTo>
                <a:cubicBezTo>
                  <a:pt x="275463" y="26670"/>
                  <a:pt x="259461" y="33242"/>
                  <a:pt x="247364" y="45244"/>
                </a:cubicBezTo>
                <a:lnTo>
                  <a:pt x="92869" y="45244"/>
                </a:lnTo>
                <a:lnTo>
                  <a:pt x="92869" y="7144"/>
                </a:lnTo>
                <a:lnTo>
                  <a:pt x="7144" y="7144"/>
                </a:lnTo>
                <a:lnTo>
                  <a:pt x="7144" y="45244"/>
                </a:lnTo>
                <a:lnTo>
                  <a:pt x="54769" y="45244"/>
                </a:lnTo>
                <a:lnTo>
                  <a:pt x="54769" y="264319"/>
                </a:lnTo>
                <a:lnTo>
                  <a:pt x="7144" y="264319"/>
                </a:lnTo>
                <a:lnTo>
                  <a:pt x="7144" y="302419"/>
                </a:lnTo>
                <a:lnTo>
                  <a:pt x="92869" y="302419"/>
                </a:lnTo>
                <a:lnTo>
                  <a:pt x="92869" y="273844"/>
                </a:lnTo>
                <a:lnTo>
                  <a:pt x="110966" y="273844"/>
                </a:lnTo>
                <a:lnTo>
                  <a:pt x="162592" y="354997"/>
                </a:lnTo>
                <a:cubicBezTo>
                  <a:pt x="170593" y="367570"/>
                  <a:pt x="181833" y="377762"/>
                  <a:pt x="195167" y="384429"/>
                </a:cubicBezTo>
                <a:cubicBezTo>
                  <a:pt x="206693" y="390239"/>
                  <a:pt x="219266" y="393097"/>
                  <a:pt x="231934" y="393097"/>
                </a:cubicBezTo>
                <a:cubicBezTo>
                  <a:pt x="239839" y="393097"/>
                  <a:pt x="247841" y="391954"/>
                  <a:pt x="255651" y="389573"/>
                </a:cubicBezTo>
                <a:lnTo>
                  <a:pt x="381381" y="351854"/>
                </a:lnTo>
                <a:cubicBezTo>
                  <a:pt x="408241" y="343757"/>
                  <a:pt x="431387" y="326136"/>
                  <a:pt x="446532" y="302800"/>
                </a:cubicBezTo>
                <a:lnTo>
                  <a:pt x="473869" y="302800"/>
                </a:lnTo>
                <a:lnTo>
                  <a:pt x="473869" y="330899"/>
                </a:lnTo>
                <a:lnTo>
                  <a:pt x="559594" y="330899"/>
                </a:lnTo>
                <a:lnTo>
                  <a:pt x="559594" y="292799"/>
                </a:lnTo>
                <a:lnTo>
                  <a:pt x="511969" y="292799"/>
                </a:lnTo>
                <a:lnTo>
                  <a:pt x="511969" y="80582"/>
                </a:lnTo>
                <a:lnTo>
                  <a:pt x="511969" y="73819"/>
                </a:lnTo>
                <a:close/>
                <a:moveTo>
                  <a:pt x="370427" y="315468"/>
                </a:moveTo>
                <a:lnTo>
                  <a:pt x="244697" y="353187"/>
                </a:lnTo>
                <a:cubicBezTo>
                  <a:pt x="233839" y="356426"/>
                  <a:pt x="222314" y="355473"/>
                  <a:pt x="212217" y="350425"/>
                </a:cubicBezTo>
                <a:cubicBezTo>
                  <a:pt x="205074" y="346805"/>
                  <a:pt x="198977" y="341376"/>
                  <a:pt x="194691" y="334613"/>
                </a:cubicBezTo>
                <a:lnTo>
                  <a:pt x="131826" y="235839"/>
                </a:lnTo>
                <a:lnTo>
                  <a:pt x="92869" y="235839"/>
                </a:lnTo>
                <a:lnTo>
                  <a:pt x="92869" y="83439"/>
                </a:lnTo>
                <a:lnTo>
                  <a:pt x="209264" y="83439"/>
                </a:lnTo>
                <a:lnTo>
                  <a:pt x="132683" y="160020"/>
                </a:lnTo>
                <a:lnTo>
                  <a:pt x="156020" y="183547"/>
                </a:lnTo>
                <a:cubicBezTo>
                  <a:pt x="172212" y="199835"/>
                  <a:pt x="193739" y="208788"/>
                  <a:pt x="216694" y="208883"/>
                </a:cubicBezTo>
                <a:cubicBezTo>
                  <a:pt x="216694" y="208883"/>
                  <a:pt x="216694" y="208883"/>
                  <a:pt x="216694" y="208883"/>
                </a:cubicBezTo>
                <a:cubicBezTo>
                  <a:pt x="239649" y="208883"/>
                  <a:pt x="261175" y="199930"/>
                  <a:pt x="277368" y="183642"/>
                </a:cubicBezTo>
                <a:lnTo>
                  <a:pt x="300800" y="160115"/>
                </a:lnTo>
                <a:lnTo>
                  <a:pt x="330327" y="160115"/>
                </a:lnTo>
                <a:lnTo>
                  <a:pt x="413099" y="284321"/>
                </a:lnTo>
                <a:cubicBezTo>
                  <a:pt x="402907" y="298990"/>
                  <a:pt x="387858" y="310229"/>
                  <a:pt x="370427" y="315468"/>
                </a:cubicBezTo>
                <a:close/>
                <a:moveTo>
                  <a:pt x="445961" y="264795"/>
                </a:moveTo>
                <a:lnTo>
                  <a:pt x="350711" y="121920"/>
                </a:lnTo>
                <a:lnTo>
                  <a:pt x="284988" y="121920"/>
                </a:lnTo>
                <a:lnTo>
                  <a:pt x="250412" y="156686"/>
                </a:lnTo>
                <a:cubicBezTo>
                  <a:pt x="241459" y="165735"/>
                  <a:pt x="229458" y="170688"/>
                  <a:pt x="216789" y="170688"/>
                </a:cubicBezTo>
                <a:cubicBezTo>
                  <a:pt x="216789" y="170688"/>
                  <a:pt x="216789" y="170688"/>
                  <a:pt x="216789" y="170688"/>
                </a:cubicBezTo>
                <a:cubicBezTo>
                  <a:pt x="205645" y="170688"/>
                  <a:pt x="195167" y="166878"/>
                  <a:pt x="186690" y="159925"/>
                </a:cubicBezTo>
                <a:lnTo>
                  <a:pt x="274225" y="72390"/>
                </a:lnTo>
                <a:cubicBezTo>
                  <a:pt x="279082" y="67532"/>
                  <a:pt x="285655" y="64770"/>
                  <a:pt x="292608" y="64770"/>
                </a:cubicBezTo>
                <a:lnTo>
                  <a:pt x="374904" y="64770"/>
                </a:lnTo>
                <a:lnTo>
                  <a:pt x="473964" y="106013"/>
                </a:lnTo>
                <a:lnTo>
                  <a:pt x="473964" y="264795"/>
                </a:lnTo>
                <a:lnTo>
                  <a:pt x="445961" y="264795"/>
                </a:lnTo>
                <a:close/>
              </a:path>
            </a:pathLst>
          </a:custGeom>
          <a:solidFill>
            <a:srgbClr val="00285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4129359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Cover Letters for Higher Education Admission</a:t>
            </a:r>
            <a:endParaRPr lang="en-US" dirty="0">
              <a:solidFill>
                <a:schemeClr val="bg1"/>
              </a:solidFill>
            </a:endParaRPr>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55839"/>
            <a:ext cx="2983746"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sym typeface="Arial"/>
              </a:rPr>
              <a:t>YDUQS S.A.</a:t>
            </a:r>
            <a:endParaRPr lang="en-US" dirty="0">
              <a:ea typeface="+mn-ea"/>
            </a:endParaRPr>
          </a:p>
          <a:p>
            <a:pPr>
              <a:defRPr/>
            </a:pPr>
            <a:r>
              <a:rPr lang="en-US" sz="1600" b="1" kern="0" dirty="0">
                <a:solidFill>
                  <a:srgbClr val="FF540A"/>
                </a:solidFill>
                <a:latin typeface="Arial" panose="020B0604020202020204"/>
                <a:cs typeface="Arial"/>
                <a:sym typeface="Arial"/>
              </a:rPr>
              <a:t>Rio de Janeiro, Brazil</a:t>
            </a:r>
            <a:endParaRPr lang="en-US" dirty="0">
              <a:ea typeface="+mn-ea"/>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404589"/>
            <a:ext cx="6013682" cy="1123384"/>
            <a:chOff x="457200" y="1155901"/>
            <a:chExt cx="6013682" cy="1123384"/>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In Brazil, legislation allows letters of intent for educational enrollment, resulting in a high volume of submissions on YDUQS recruitment portals. This requires human evaluation of hundreds of thousands of letters, making it difficult to manage the volume and leverage the information to learn more about candidates.</a:t>
              </a:r>
              <a:endParaRPr lang="en-US" dirty="0">
                <a:solidFill>
                  <a:schemeClr val="bg2"/>
                </a:solidFill>
                <a:ea typeface="+mn-ea"/>
                <a:cs typeface="+mn-cs"/>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983457"/>
            <a:ext cx="6121262" cy="938719"/>
            <a:chOff x="457200" y="1155901"/>
            <a:chExt cx="6121262" cy="938719"/>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938719"/>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cs typeface="Arial"/>
                </a:rPr>
                <a:t>Together with Google, YDUQS developed a model using VERTEX AI PALM2 to evaluate letters of intent and integrated it into recruitment portal. This model assesses the quality of letters at submission and ensures they comply with YDUQS admission rules.</a:t>
              </a:r>
              <a:endParaRPr lang="en-US" dirty="0">
                <a:solidFill>
                  <a:prstClr val="white"/>
                </a:solidFil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38186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888885"/>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407378"/>
            <a:ext cx="4631595" cy="2523768"/>
            <a:chOff x="457200" y="4291325"/>
            <a:chExt cx="4631595" cy="2523768"/>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2523768"/>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latin typeface="Arial" panose="020B0604020202020204"/>
                </a:rPr>
                <a:t>Increased efficiency</a:t>
              </a:r>
              <a:r>
                <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rPr>
                <a:t>:</a:t>
              </a:r>
              <a:r>
                <a:rPr kumimoji="0" lang="en-US" sz="1200" i="0" u="none" strike="noStrike" kern="1200" cap="none" spc="0" normalizeH="0" baseline="0" noProof="0" dirty="0">
                  <a:ln>
                    <a:noFill/>
                  </a:ln>
                  <a:solidFill>
                    <a:prstClr val="black"/>
                  </a:solidFill>
                  <a:effectLst/>
                  <a:uLnTx/>
                  <a:uFillTx/>
                  <a:latin typeface="Arial" panose="020B0604020202020204"/>
                  <a:ea typeface="+mn-ea"/>
                  <a:cs typeface="+mn-cs"/>
                </a:rPr>
                <a:t> </a:t>
              </a:r>
              <a:r>
                <a:rPr lang="en-US" sz="1200" dirty="0">
                  <a:solidFill>
                    <a:prstClr val="black"/>
                  </a:solidFill>
                  <a:latin typeface="Arial" panose="020B0604020202020204"/>
                </a:rPr>
                <a:t>Staff are relieved from manually reviewing hundreds of thousands of letters.</a:t>
              </a:r>
              <a:endParaRPr lang="en-US" sz="1200" i="0" u="none" strike="noStrike" kern="1200" cap="none" spc="0" normalizeH="0" baseline="0" noProof="0" dirty="0">
                <a:ln>
                  <a:noFill/>
                </a:ln>
                <a:solidFill>
                  <a:prstClr val="black"/>
                </a:solidFill>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Enhanced scalability</a:t>
              </a:r>
              <a:r>
                <a:rPr kumimoji="0" lang="en-US" sz="1200" b="1"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The solution can scale to accommodate growing numbers of applicants.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Real-time evaluation and integration</a:t>
              </a:r>
              <a:r>
                <a:rPr kumimoji="0" lang="en-US" sz="1200" b="1" i="0" u="none" strike="noStrike" kern="1200" cap="none" spc="0" normalizeH="0" baseline="0" noProof="0" dirty="0">
                  <a:ln>
                    <a:noFill/>
                  </a:ln>
                  <a:solidFill>
                    <a:prstClr val="black"/>
                  </a:solidFill>
                  <a:effectLst/>
                  <a:uLnTx/>
                  <a:uFillTx/>
                  <a:ea typeface="+mn-lt"/>
                  <a:cs typeface="+mn-lt"/>
                </a:rPr>
                <a:t>: </a:t>
              </a:r>
              <a:r>
                <a:rPr kumimoji="0" lang="en-US" sz="1200" i="0" u="none" strike="noStrike" kern="1200" cap="none" spc="0" normalizeH="0" baseline="0" noProof="0" dirty="0">
                  <a:ln>
                    <a:noFill/>
                  </a:ln>
                  <a:solidFill>
                    <a:prstClr val="black"/>
                  </a:solidFill>
                  <a:effectLst/>
                  <a:uLnTx/>
                  <a:uFillTx/>
                  <a:ea typeface="+mn-lt"/>
                  <a:cs typeface="+mn-lt"/>
                </a:rPr>
                <a:t>E</a:t>
              </a:r>
              <a:r>
                <a:rPr lang="en-US" sz="1200" dirty="0">
                  <a:solidFill>
                    <a:prstClr val="black"/>
                  </a:solidFill>
                  <a:ea typeface="+mn-lt"/>
                  <a:cs typeface="+mn-lt"/>
                </a:rPr>
                <a:t>valuates letters in real-time during submission, providing immediate value to applicants and admissions staff.</a:t>
              </a:r>
              <a:endParaRPr lang="en-US" sz="1200" i="0" u="none" strike="noStrike" kern="1200" cap="none" spc="0" normalizeH="0" baseline="0" noProof="0" dirty="0">
                <a:ln>
                  <a:noFill/>
                </a:ln>
                <a:solidFill>
                  <a:prstClr val="black"/>
                </a:solidFill>
                <a:effectLst/>
                <a:uLnTx/>
                <a:uFillTx/>
                <a:ea typeface="+mn-lt"/>
                <a:cs typeface="+mn-lt"/>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solidFill>
                  <a:srgbClr val="000000"/>
                </a:solidFill>
                <a:latin typeface="Arial"/>
                <a:cs typeface="Arial"/>
                <a:sym typeface="Arial"/>
              </a:rPr>
              <a:t>“</a:t>
            </a:r>
            <a:r>
              <a:rPr lang="en-US" sz="1200" i="1" kern="0" dirty="0">
                <a:solidFill>
                  <a:srgbClr val="000000"/>
                </a:solidFill>
                <a:ea typeface="+mn-lt"/>
                <a:cs typeface="+mn-lt"/>
                <a:sym typeface="Arial"/>
              </a:rPr>
              <a:t>The model’s ability to evaluate letters in real-time during submission is a significant advancement, providing immediate value to both applicants and admissions staff.”</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ea typeface="+mn-lt"/>
                <a:cs typeface="+mn-lt"/>
                <a:sym typeface="Arial"/>
              </a:rPr>
              <a:t>YDUQS S.A.</a:t>
            </a:r>
            <a:endParaRPr lang="en-US" sz="1200" b="0" i="0" u="none" strike="noStrike" kern="0" cap="none" spc="0" normalizeH="0" baseline="0" noProof="0" dirty="0">
              <a:ln>
                <a:noFill/>
              </a:ln>
              <a:solidFill>
                <a:srgbClr val="000000"/>
              </a:solidFill>
              <a:effectLst/>
              <a:uLnTx/>
              <a:uFillTx/>
              <a:ea typeface="+mn-lt"/>
              <a:cs typeface="+mn-lt"/>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YDUQS S.A., Rio de Janeiro, Brazil</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42AEB67B-A9FB-8741-DCBB-B274280CF306}"/>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sym typeface="Arial"/>
              </a:rPr>
              <a:t>Data and analytics</a:t>
            </a:r>
            <a:endParaRPr kumimoji="0" lang="en-US" sz="1200" b="0" i="0" u="none" strike="noStrike" kern="0" cap="none" spc="0" normalizeH="0" baseline="0" noProof="0" dirty="0">
              <a:ln>
                <a:noFill/>
              </a:ln>
              <a:solidFill>
                <a:prstClr val="white"/>
              </a:solidFill>
              <a:effectLst/>
              <a:uLnTx/>
              <a:uFillTx/>
              <a:latin typeface="Arial"/>
              <a:ea typeface="+mn-ea"/>
              <a:cs typeface="Arial"/>
              <a:sym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Generative AI</a:t>
            </a: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rPr>
              <a:t>Portals</a:t>
            </a: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26" name="Rectangle 25">
            <a:extLst>
              <a:ext uri="{FF2B5EF4-FFF2-40B4-BE49-F238E27FC236}">
                <a16:creationId xmlns:a16="http://schemas.microsoft.com/office/drawing/2014/main" id="{C169A4EF-1044-9BA3-624C-88406B14CE5D}"/>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Artificial Intelligence (AI)</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rPr>
              <a:t>APIs</a:t>
            </a: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rPr>
              <a:t>CRM</a:t>
            </a:r>
            <a:endParaRPr lang="en-US" sz="1200" b="0" i="0" u="none" strike="noStrike" kern="0" cap="none" spc="0" normalizeH="0" baseline="0" noProof="0" dirty="0">
              <a:ln>
                <a:noFill/>
              </a:ln>
              <a:solidFill>
                <a:prstClr val="white"/>
              </a:solidFill>
              <a:effectLst/>
              <a:uLnTx/>
              <a:uFillTx/>
              <a:latin typeface="Arial"/>
              <a:cs typeface="Arial"/>
            </a:endParaRPr>
          </a:p>
        </p:txBody>
      </p:sp>
      <p:pic>
        <p:nvPicPr>
          <p:cNvPr id="8" name="Picture 7" descr="YDUQS &amp; CI&amp;T – Amazon Web Services (AWS)">
            <a:extLst>
              <a:ext uri="{FF2B5EF4-FFF2-40B4-BE49-F238E27FC236}">
                <a16:creationId xmlns:a16="http://schemas.microsoft.com/office/drawing/2014/main" id="{0DC6950F-35AE-1F93-2219-CBD6EEC187B8}"/>
              </a:ext>
            </a:extLst>
          </p:cNvPr>
          <p:cNvPicPr>
            <a:picLocks noChangeAspect="1"/>
          </p:cNvPicPr>
          <p:nvPr/>
        </p:nvPicPr>
        <p:blipFill>
          <a:blip r:embed="rId10"/>
          <a:stretch>
            <a:fillRect/>
          </a:stretch>
        </p:blipFill>
        <p:spPr>
          <a:xfrm>
            <a:off x="10433375" y="122491"/>
            <a:ext cx="1577960" cy="1029886"/>
          </a:xfrm>
          <a:prstGeom prst="rect">
            <a:avLst/>
          </a:prstGeom>
        </p:spPr>
      </p:pic>
      <p:sp>
        <p:nvSpPr>
          <p:cNvPr id="21" name="Freeform: Shape 20">
            <a:extLst>
              <a:ext uri="{FF2B5EF4-FFF2-40B4-BE49-F238E27FC236}">
                <a16:creationId xmlns:a16="http://schemas.microsoft.com/office/drawing/2014/main" id="{9CE01904-48F5-EB4A-3C12-E4BC42A6441A}"/>
              </a:ext>
            </a:extLst>
          </p:cNvPr>
          <p:cNvSpPr/>
          <p:nvPr/>
        </p:nvSpPr>
        <p:spPr>
          <a:xfrm>
            <a:off x="11373676" y="3346928"/>
            <a:ext cx="464758" cy="440970"/>
          </a:xfrm>
          <a:custGeom>
            <a:avLst/>
            <a:gdLst>
              <a:gd name="connsiteX0" fmla="*/ 273844 w 542925"/>
              <a:gd name="connsiteY0" fmla="*/ 7144 h 542925"/>
              <a:gd name="connsiteX1" fmla="*/ 7144 w 542925"/>
              <a:gd name="connsiteY1" fmla="*/ 273844 h 542925"/>
              <a:gd name="connsiteX2" fmla="*/ 273844 w 542925"/>
              <a:gd name="connsiteY2" fmla="*/ 540544 h 542925"/>
              <a:gd name="connsiteX3" fmla="*/ 540544 w 542925"/>
              <a:gd name="connsiteY3" fmla="*/ 273844 h 542925"/>
              <a:gd name="connsiteX4" fmla="*/ 273844 w 542925"/>
              <a:gd name="connsiteY4" fmla="*/ 7144 h 542925"/>
              <a:gd name="connsiteX5" fmla="*/ 273844 w 542925"/>
              <a:gd name="connsiteY5" fmla="*/ 502444 h 542925"/>
              <a:gd name="connsiteX6" fmla="*/ 45244 w 542925"/>
              <a:gd name="connsiteY6" fmla="*/ 273844 h 542925"/>
              <a:gd name="connsiteX7" fmla="*/ 273844 w 542925"/>
              <a:gd name="connsiteY7" fmla="*/ 45244 h 542925"/>
              <a:gd name="connsiteX8" fmla="*/ 502444 w 542925"/>
              <a:gd name="connsiteY8" fmla="*/ 273844 h 542925"/>
              <a:gd name="connsiteX9" fmla="*/ 273844 w 542925"/>
              <a:gd name="connsiteY9" fmla="*/ 502444 h 542925"/>
              <a:gd name="connsiteX10" fmla="*/ 363284 w 542925"/>
              <a:gd name="connsiteY10" fmla="*/ 200216 h 542925"/>
              <a:gd name="connsiteX11" fmla="*/ 382334 w 542925"/>
              <a:gd name="connsiteY11" fmla="*/ 233172 h 542925"/>
              <a:gd name="connsiteX12" fmla="*/ 283369 w 542925"/>
              <a:gd name="connsiteY12" fmla="*/ 290322 h 542925"/>
              <a:gd name="connsiteX13" fmla="*/ 283369 w 542925"/>
              <a:gd name="connsiteY13" fmla="*/ 290227 h 542925"/>
              <a:gd name="connsiteX14" fmla="*/ 273844 w 542925"/>
              <a:gd name="connsiteY14" fmla="*/ 292894 h 542925"/>
              <a:gd name="connsiteX15" fmla="*/ 254794 w 542925"/>
              <a:gd name="connsiteY15" fmla="*/ 273844 h 542925"/>
              <a:gd name="connsiteX16" fmla="*/ 254794 w 542925"/>
              <a:gd name="connsiteY16" fmla="*/ 102394 h 542925"/>
              <a:gd name="connsiteX17" fmla="*/ 292894 w 542925"/>
              <a:gd name="connsiteY17" fmla="*/ 102394 h 542925"/>
              <a:gd name="connsiteX18" fmla="*/ 292894 w 542925"/>
              <a:gd name="connsiteY18" fmla="*/ 240887 h 542925"/>
              <a:gd name="connsiteX19" fmla="*/ 363284 w 542925"/>
              <a:gd name="connsiteY19" fmla="*/ 200216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2925" h="542925">
                <a:moveTo>
                  <a:pt x="273844" y="7144"/>
                </a:moveTo>
                <a:cubicBezTo>
                  <a:pt x="126588" y="7144"/>
                  <a:pt x="7144" y="126587"/>
                  <a:pt x="7144" y="273844"/>
                </a:cubicBezTo>
                <a:cubicBezTo>
                  <a:pt x="7144" y="421100"/>
                  <a:pt x="126588" y="540544"/>
                  <a:pt x="273844" y="540544"/>
                </a:cubicBezTo>
                <a:cubicBezTo>
                  <a:pt x="421100" y="540544"/>
                  <a:pt x="540544" y="421100"/>
                  <a:pt x="540544" y="273844"/>
                </a:cubicBezTo>
                <a:cubicBezTo>
                  <a:pt x="540544" y="126587"/>
                  <a:pt x="421100" y="7144"/>
                  <a:pt x="273844" y="7144"/>
                </a:cubicBezTo>
                <a:close/>
                <a:moveTo>
                  <a:pt x="273844" y="502444"/>
                </a:moveTo>
                <a:cubicBezTo>
                  <a:pt x="147828" y="502444"/>
                  <a:pt x="45244" y="399860"/>
                  <a:pt x="45244" y="273844"/>
                </a:cubicBezTo>
                <a:cubicBezTo>
                  <a:pt x="45244" y="147828"/>
                  <a:pt x="147828" y="45244"/>
                  <a:pt x="273844" y="45244"/>
                </a:cubicBezTo>
                <a:cubicBezTo>
                  <a:pt x="399860" y="45244"/>
                  <a:pt x="502444" y="147828"/>
                  <a:pt x="502444" y="273844"/>
                </a:cubicBezTo>
                <a:cubicBezTo>
                  <a:pt x="502444" y="399860"/>
                  <a:pt x="399860" y="502444"/>
                  <a:pt x="273844" y="502444"/>
                </a:cubicBezTo>
                <a:close/>
                <a:moveTo>
                  <a:pt x="363284" y="200216"/>
                </a:moveTo>
                <a:lnTo>
                  <a:pt x="382334" y="233172"/>
                </a:lnTo>
                <a:lnTo>
                  <a:pt x="283369" y="290322"/>
                </a:lnTo>
                <a:lnTo>
                  <a:pt x="283369" y="290227"/>
                </a:lnTo>
                <a:cubicBezTo>
                  <a:pt x="280607" y="291846"/>
                  <a:pt x="277369" y="292894"/>
                  <a:pt x="273844" y="292894"/>
                </a:cubicBezTo>
                <a:cubicBezTo>
                  <a:pt x="263366" y="292894"/>
                  <a:pt x="254794" y="284321"/>
                  <a:pt x="254794" y="273844"/>
                </a:cubicBezTo>
                <a:lnTo>
                  <a:pt x="254794" y="102394"/>
                </a:lnTo>
                <a:lnTo>
                  <a:pt x="292894" y="102394"/>
                </a:lnTo>
                <a:lnTo>
                  <a:pt x="292894" y="240887"/>
                </a:lnTo>
                <a:lnTo>
                  <a:pt x="363284" y="200216"/>
                </a:lnTo>
                <a:close/>
              </a:path>
            </a:pathLst>
          </a:custGeom>
          <a:solidFill>
            <a:srgbClr val="002856"/>
          </a:solid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D9CDE024-A07B-AA23-1870-B2B1F26BBEAD}"/>
              </a:ext>
            </a:extLst>
          </p:cNvPr>
          <p:cNvSpPr/>
          <p:nvPr/>
        </p:nvSpPr>
        <p:spPr>
          <a:xfrm>
            <a:off x="11388615" y="2660597"/>
            <a:ext cx="434880" cy="355506"/>
          </a:xfrm>
          <a:custGeom>
            <a:avLst/>
            <a:gdLst>
              <a:gd name="connsiteX0" fmla="*/ 502444 w 504825"/>
              <a:gd name="connsiteY0" fmla="*/ 388144 h 428625"/>
              <a:gd name="connsiteX1" fmla="*/ 502444 w 504825"/>
              <a:gd name="connsiteY1" fmla="*/ 426244 h 428625"/>
              <a:gd name="connsiteX2" fmla="*/ 7144 w 504825"/>
              <a:gd name="connsiteY2" fmla="*/ 426244 h 428625"/>
              <a:gd name="connsiteX3" fmla="*/ 7144 w 504825"/>
              <a:gd name="connsiteY3" fmla="*/ 7144 h 428625"/>
              <a:gd name="connsiteX4" fmla="*/ 45244 w 504825"/>
              <a:gd name="connsiteY4" fmla="*/ 7144 h 428625"/>
              <a:gd name="connsiteX5" fmla="*/ 45244 w 504825"/>
              <a:gd name="connsiteY5" fmla="*/ 388144 h 428625"/>
              <a:gd name="connsiteX6" fmla="*/ 502444 w 504825"/>
              <a:gd name="connsiteY6" fmla="*/ 388144 h 428625"/>
              <a:gd name="connsiteX7" fmla="*/ 235744 w 504825"/>
              <a:gd name="connsiteY7" fmla="*/ 224600 h 428625"/>
              <a:gd name="connsiteX8" fmla="*/ 292894 w 504825"/>
              <a:gd name="connsiteY8" fmla="*/ 281750 h 428625"/>
              <a:gd name="connsiteX9" fmla="*/ 445294 w 504825"/>
              <a:gd name="connsiteY9" fmla="*/ 129350 h 428625"/>
              <a:gd name="connsiteX10" fmla="*/ 445294 w 504825"/>
              <a:gd name="connsiteY10" fmla="*/ 216694 h 428625"/>
              <a:gd name="connsiteX11" fmla="*/ 483394 w 504825"/>
              <a:gd name="connsiteY11" fmla="*/ 216694 h 428625"/>
              <a:gd name="connsiteX12" fmla="*/ 483394 w 504825"/>
              <a:gd name="connsiteY12" fmla="*/ 64294 h 428625"/>
              <a:gd name="connsiteX13" fmla="*/ 330994 w 504825"/>
              <a:gd name="connsiteY13" fmla="*/ 64294 h 428625"/>
              <a:gd name="connsiteX14" fmla="*/ 330994 w 504825"/>
              <a:gd name="connsiteY14" fmla="*/ 102394 h 428625"/>
              <a:gd name="connsiteX15" fmla="*/ 418338 w 504825"/>
              <a:gd name="connsiteY15" fmla="*/ 102394 h 428625"/>
              <a:gd name="connsiteX16" fmla="*/ 292894 w 504825"/>
              <a:gd name="connsiteY16" fmla="*/ 227838 h 428625"/>
              <a:gd name="connsiteX17" fmla="*/ 235744 w 504825"/>
              <a:gd name="connsiteY17" fmla="*/ 170688 h 428625"/>
              <a:gd name="connsiteX18" fmla="*/ 84201 w 504825"/>
              <a:gd name="connsiteY18" fmla="*/ 322326 h 428625"/>
              <a:gd name="connsiteX19" fmla="*/ 111157 w 504825"/>
              <a:gd name="connsiteY19" fmla="*/ 349282 h 428625"/>
              <a:gd name="connsiteX20" fmla="*/ 235744 w 504825"/>
              <a:gd name="connsiteY20" fmla="*/ 22460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04825" h="428625">
                <a:moveTo>
                  <a:pt x="502444" y="388144"/>
                </a:moveTo>
                <a:lnTo>
                  <a:pt x="502444" y="426244"/>
                </a:lnTo>
                <a:lnTo>
                  <a:pt x="7144" y="426244"/>
                </a:lnTo>
                <a:lnTo>
                  <a:pt x="7144" y="7144"/>
                </a:lnTo>
                <a:lnTo>
                  <a:pt x="45244" y="7144"/>
                </a:lnTo>
                <a:lnTo>
                  <a:pt x="45244" y="388144"/>
                </a:lnTo>
                <a:lnTo>
                  <a:pt x="502444" y="388144"/>
                </a:lnTo>
                <a:close/>
                <a:moveTo>
                  <a:pt x="235744" y="224600"/>
                </a:moveTo>
                <a:lnTo>
                  <a:pt x="292894" y="281750"/>
                </a:lnTo>
                <a:lnTo>
                  <a:pt x="445294" y="129350"/>
                </a:lnTo>
                <a:lnTo>
                  <a:pt x="445294" y="216694"/>
                </a:lnTo>
                <a:lnTo>
                  <a:pt x="483394" y="216694"/>
                </a:lnTo>
                <a:lnTo>
                  <a:pt x="483394" y="64294"/>
                </a:lnTo>
                <a:lnTo>
                  <a:pt x="330994" y="64294"/>
                </a:lnTo>
                <a:lnTo>
                  <a:pt x="330994" y="102394"/>
                </a:lnTo>
                <a:lnTo>
                  <a:pt x="418338" y="102394"/>
                </a:lnTo>
                <a:lnTo>
                  <a:pt x="292894" y="227838"/>
                </a:lnTo>
                <a:lnTo>
                  <a:pt x="235744" y="170688"/>
                </a:lnTo>
                <a:lnTo>
                  <a:pt x="84201" y="322326"/>
                </a:lnTo>
                <a:lnTo>
                  <a:pt x="111157" y="349282"/>
                </a:lnTo>
                <a:lnTo>
                  <a:pt x="235744" y="224600"/>
                </a:lnTo>
                <a:close/>
              </a:path>
            </a:pathLst>
          </a:custGeom>
          <a:solidFill>
            <a:srgbClr val="002856"/>
          </a:solid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DBFE47A1-6673-EED8-08BB-DFBCD18417D2}"/>
              </a:ext>
            </a:extLst>
          </p:cNvPr>
          <p:cNvSpPr/>
          <p:nvPr/>
        </p:nvSpPr>
        <p:spPr>
          <a:xfrm>
            <a:off x="11392683" y="1982494"/>
            <a:ext cx="426745" cy="463430"/>
          </a:xfrm>
          <a:custGeom>
            <a:avLst/>
            <a:gdLst>
              <a:gd name="connsiteX0" fmla="*/ 388144 w 504825"/>
              <a:gd name="connsiteY0" fmla="*/ 130969 h 542925"/>
              <a:gd name="connsiteX1" fmla="*/ 197644 w 504825"/>
              <a:gd name="connsiteY1" fmla="*/ 130969 h 542925"/>
              <a:gd name="connsiteX2" fmla="*/ 197644 w 504825"/>
              <a:gd name="connsiteY2" fmla="*/ 92869 h 542925"/>
              <a:gd name="connsiteX3" fmla="*/ 388144 w 504825"/>
              <a:gd name="connsiteY3" fmla="*/ 92869 h 542925"/>
              <a:gd name="connsiteX4" fmla="*/ 388144 w 504825"/>
              <a:gd name="connsiteY4" fmla="*/ 130969 h 542925"/>
              <a:gd name="connsiteX5" fmla="*/ 426244 w 504825"/>
              <a:gd name="connsiteY5" fmla="*/ 159544 h 542925"/>
              <a:gd name="connsiteX6" fmla="*/ 197644 w 504825"/>
              <a:gd name="connsiteY6" fmla="*/ 159544 h 542925"/>
              <a:gd name="connsiteX7" fmla="*/ 197644 w 504825"/>
              <a:gd name="connsiteY7" fmla="*/ 197644 h 542925"/>
              <a:gd name="connsiteX8" fmla="*/ 426244 w 504825"/>
              <a:gd name="connsiteY8" fmla="*/ 197644 h 542925"/>
              <a:gd name="connsiteX9" fmla="*/ 426244 w 504825"/>
              <a:gd name="connsiteY9" fmla="*/ 159544 h 542925"/>
              <a:gd name="connsiteX10" fmla="*/ 502444 w 504825"/>
              <a:gd name="connsiteY10" fmla="*/ 7144 h 542925"/>
              <a:gd name="connsiteX11" fmla="*/ 502444 w 504825"/>
              <a:gd name="connsiteY11" fmla="*/ 364331 h 542925"/>
              <a:gd name="connsiteX12" fmla="*/ 383381 w 504825"/>
              <a:gd name="connsiteY12" fmla="*/ 483394 h 542925"/>
              <a:gd name="connsiteX13" fmla="*/ 249841 w 504825"/>
              <a:gd name="connsiteY13" fmla="*/ 483394 h 542925"/>
              <a:gd name="connsiteX14" fmla="*/ 140494 w 504825"/>
              <a:gd name="connsiteY14" fmla="*/ 540544 h 542925"/>
              <a:gd name="connsiteX15" fmla="*/ 7144 w 504825"/>
              <a:gd name="connsiteY15" fmla="*/ 407194 h 542925"/>
              <a:gd name="connsiteX16" fmla="*/ 121444 w 504825"/>
              <a:gd name="connsiteY16" fmla="*/ 275368 h 542925"/>
              <a:gd name="connsiteX17" fmla="*/ 121444 w 504825"/>
              <a:gd name="connsiteY17" fmla="*/ 7144 h 542925"/>
              <a:gd name="connsiteX18" fmla="*/ 502444 w 504825"/>
              <a:gd name="connsiteY18" fmla="*/ 7144 h 542925"/>
              <a:gd name="connsiteX19" fmla="*/ 197358 w 504825"/>
              <a:gd name="connsiteY19" fmla="*/ 483394 h 542925"/>
              <a:gd name="connsiteX20" fmla="*/ 227648 w 504825"/>
              <a:gd name="connsiteY20" fmla="*/ 445294 h 542925"/>
              <a:gd name="connsiteX21" fmla="*/ 235649 w 504825"/>
              <a:gd name="connsiteY21" fmla="*/ 407194 h 542925"/>
              <a:gd name="connsiteX22" fmla="*/ 159449 w 504825"/>
              <a:gd name="connsiteY22" fmla="*/ 313849 h 542925"/>
              <a:gd name="connsiteX23" fmla="*/ 140399 w 504825"/>
              <a:gd name="connsiteY23" fmla="*/ 311944 h 542925"/>
              <a:gd name="connsiteX24" fmla="*/ 121349 w 504825"/>
              <a:gd name="connsiteY24" fmla="*/ 313849 h 542925"/>
              <a:gd name="connsiteX25" fmla="*/ 45149 w 504825"/>
              <a:gd name="connsiteY25" fmla="*/ 407194 h 542925"/>
              <a:gd name="connsiteX26" fmla="*/ 140399 w 504825"/>
              <a:gd name="connsiteY26" fmla="*/ 502444 h 542925"/>
              <a:gd name="connsiteX27" fmla="*/ 197358 w 504825"/>
              <a:gd name="connsiteY27" fmla="*/ 483394 h 542925"/>
              <a:gd name="connsiteX28" fmla="*/ 273844 w 504825"/>
              <a:gd name="connsiteY28" fmla="*/ 407194 h 542925"/>
              <a:gd name="connsiteX29" fmla="*/ 268224 w 504825"/>
              <a:gd name="connsiteY29" fmla="*/ 445294 h 542925"/>
              <a:gd name="connsiteX30" fmla="*/ 340519 w 504825"/>
              <a:gd name="connsiteY30" fmla="*/ 445294 h 542925"/>
              <a:gd name="connsiteX31" fmla="*/ 340519 w 504825"/>
              <a:gd name="connsiteY31" fmla="*/ 321469 h 542925"/>
              <a:gd name="connsiteX32" fmla="*/ 464344 w 504825"/>
              <a:gd name="connsiteY32" fmla="*/ 321469 h 542925"/>
              <a:gd name="connsiteX33" fmla="*/ 464344 w 504825"/>
              <a:gd name="connsiteY33" fmla="*/ 45244 h 542925"/>
              <a:gd name="connsiteX34" fmla="*/ 159544 w 504825"/>
              <a:gd name="connsiteY34" fmla="*/ 45244 h 542925"/>
              <a:gd name="connsiteX35" fmla="*/ 159544 w 504825"/>
              <a:gd name="connsiteY35" fmla="*/ 275368 h 542925"/>
              <a:gd name="connsiteX36" fmla="*/ 273844 w 504825"/>
              <a:gd name="connsiteY36" fmla="*/ 407194 h 542925"/>
              <a:gd name="connsiteX37" fmla="*/ 453295 w 504825"/>
              <a:gd name="connsiteY37" fmla="*/ 359569 h 542925"/>
              <a:gd name="connsiteX38" fmla="*/ 378619 w 504825"/>
              <a:gd name="connsiteY38" fmla="*/ 359569 h 542925"/>
              <a:gd name="connsiteX39" fmla="*/ 378619 w 504825"/>
              <a:gd name="connsiteY39" fmla="*/ 434245 h 542925"/>
              <a:gd name="connsiteX40" fmla="*/ 453295 w 504825"/>
              <a:gd name="connsiteY40" fmla="*/ 359569 h 542925"/>
              <a:gd name="connsiteX41" fmla="*/ 159544 w 504825"/>
              <a:gd name="connsiteY41" fmla="*/ 370618 h 542925"/>
              <a:gd name="connsiteX42" fmla="*/ 123634 w 504825"/>
              <a:gd name="connsiteY42" fmla="*/ 413385 h 542925"/>
              <a:gd name="connsiteX43" fmla="*/ 121444 w 504825"/>
              <a:gd name="connsiteY43" fmla="*/ 411575 h 542925"/>
              <a:gd name="connsiteX44" fmla="*/ 92583 w 504825"/>
              <a:gd name="connsiteY44" fmla="*/ 387382 h 542925"/>
              <a:gd name="connsiteX45" fmla="*/ 68104 w 504825"/>
              <a:gd name="connsiteY45" fmla="*/ 416528 h 542925"/>
              <a:gd name="connsiteX46" fmla="*/ 121444 w 504825"/>
              <a:gd name="connsiteY46" fmla="*/ 461296 h 542925"/>
              <a:gd name="connsiteX47" fmla="*/ 128397 w 504825"/>
              <a:gd name="connsiteY47" fmla="*/ 467106 h 542925"/>
              <a:gd name="connsiteX48" fmla="*/ 159544 w 504825"/>
              <a:gd name="connsiteY48" fmla="*/ 429959 h 542925"/>
              <a:gd name="connsiteX49" fmla="*/ 204883 w 504825"/>
              <a:gd name="connsiteY49" fmla="*/ 375857 h 542925"/>
              <a:gd name="connsiteX50" fmla="*/ 175736 w 504825"/>
              <a:gd name="connsiteY50" fmla="*/ 351377 h 542925"/>
              <a:gd name="connsiteX51" fmla="*/ 159544 w 504825"/>
              <a:gd name="connsiteY51" fmla="*/ 370618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4825" h="542925">
                <a:moveTo>
                  <a:pt x="388144" y="130969"/>
                </a:moveTo>
                <a:lnTo>
                  <a:pt x="197644" y="130969"/>
                </a:lnTo>
                <a:lnTo>
                  <a:pt x="197644" y="92869"/>
                </a:lnTo>
                <a:lnTo>
                  <a:pt x="388144" y="92869"/>
                </a:lnTo>
                <a:lnTo>
                  <a:pt x="388144" y="130969"/>
                </a:lnTo>
                <a:close/>
                <a:moveTo>
                  <a:pt x="426244" y="159544"/>
                </a:moveTo>
                <a:lnTo>
                  <a:pt x="197644" y="159544"/>
                </a:lnTo>
                <a:lnTo>
                  <a:pt x="197644" y="197644"/>
                </a:lnTo>
                <a:lnTo>
                  <a:pt x="426244" y="197644"/>
                </a:lnTo>
                <a:lnTo>
                  <a:pt x="426244" y="159544"/>
                </a:lnTo>
                <a:close/>
                <a:moveTo>
                  <a:pt x="502444" y="7144"/>
                </a:moveTo>
                <a:lnTo>
                  <a:pt x="502444" y="364331"/>
                </a:lnTo>
                <a:lnTo>
                  <a:pt x="383381" y="483394"/>
                </a:lnTo>
                <a:lnTo>
                  <a:pt x="249841" y="483394"/>
                </a:lnTo>
                <a:cubicBezTo>
                  <a:pt x="225743" y="517874"/>
                  <a:pt x="185833" y="540544"/>
                  <a:pt x="140494" y="540544"/>
                </a:cubicBezTo>
                <a:cubicBezTo>
                  <a:pt x="66866" y="540544"/>
                  <a:pt x="7144" y="480822"/>
                  <a:pt x="7144" y="407194"/>
                </a:cubicBezTo>
                <a:cubicBezTo>
                  <a:pt x="7144" y="340043"/>
                  <a:pt x="56864" y="284607"/>
                  <a:pt x="121444" y="275368"/>
                </a:cubicBezTo>
                <a:lnTo>
                  <a:pt x="121444" y="7144"/>
                </a:lnTo>
                <a:lnTo>
                  <a:pt x="502444" y="7144"/>
                </a:lnTo>
                <a:close/>
                <a:moveTo>
                  <a:pt x="197358" y="483394"/>
                </a:moveTo>
                <a:cubicBezTo>
                  <a:pt x="210503" y="473583"/>
                  <a:pt x="221075" y="460534"/>
                  <a:pt x="227648" y="445294"/>
                </a:cubicBezTo>
                <a:cubicBezTo>
                  <a:pt x="232791" y="433578"/>
                  <a:pt x="235649" y="420719"/>
                  <a:pt x="235649" y="407194"/>
                </a:cubicBezTo>
                <a:cubicBezTo>
                  <a:pt x="235649" y="361188"/>
                  <a:pt x="202883" y="322707"/>
                  <a:pt x="159449" y="313849"/>
                </a:cubicBezTo>
                <a:cubicBezTo>
                  <a:pt x="153257" y="312611"/>
                  <a:pt x="146876" y="311944"/>
                  <a:pt x="140399" y="311944"/>
                </a:cubicBezTo>
                <a:cubicBezTo>
                  <a:pt x="133922" y="311944"/>
                  <a:pt x="127540" y="312611"/>
                  <a:pt x="121349" y="313849"/>
                </a:cubicBezTo>
                <a:cubicBezTo>
                  <a:pt x="77915" y="322707"/>
                  <a:pt x="45149" y="361188"/>
                  <a:pt x="45149" y="407194"/>
                </a:cubicBezTo>
                <a:cubicBezTo>
                  <a:pt x="45149" y="459677"/>
                  <a:pt x="87916" y="502444"/>
                  <a:pt x="140399" y="502444"/>
                </a:cubicBezTo>
                <a:cubicBezTo>
                  <a:pt x="161830" y="502444"/>
                  <a:pt x="181547" y="495300"/>
                  <a:pt x="197358" y="483394"/>
                </a:cubicBezTo>
                <a:close/>
                <a:moveTo>
                  <a:pt x="273844" y="407194"/>
                </a:moveTo>
                <a:cubicBezTo>
                  <a:pt x="273844" y="420434"/>
                  <a:pt x="271844" y="433197"/>
                  <a:pt x="268224" y="445294"/>
                </a:cubicBezTo>
                <a:lnTo>
                  <a:pt x="340519" y="445294"/>
                </a:lnTo>
                <a:lnTo>
                  <a:pt x="340519" y="321469"/>
                </a:lnTo>
                <a:lnTo>
                  <a:pt x="464344" y="321469"/>
                </a:lnTo>
                <a:lnTo>
                  <a:pt x="464344" y="45244"/>
                </a:lnTo>
                <a:lnTo>
                  <a:pt x="159544" y="45244"/>
                </a:lnTo>
                <a:lnTo>
                  <a:pt x="159544" y="275368"/>
                </a:lnTo>
                <a:cubicBezTo>
                  <a:pt x="224123" y="284607"/>
                  <a:pt x="273844" y="340043"/>
                  <a:pt x="273844" y="407194"/>
                </a:cubicBezTo>
                <a:close/>
                <a:moveTo>
                  <a:pt x="453295" y="359569"/>
                </a:moveTo>
                <a:lnTo>
                  <a:pt x="378619" y="359569"/>
                </a:lnTo>
                <a:lnTo>
                  <a:pt x="378619" y="434245"/>
                </a:lnTo>
                <a:lnTo>
                  <a:pt x="453295" y="359569"/>
                </a:lnTo>
                <a:close/>
                <a:moveTo>
                  <a:pt x="159544" y="370618"/>
                </a:moveTo>
                <a:lnTo>
                  <a:pt x="123634" y="413385"/>
                </a:lnTo>
                <a:lnTo>
                  <a:pt x="121444" y="411575"/>
                </a:lnTo>
                <a:lnTo>
                  <a:pt x="92583" y="387382"/>
                </a:lnTo>
                <a:lnTo>
                  <a:pt x="68104" y="416528"/>
                </a:lnTo>
                <a:lnTo>
                  <a:pt x="121444" y="461296"/>
                </a:lnTo>
                <a:lnTo>
                  <a:pt x="128397" y="467106"/>
                </a:lnTo>
                <a:lnTo>
                  <a:pt x="159544" y="429959"/>
                </a:lnTo>
                <a:lnTo>
                  <a:pt x="204883" y="375857"/>
                </a:lnTo>
                <a:lnTo>
                  <a:pt x="175736" y="351377"/>
                </a:lnTo>
                <a:lnTo>
                  <a:pt x="159544" y="370618"/>
                </a:lnTo>
                <a:close/>
              </a:path>
            </a:pathLst>
          </a:custGeom>
          <a:solidFill>
            <a:srgbClr val="002856"/>
          </a:solidFill>
          <a:ln w="9525"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144653AD-37E0-D411-92F3-B91F6CB654AE}"/>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29</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870672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FCEF4927-F943-A518-1EFC-24CDD4168D0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5D7CED7-F989-5156-8F93-6FFEFF9B8BB3}"/>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3B43E7A7-D569-0096-1D3E-067AADB0FA7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3B43E7A7-D569-0096-1D3E-067AADB0FA7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4310D8E-EE52-4A7C-2FCD-2762A426DC5F}"/>
              </a:ext>
            </a:extLst>
          </p:cNvPr>
          <p:cNvSpPr>
            <a:spLocks noGrp="1"/>
          </p:cNvSpPr>
          <p:nvPr>
            <p:ph type="title"/>
          </p:nvPr>
        </p:nvSpPr>
        <p:spPr>
          <a:xfrm>
            <a:off x="456787" y="172102"/>
            <a:ext cx="6519672" cy="588637"/>
          </a:xfrm>
        </p:spPr>
        <p:txBody>
          <a:bodyPr/>
          <a:lstStyle/>
          <a:p>
            <a:r>
              <a:rPr lang="en-US" dirty="0">
                <a:solidFill>
                  <a:schemeClr val="bg1"/>
                </a:solidFill>
              </a:rPr>
              <a:t>Decision Intelligence Workflow</a:t>
            </a:r>
          </a:p>
        </p:txBody>
      </p:sp>
      <p:sp>
        <p:nvSpPr>
          <p:cNvPr id="7" name="TextBox 6">
            <a:extLst>
              <a:ext uri="{FF2B5EF4-FFF2-40B4-BE49-F238E27FC236}">
                <a16:creationId xmlns:a16="http://schemas.microsoft.com/office/drawing/2014/main" id="{CB4EFE8E-1F61-0035-0C19-8FC8A31B3EE0}"/>
              </a:ext>
            </a:extLst>
          </p:cNvPr>
          <p:cNvSpPr txBox="1"/>
          <p:nvPr/>
        </p:nvSpPr>
        <p:spPr>
          <a:xfrm>
            <a:off x="7107172" y="232728"/>
            <a:ext cx="2983746" cy="738664"/>
          </a:xfrm>
          <a:prstGeom prst="rect">
            <a:avLst/>
          </a:prstGeom>
          <a:noFill/>
        </p:spPr>
        <p:txBody>
          <a:bodyPr wrap="square" lIns="91440" tIns="0" rIns="91440" bIns="0" rtlCol="0" anchor="ctr" anchorCtr="0">
            <a:spAutoFit/>
          </a:bodyPr>
          <a:lstStyle/>
          <a:p>
            <a:pPr>
              <a:buClr>
                <a:srgbClr val="000000"/>
              </a:buClr>
              <a:defRPr/>
            </a:pPr>
            <a:r>
              <a:rPr lang="en-US" sz="1600" b="1" kern="0" dirty="0">
                <a:solidFill>
                  <a:srgbClr val="FF540A"/>
                </a:solidFill>
                <a:latin typeface="Arial" panose="020B0604020202020204"/>
                <a:cs typeface="Arial"/>
                <a:sym typeface="Arial"/>
              </a:rPr>
              <a:t>Western Governor's University</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a:buClr>
                <a:srgbClr val="000000"/>
              </a:buClr>
              <a:defRPr/>
            </a:pPr>
            <a:r>
              <a:rPr lang="en-US" sz="1600" b="1" kern="0" dirty="0">
                <a:solidFill>
                  <a:srgbClr val="FF540A"/>
                </a:solidFill>
                <a:latin typeface="Arial" panose="020B0604020202020204"/>
                <a:cs typeface="Arial"/>
                <a:sym typeface="Arial"/>
              </a:rPr>
              <a:t>Salt Lake City, Utah</a:t>
            </a:r>
            <a:r>
              <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rPr>
              <a:t>, </a:t>
            </a:r>
            <a:r>
              <a:rPr lang="en-US" sz="1600" b="1" kern="0" dirty="0">
                <a:solidFill>
                  <a:srgbClr val="FF540A"/>
                </a:solidFill>
                <a:latin typeface="Arial" panose="020B0604020202020204"/>
                <a:cs typeface="Arial"/>
                <a:sym typeface="Arial"/>
              </a:rPr>
              <a:t>USA</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08169183-6ABB-9E98-7243-DDF29C705627}"/>
              </a:ext>
            </a:extLst>
          </p:cNvPr>
          <p:cNvGrpSpPr/>
          <p:nvPr/>
        </p:nvGrpSpPr>
        <p:grpSpPr>
          <a:xfrm>
            <a:off x="456787" y="1136923"/>
            <a:ext cx="6013682" cy="1123384"/>
            <a:chOff x="457200" y="1155901"/>
            <a:chExt cx="6013682" cy="1123384"/>
          </a:xfrm>
        </p:grpSpPr>
        <p:sp>
          <p:nvSpPr>
            <p:cNvPr id="40" name="TextBox 39">
              <a:extLst>
                <a:ext uri="{FF2B5EF4-FFF2-40B4-BE49-F238E27FC236}">
                  <a16:creationId xmlns:a16="http://schemas.microsoft.com/office/drawing/2014/main" id="{C2E35A6F-836A-5777-6866-9B421A3CA7B4}"/>
                </a:ext>
              </a:extLst>
            </p:cNvPr>
            <p:cNvSpPr txBox="1"/>
            <p:nvPr/>
          </p:nvSpPr>
          <p:spPr>
            <a:xfrm>
              <a:off x="457200" y="1155901"/>
              <a:ext cx="601368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WGU’s existing student intervention predictions lacked granularity, limiting personalized support. The university identified the need for an integrated approach — combining predictive analytics, AI interactivity, and process engineering — to deliver tailored resources and interactions, scaling up support for improved student outcomes.</a:t>
              </a:r>
              <a:endParaRPr lang="en-US" dirty="0">
                <a:solidFill>
                  <a:prstClr val="white"/>
                </a:solidFill>
                <a:ea typeface="+mn-ea"/>
                <a:cs typeface="+mn-cs"/>
              </a:endParaRPr>
            </a:p>
          </p:txBody>
        </p:sp>
        <p:cxnSp>
          <p:nvCxnSpPr>
            <p:cNvPr id="42" name="Straight Connector 41">
              <a:extLst>
                <a:ext uri="{FF2B5EF4-FFF2-40B4-BE49-F238E27FC236}">
                  <a16:creationId xmlns:a16="http://schemas.microsoft.com/office/drawing/2014/main" id="{EC236D8B-3268-D0D0-F86F-1A149B94F508}"/>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909A6470-F083-BD10-9BFE-ADC700BD4F0C}"/>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Artificial Intelligence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Agentic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Data and Analytics</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57429B2A-1618-ECAF-FA6C-590425D93A8A}"/>
              </a:ext>
            </a:extLst>
          </p:cNvPr>
          <p:cNvGrpSpPr/>
          <p:nvPr/>
        </p:nvGrpSpPr>
        <p:grpSpPr>
          <a:xfrm>
            <a:off x="456787" y="2637129"/>
            <a:ext cx="6121262" cy="1123384"/>
            <a:chOff x="457200" y="1155901"/>
            <a:chExt cx="6121262" cy="1123384"/>
          </a:xfrm>
        </p:grpSpPr>
        <p:sp>
          <p:nvSpPr>
            <p:cNvPr id="45" name="TextBox 44">
              <a:extLst>
                <a:ext uri="{FF2B5EF4-FFF2-40B4-BE49-F238E27FC236}">
                  <a16:creationId xmlns:a16="http://schemas.microsoft.com/office/drawing/2014/main" id="{6B151EC7-1455-7FAA-C374-DCAB6BBCA000}"/>
                </a:ext>
              </a:extLst>
            </p:cNvPr>
            <p:cNvSpPr txBox="1"/>
            <p:nvPr/>
          </p:nvSpPr>
          <p:spPr>
            <a:xfrm>
              <a:off x="457200" y="1155901"/>
              <a:ext cx="612126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WGU implemented a decision intelligence platform that combines machine learning, digital twins, and optimization to guide students toward successful outcomes. Real-time recommendations are presented in an integrated interface, allowing faculty, staff, and students to personalize guidance and maximize course completion and graduation rates.</a:t>
              </a:r>
              <a:endParaRPr lang="en-US" dirty="0">
                <a:ea typeface="+mn-ea"/>
                <a:cs typeface="+mn-cs"/>
              </a:endParaRPr>
            </a:p>
          </p:txBody>
        </p:sp>
        <p:cxnSp>
          <p:nvCxnSpPr>
            <p:cNvPr id="46" name="Straight Connector 45">
              <a:extLst>
                <a:ext uri="{FF2B5EF4-FFF2-40B4-BE49-F238E27FC236}">
                  <a16:creationId xmlns:a16="http://schemas.microsoft.com/office/drawing/2014/main" id="{B40CC197-AFF9-76FD-C65E-B37654C4D810}"/>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27508E9E-D4BE-4655-5258-52732A74A298}"/>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CF9DCF0C-EEE0-7501-0E57-7E10A2632BA8}"/>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78B97CBA-F581-C85A-8EEF-373DB8F16986}"/>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B99CAB7-80EF-44E2-D4CC-B289A82219A0}"/>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83FDE309-28D0-6609-FFDE-1DF595660A15}"/>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Automation</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Large Language Models (LLM)</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Digital Twin/Modeling and Simulation</a:t>
            </a:r>
            <a:endParaRPr lang="en-US" dirty="0">
              <a:solidFill>
                <a:prstClr val="white"/>
              </a:solidFill>
              <a:cs typeface="Arial"/>
            </a:endParaRPr>
          </a:p>
        </p:txBody>
      </p:sp>
      <p:sp>
        <p:nvSpPr>
          <p:cNvPr id="5" name="TextBox 4">
            <a:extLst>
              <a:ext uri="{FF2B5EF4-FFF2-40B4-BE49-F238E27FC236}">
                <a16:creationId xmlns:a16="http://schemas.microsoft.com/office/drawing/2014/main" id="{698D2CCB-D772-A397-EE57-88E95F40265B}"/>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30</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18D6EE01-9337-28FC-EC9C-2659136C9231}"/>
              </a:ext>
            </a:extLst>
          </p:cNvPr>
          <p:cNvGrpSpPr/>
          <p:nvPr/>
        </p:nvGrpSpPr>
        <p:grpSpPr>
          <a:xfrm>
            <a:off x="7181063" y="1138435"/>
            <a:ext cx="4631595" cy="2708434"/>
            <a:chOff x="457200" y="4291325"/>
            <a:chExt cx="4631595" cy="2708434"/>
          </a:xfrm>
        </p:grpSpPr>
        <p:sp>
          <p:nvSpPr>
            <p:cNvPr id="17" name="TextBox 16">
              <a:extLst>
                <a:ext uri="{FF2B5EF4-FFF2-40B4-BE49-F238E27FC236}">
                  <a16:creationId xmlns:a16="http://schemas.microsoft.com/office/drawing/2014/main" id="{35E66784-F86E-749D-93A3-B9B96315B7B6}"/>
                </a:ext>
              </a:extLst>
            </p:cNvPr>
            <p:cNvSpPr txBox="1"/>
            <p:nvPr/>
          </p:nvSpPr>
          <p:spPr>
            <a:xfrm>
              <a:off x="457201" y="4291325"/>
              <a:ext cx="3949852" cy="270843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Recommendation Impact</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2,500+ recommendations made across 14 courses serving 10,000 students/month.</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Assessment and Completion</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Students receiving outreach attempted assessments 9% more often and completed courses 3% more often than peers.</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Expansion:</a:t>
              </a:r>
              <a:r>
                <a:rPr lang="en-US" sz="1200" dirty="0">
                  <a:solidFill>
                    <a:prstClr val="black"/>
                  </a:solidFill>
                  <a:ea typeface="+mn-lt"/>
                  <a:cs typeface="+mn-lt"/>
                </a:rPr>
                <a:t> Ongoing data collection and plans to scale decision intelligence to more courses and interventions.</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5A61C698-5757-19FE-59D0-13E2BD86516B}"/>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698A976B-3880-D4F8-A6A1-2DBD93F4FA60}"/>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0EB7A28-367C-66A6-E477-535A9C9D06FE}"/>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Faculty are excited about decision intelligence because it promises to make their work more efficient by recommending specific interventions for students who are most in need at that moment.</a:t>
            </a: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p>
          <a:p>
            <a:pPr lvl="0" algn="r" defTabSz="914400">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WGU</a:t>
            </a:r>
            <a:endParaRPr kumimoji="0" lang="en-US" sz="12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E9B717AC-62AC-2A11-F239-EAD35952D271}"/>
              </a:ext>
            </a:extLst>
          </p:cNvPr>
          <p:cNvGrpSpPr/>
          <p:nvPr/>
        </p:nvGrpSpPr>
        <p:grpSpPr>
          <a:xfrm>
            <a:off x="11149276" y="4350242"/>
            <a:ext cx="640080" cy="548640"/>
            <a:chOff x="7214616" y="4478699"/>
            <a:chExt cx="640080" cy="548640"/>
          </a:xfrm>
        </p:grpSpPr>
        <p:sp>
          <p:nvSpPr>
            <p:cNvPr id="19" name="TextBox 18">
              <a:extLst>
                <a:ext uri="{FF2B5EF4-FFF2-40B4-BE49-F238E27FC236}">
                  <a16:creationId xmlns:a16="http://schemas.microsoft.com/office/drawing/2014/main" id="{60BA50CD-1CB9-3215-39EF-9EB5A8A85548}"/>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683C754F-D686-750C-7AA7-45ACDCB3C85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AA959847-114C-79E2-8359-AB404C46A2DF}"/>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Western Governor's University, Millcreek, Utah, USA</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13" name="Picture 12" descr="Western Governors University - Wikipedia">
            <a:extLst>
              <a:ext uri="{FF2B5EF4-FFF2-40B4-BE49-F238E27FC236}">
                <a16:creationId xmlns:a16="http://schemas.microsoft.com/office/drawing/2014/main" id="{662185CB-0996-0096-9D29-B2CEFA9E2829}"/>
              </a:ext>
            </a:extLst>
          </p:cNvPr>
          <p:cNvPicPr>
            <a:picLocks noChangeAspect="1"/>
          </p:cNvPicPr>
          <p:nvPr/>
        </p:nvPicPr>
        <p:blipFill>
          <a:blip r:embed="rId10"/>
          <a:stretch>
            <a:fillRect/>
          </a:stretch>
        </p:blipFill>
        <p:spPr>
          <a:xfrm>
            <a:off x="10690555" y="203200"/>
            <a:ext cx="914400" cy="934720"/>
          </a:xfrm>
          <a:prstGeom prst="rect">
            <a:avLst/>
          </a:prstGeom>
        </p:spPr>
      </p:pic>
      <p:sp>
        <p:nvSpPr>
          <p:cNvPr id="2" name="Freeform 543">
            <a:extLst>
              <a:ext uri="{FF2B5EF4-FFF2-40B4-BE49-F238E27FC236}">
                <a16:creationId xmlns:a16="http://schemas.microsoft.com/office/drawing/2014/main" id="{9064AB4B-F019-3C8A-01D4-8B433A8F8EB2}"/>
              </a:ext>
            </a:extLst>
          </p:cNvPr>
          <p:cNvSpPr>
            <a:spLocks noChangeAspect="1"/>
          </p:cNvSpPr>
          <p:nvPr/>
        </p:nvSpPr>
        <p:spPr bwMode="black">
          <a:xfrm>
            <a:off x="11358784" y="1713506"/>
            <a:ext cx="363159" cy="311208"/>
          </a:xfrm>
          <a:custGeom>
            <a:avLst/>
            <a:gdLst>
              <a:gd name="T0" fmla="*/ 152 w 328"/>
              <a:gd name="T1" fmla="*/ 82 h 277"/>
              <a:gd name="T2" fmla="*/ 51 w 328"/>
              <a:gd name="T3" fmla="*/ 82 h 277"/>
              <a:gd name="T4" fmla="*/ 51 w 328"/>
              <a:gd name="T5" fmla="*/ 57 h 277"/>
              <a:gd name="T6" fmla="*/ 152 w 328"/>
              <a:gd name="T7" fmla="*/ 57 h 277"/>
              <a:gd name="T8" fmla="*/ 152 w 328"/>
              <a:gd name="T9" fmla="*/ 82 h 277"/>
              <a:gd name="T10" fmla="*/ 177 w 328"/>
              <a:gd name="T11" fmla="*/ 101 h 277"/>
              <a:gd name="T12" fmla="*/ 51 w 328"/>
              <a:gd name="T13" fmla="*/ 101 h 277"/>
              <a:gd name="T14" fmla="*/ 51 w 328"/>
              <a:gd name="T15" fmla="*/ 126 h 277"/>
              <a:gd name="T16" fmla="*/ 177 w 328"/>
              <a:gd name="T17" fmla="*/ 126 h 277"/>
              <a:gd name="T18" fmla="*/ 177 w 328"/>
              <a:gd name="T19" fmla="*/ 101 h 277"/>
              <a:gd name="T20" fmla="*/ 227 w 328"/>
              <a:gd name="T21" fmla="*/ 277 h 277"/>
              <a:gd name="T22" fmla="*/ 0 w 328"/>
              <a:gd name="T23" fmla="*/ 277 h 277"/>
              <a:gd name="T24" fmla="*/ 0 w 328"/>
              <a:gd name="T25" fmla="*/ 0 h 277"/>
              <a:gd name="T26" fmla="*/ 227 w 328"/>
              <a:gd name="T27" fmla="*/ 0 h 277"/>
              <a:gd name="T28" fmla="*/ 227 w 328"/>
              <a:gd name="T29" fmla="*/ 277 h 277"/>
              <a:gd name="T30" fmla="*/ 202 w 328"/>
              <a:gd name="T31" fmla="*/ 25 h 277"/>
              <a:gd name="T32" fmla="*/ 26 w 328"/>
              <a:gd name="T33" fmla="*/ 25 h 277"/>
              <a:gd name="T34" fmla="*/ 26 w 328"/>
              <a:gd name="T35" fmla="*/ 252 h 277"/>
              <a:gd name="T36" fmla="*/ 202 w 328"/>
              <a:gd name="T37" fmla="*/ 252 h 277"/>
              <a:gd name="T38" fmla="*/ 202 w 328"/>
              <a:gd name="T39" fmla="*/ 25 h 277"/>
              <a:gd name="T40" fmla="*/ 290 w 328"/>
              <a:gd name="T41" fmla="*/ 277 h 277"/>
              <a:gd name="T42" fmla="*/ 252 w 328"/>
              <a:gd name="T43" fmla="*/ 202 h 277"/>
              <a:gd name="T44" fmla="*/ 252 w 328"/>
              <a:gd name="T45" fmla="*/ 0 h 277"/>
              <a:gd name="T46" fmla="*/ 328 w 328"/>
              <a:gd name="T47" fmla="*/ 0 h 277"/>
              <a:gd name="T48" fmla="*/ 328 w 328"/>
              <a:gd name="T49" fmla="*/ 202 h 277"/>
              <a:gd name="T50" fmla="*/ 290 w 328"/>
              <a:gd name="T51" fmla="*/ 277 h 277"/>
              <a:gd name="T52" fmla="*/ 303 w 328"/>
              <a:gd name="T53" fmla="*/ 25 h 277"/>
              <a:gd name="T54" fmla="*/ 278 w 328"/>
              <a:gd name="T55" fmla="*/ 25 h 277"/>
              <a:gd name="T56" fmla="*/ 278 w 328"/>
              <a:gd name="T57" fmla="*/ 50 h 277"/>
              <a:gd name="T58" fmla="*/ 303 w 328"/>
              <a:gd name="T59" fmla="*/ 50 h 277"/>
              <a:gd name="T60" fmla="*/ 303 w 328"/>
              <a:gd name="T61" fmla="*/ 25 h 277"/>
              <a:gd name="T62" fmla="*/ 278 w 328"/>
              <a:gd name="T63" fmla="*/ 202 h 277"/>
              <a:gd name="T64" fmla="*/ 303 w 328"/>
              <a:gd name="T65" fmla="*/ 202 h 277"/>
              <a:gd name="T66" fmla="*/ 303 w 328"/>
              <a:gd name="T67" fmla="*/ 76 h 277"/>
              <a:gd name="T68" fmla="*/ 278 w 328"/>
              <a:gd name="T69" fmla="*/ 76 h 277"/>
              <a:gd name="T70" fmla="*/ 278 w 328"/>
              <a:gd name="T71" fmla="*/ 20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8" h="277">
                <a:moveTo>
                  <a:pt x="152" y="82"/>
                </a:moveTo>
                <a:lnTo>
                  <a:pt x="51" y="82"/>
                </a:lnTo>
                <a:lnTo>
                  <a:pt x="51" y="57"/>
                </a:lnTo>
                <a:lnTo>
                  <a:pt x="152" y="57"/>
                </a:lnTo>
                <a:lnTo>
                  <a:pt x="152" y="82"/>
                </a:lnTo>
                <a:close/>
                <a:moveTo>
                  <a:pt x="177" y="101"/>
                </a:moveTo>
                <a:lnTo>
                  <a:pt x="51" y="101"/>
                </a:lnTo>
                <a:lnTo>
                  <a:pt x="51" y="126"/>
                </a:lnTo>
                <a:lnTo>
                  <a:pt x="177" y="126"/>
                </a:lnTo>
                <a:lnTo>
                  <a:pt x="177" y="101"/>
                </a:lnTo>
                <a:close/>
                <a:moveTo>
                  <a:pt x="227" y="277"/>
                </a:moveTo>
                <a:lnTo>
                  <a:pt x="0" y="277"/>
                </a:lnTo>
                <a:lnTo>
                  <a:pt x="0" y="0"/>
                </a:lnTo>
                <a:lnTo>
                  <a:pt x="227" y="0"/>
                </a:lnTo>
                <a:lnTo>
                  <a:pt x="227" y="277"/>
                </a:lnTo>
                <a:close/>
                <a:moveTo>
                  <a:pt x="202" y="25"/>
                </a:moveTo>
                <a:lnTo>
                  <a:pt x="26" y="25"/>
                </a:lnTo>
                <a:lnTo>
                  <a:pt x="26" y="252"/>
                </a:lnTo>
                <a:lnTo>
                  <a:pt x="202" y="252"/>
                </a:lnTo>
                <a:lnTo>
                  <a:pt x="202" y="25"/>
                </a:lnTo>
                <a:close/>
                <a:moveTo>
                  <a:pt x="290" y="277"/>
                </a:moveTo>
                <a:lnTo>
                  <a:pt x="252" y="202"/>
                </a:lnTo>
                <a:lnTo>
                  <a:pt x="252" y="0"/>
                </a:lnTo>
                <a:lnTo>
                  <a:pt x="328" y="0"/>
                </a:lnTo>
                <a:lnTo>
                  <a:pt x="328" y="202"/>
                </a:lnTo>
                <a:lnTo>
                  <a:pt x="290" y="277"/>
                </a:lnTo>
                <a:close/>
                <a:moveTo>
                  <a:pt x="303" y="25"/>
                </a:moveTo>
                <a:lnTo>
                  <a:pt x="278" y="25"/>
                </a:lnTo>
                <a:lnTo>
                  <a:pt x="278" y="50"/>
                </a:lnTo>
                <a:lnTo>
                  <a:pt x="303" y="50"/>
                </a:lnTo>
                <a:lnTo>
                  <a:pt x="303" y="25"/>
                </a:lnTo>
                <a:close/>
                <a:moveTo>
                  <a:pt x="278" y="202"/>
                </a:moveTo>
                <a:lnTo>
                  <a:pt x="303" y="202"/>
                </a:lnTo>
                <a:lnTo>
                  <a:pt x="303" y="76"/>
                </a:lnTo>
                <a:lnTo>
                  <a:pt x="278" y="76"/>
                </a:lnTo>
                <a:lnTo>
                  <a:pt x="278" y="20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394">
            <a:extLst>
              <a:ext uri="{FF2B5EF4-FFF2-40B4-BE49-F238E27FC236}">
                <a16:creationId xmlns:a16="http://schemas.microsoft.com/office/drawing/2014/main" id="{B4F64573-C0A2-E78D-5614-C879BD16D931}"/>
              </a:ext>
            </a:extLst>
          </p:cNvPr>
          <p:cNvSpPr>
            <a:spLocks noChangeAspect="1"/>
          </p:cNvSpPr>
          <p:nvPr/>
        </p:nvSpPr>
        <p:spPr bwMode="black">
          <a:xfrm>
            <a:off x="11363374" y="3356855"/>
            <a:ext cx="363159" cy="311208"/>
          </a:xfrm>
          <a:custGeom>
            <a:avLst/>
            <a:gdLst>
              <a:gd name="T0" fmla="*/ 328 w 328"/>
              <a:gd name="T1" fmla="*/ 277 h 277"/>
              <a:gd name="T2" fmla="*/ 0 w 328"/>
              <a:gd name="T3" fmla="*/ 277 h 277"/>
              <a:gd name="T4" fmla="*/ 0 w 328"/>
              <a:gd name="T5" fmla="*/ 0 h 277"/>
              <a:gd name="T6" fmla="*/ 25 w 328"/>
              <a:gd name="T7" fmla="*/ 0 h 277"/>
              <a:gd name="T8" fmla="*/ 25 w 328"/>
              <a:gd name="T9" fmla="*/ 252 h 277"/>
              <a:gd name="T10" fmla="*/ 328 w 328"/>
              <a:gd name="T11" fmla="*/ 252 h 277"/>
              <a:gd name="T12" fmla="*/ 328 w 328"/>
              <a:gd name="T13" fmla="*/ 277 h 277"/>
              <a:gd name="T14" fmla="*/ 151 w 328"/>
              <a:gd name="T15" fmla="*/ 143 h 277"/>
              <a:gd name="T16" fmla="*/ 189 w 328"/>
              <a:gd name="T17" fmla="*/ 181 h 277"/>
              <a:gd name="T18" fmla="*/ 290 w 328"/>
              <a:gd name="T19" fmla="*/ 80 h 277"/>
              <a:gd name="T20" fmla="*/ 290 w 328"/>
              <a:gd name="T21" fmla="*/ 139 h 277"/>
              <a:gd name="T22" fmla="*/ 315 w 328"/>
              <a:gd name="T23" fmla="*/ 139 h 277"/>
              <a:gd name="T24" fmla="*/ 315 w 328"/>
              <a:gd name="T25" fmla="*/ 38 h 277"/>
              <a:gd name="T26" fmla="*/ 214 w 328"/>
              <a:gd name="T27" fmla="*/ 38 h 277"/>
              <a:gd name="T28" fmla="*/ 214 w 328"/>
              <a:gd name="T29" fmla="*/ 63 h 277"/>
              <a:gd name="T30" fmla="*/ 273 w 328"/>
              <a:gd name="T31" fmla="*/ 63 h 277"/>
              <a:gd name="T32" fmla="*/ 189 w 328"/>
              <a:gd name="T33" fmla="*/ 147 h 277"/>
              <a:gd name="T34" fmla="*/ 151 w 328"/>
              <a:gd name="T35" fmla="*/ 109 h 277"/>
              <a:gd name="T36" fmla="*/ 51 w 328"/>
              <a:gd name="T37" fmla="*/ 208 h 277"/>
              <a:gd name="T38" fmla="*/ 70 w 328"/>
              <a:gd name="T39" fmla="*/ 227 h 277"/>
              <a:gd name="T40" fmla="*/ 151 w 328"/>
              <a:gd name="T41" fmla="*/ 143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8" h="277">
                <a:moveTo>
                  <a:pt x="328" y="277"/>
                </a:moveTo>
                <a:lnTo>
                  <a:pt x="0" y="277"/>
                </a:lnTo>
                <a:lnTo>
                  <a:pt x="0" y="0"/>
                </a:lnTo>
                <a:lnTo>
                  <a:pt x="25" y="0"/>
                </a:lnTo>
                <a:lnTo>
                  <a:pt x="25" y="252"/>
                </a:lnTo>
                <a:lnTo>
                  <a:pt x="328" y="252"/>
                </a:lnTo>
                <a:lnTo>
                  <a:pt x="328" y="277"/>
                </a:lnTo>
                <a:close/>
                <a:moveTo>
                  <a:pt x="151" y="143"/>
                </a:moveTo>
                <a:lnTo>
                  <a:pt x="189" y="181"/>
                </a:lnTo>
                <a:lnTo>
                  <a:pt x="290" y="80"/>
                </a:lnTo>
                <a:lnTo>
                  <a:pt x="290" y="139"/>
                </a:lnTo>
                <a:lnTo>
                  <a:pt x="315" y="139"/>
                </a:lnTo>
                <a:lnTo>
                  <a:pt x="315" y="38"/>
                </a:lnTo>
                <a:lnTo>
                  <a:pt x="214" y="38"/>
                </a:lnTo>
                <a:lnTo>
                  <a:pt x="214" y="63"/>
                </a:lnTo>
                <a:lnTo>
                  <a:pt x="273" y="63"/>
                </a:lnTo>
                <a:lnTo>
                  <a:pt x="189" y="147"/>
                </a:lnTo>
                <a:lnTo>
                  <a:pt x="151" y="109"/>
                </a:lnTo>
                <a:lnTo>
                  <a:pt x="51" y="208"/>
                </a:lnTo>
                <a:lnTo>
                  <a:pt x="70" y="227"/>
                </a:lnTo>
                <a:lnTo>
                  <a:pt x="151" y="14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Freeform: Shape 14">
            <a:extLst>
              <a:ext uri="{FF2B5EF4-FFF2-40B4-BE49-F238E27FC236}">
                <a16:creationId xmlns:a16="http://schemas.microsoft.com/office/drawing/2014/main" id="{6E3F6CBD-F57B-4275-8E32-8E332E025FAB}"/>
              </a:ext>
            </a:extLst>
          </p:cNvPr>
          <p:cNvSpPr>
            <a:spLocks noChangeAspect="1"/>
          </p:cNvSpPr>
          <p:nvPr/>
        </p:nvSpPr>
        <p:spPr>
          <a:xfrm>
            <a:off x="11363374" y="2534738"/>
            <a:ext cx="357842" cy="243423"/>
          </a:xfrm>
          <a:custGeom>
            <a:avLst/>
            <a:gdLst>
              <a:gd name="connsiteX0" fmla="*/ 102394 w 542925"/>
              <a:gd name="connsiteY0" fmla="*/ 302419 h 390525"/>
              <a:gd name="connsiteX1" fmla="*/ 159544 w 542925"/>
              <a:gd name="connsiteY1" fmla="*/ 264319 h 390525"/>
              <a:gd name="connsiteX2" fmla="*/ 216694 w 542925"/>
              <a:gd name="connsiteY2" fmla="*/ 302419 h 390525"/>
              <a:gd name="connsiteX3" fmla="*/ 216694 w 542925"/>
              <a:gd name="connsiteY3" fmla="*/ 219361 h 390525"/>
              <a:gd name="connsiteX4" fmla="*/ 235744 w 542925"/>
              <a:gd name="connsiteY4" fmla="*/ 169069 h 390525"/>
              <a:gd name="connsiteX5" fmla="*/ 159544 w 542925"/>
              <a:gd name="connsiteY5" fmla="*/ 92869 h 390525"/>
              <a:gd name="connsiteX6" fmla="*/ 83344 w 542925"/>
              <a:gd name="connsiteY6" fmla="*/ 169069 h 390525"/>
              <a:gd name="connsiteX7" fmla="*/ 102394 w 542925"/>
              <a:gd name="connsiteY7" fmla="*/ 219361 h 390525"/>
              <a:gd name="connsiteX8" fmla="*/ 102394 w 542925"/>
              <a:gd name="connsiteY8" fmla="*/ 302419 h 390525"/>
              <a:gd name="connsiteX9" fmla="*/ 159544 w 542925"/>
              <a:gd name="connsiteY9" fmla="*/ 130969 h 390525"/>
              <a:gd name="connsiteX10" fmla="*/ 197644 w 542925"/>
              <a:gd name="connsiteY10" fmla="*/ 169069 h 390525"/>
              <a:gd name="connsiteX11" fmla="*/ 192310 w 542925"/>
              <a:gd name="connsiteY11" fmla="*/ 188119 h 390525"/>
              <a:gd name="connsiteX12" fmla="*/ 159544 w 542925"/>
              <a:gd name="connsiteY12" fmla="*/ 207169 h 390525"/>
              <a:gd name="connsiteX13" fmla="*/ 126778 w 542925"/>
              <a:gd name="connsiteY13" fmla="*/ 188119 h 390525"/>
              <a:gd name="connsiteX14" fmla="*/ 121444 w 542925"/>
              <a:gd name="connsiteY14" fmla="*/ 169069 h 390525"/>
              <a:gd name="connsiteX15" fmla="*/ 159544 w 542925"/>
              <a:gd name="connsiteY15" fmla="*/ 130969 h 390525"/>
              <a:gd name="connsiteX16" fmla="*/ 7144 w 542925"/>
              <a:gd name="connsiteY16" fmla="*/ 7144 h 390525"/>
              <a:gd name="connsiteX17" fmla="*/ 7144 w 542925"/>
              <a:gd name="connsiteY17" fmla="*/ 388144 h 390525"/>
              <a:gd name="connsiteX18" fmla="*/ 540544 w 542925"/>
              <a:gd name="connsiteY18" fmla="*/ 388144 h 390525"/>
              <a:gd name="connsiteX19" fmla="*/ 540544 w 542925"/>
              <a:gd name="connsiteY19" fmla="*/ 7144 h 390525"/>
              <a:gd name="connsiteX20" fmla="*/ 7144 w 542925"/>
              <a:gd name="connsiteY20" fmla="*/ 7144 h 390525"/>
              <a:gd name="connsiteX21" fmla="*/ 502444 w 542925"/>
              <a:gd name="connsiteY21" fmla="*/ 350044 h 390525"/>
              <a:gd name="connsiteX22" fmla="*/ 45244 w 542925"/>
              <a:gd name="connsiteY22" fmla="*/ 350044 h 390525"/>
              <a:gd name="connsiteX23" fmla="*/ 45244 w 542925"/>
              <a:gd name="connsiteY23" fmla="*/ 45244 h 390525"/>
              <a:gd name="connsiteX24" fmla="*/ 502444 w 542925"/>
              <a:gd name="connsiteY24" fmla="*/ 45244 h 390525"/>
              <a:gd name="connsiteX25" fmla="*/ 502444 w 542925"/>
              <a:gd name="connsiteY25" fmla="*/ 350044 h 390525"/>
              <a:gd name="connsiteX26" fmla="*/ 464344 w 542925"/>
              <a:gd name="connsiteY26" fmla="*/ 140494 h 390525"/>
              <a:gd name="connsiteX27" fmla="*/ 273844 w 542925"/>
              <a:gd name="connsiteY27" fmla="*/ 140494 h 390525"/>
              <a:gd name="connsiteX28" fmla="*/ 273844 w 542925"/>
              <a:gd name="connsiteY28" fmla="*/ 102394 h 390525"/>
              <a:gd name="connsiteX29" fmla="*/ 464344 w 542925"/>
              <a:gd name="connsiteY29" fmla="*/ 102394 h 390525"/>
              <a:gd name="connsiteX30" fmla="*/ 464344 w 542925"/>
              <a:gd name="connsiteY30" fmla="*/ 140494 h 390525"/>
              <a:gd name="connsiteX31" fmla="*/ 464344 w 542925"/>
              <a:gd name="connsiteY31" fmla="*/ 216694 h 390525"/>
              <a:gd name="connsiteX32" fmla="*/ 273844 w 542925"/>
              <a:gd name="connsiteY32" fmla="*/ 216694 h 390525"/>
              <a:gd name="connsiteX33" fmla="*/ 273844 w 542925"/>
              <a:gd name="connsiteY33" fmla="*/ 178594 h 390525"/>
              <a:gd name="connsiteX34" fmla="*/ 464344 w 542925"/>
              <a:gd name="connsiteY34" fmla="*/ 178594 h 390525"/>
              <a:gd name="connsiteX35" fmla="*/ 464344 w 542925"/>
              <a:gd name="connsiteY35" fmla="*/ 216694 h 390525"/>
              <a:gd name="connsiteX36" fmla="*/ 464344 w 542925"/>
              <a:gd name="connsiteY36" fmla="*/ 292894 h 390525"/>
              <a:gd name="connsiteX37" fmla="*/ 273844 w 542925"/>
              <a:gd name="connsiteY37" fmla="*/ 292894 h 390525"/>
              <a:gd name="connsiteX38" fmla="*/ 273844 w 542925"/>
              <a:gd name="connsiteY38" fmla="*/ 254794 h 390525"/>
              <a:gd name="connsiteX39" fmla="*/ 464344 w 542925"/>
              <a:gd name="connsiteY39" fmla="*/ 254794 h 390525"/>
              <a:gd name="connsiteX40" fmla="*/ 464344 w 542925"/>
              <a:gd name="connsiteY40" fmla="*/ 292894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42925" h="390525">
                <a:moveTo>
                  <a:pt x="102394" y="302419"/>
                </a:moveTo>
                <a:lnTo>
                  <a:pt x="159544" y="264319"/>
                </a:lnTo>
                <a:lnTo>
                  <a:pt x="216694" y="302419"/>
                </a:lnTo>
                <a:lnTo>
                  <a:pt x="216694" y="219361"/>
                </a:lnTo>
                <a:cubicBezTo>
                  <a:pt x="228505" y="205931"/>
                  <a:pt x="235744" y="188405"/>
                  <a:pt x="235744" y="169069"/>
                </a:cubicBezTo>
                <a:cubicBezTo>
                  <a:pt x="235744" y="126968"/>
                  <a:pt x="201644" y="92869"/>
                  <a:pt x="159544" y="92869"/>
                </a:cubicBezTo>
                <a:cubicBezTo>
                  <a:pt x="117443" y="92869"/>
                  <a:pt x="83344" y="126968"/>
                  <a:pt x="83344" y="169069"/>
                </a:cubicBezTo>
                <a:cubicBezTo>
                  <a:pt x="83344" y="188405"/>
                  <a:pt x="90583" y="205931"/>
                  <a:pt x="102394" y="219361"/>
                </a:cubicBezTo>
                <a:lnTo>
                  <a:pt x="102394" y="302419"/>
                </a:lnTo>
                <a:close/>
                <a:moveTo>
                  <a:pt x="159544" y="130969"/>
                </a:moveTo>
                <a:cubicBezTo>
                  <a:pt x="180594" y="130969"/>
                  <a:pt x="197644" y="148019"/>
                  <a:pt x="197644" y="169069"/>
                </a:cubicBezTo>
                <a:cubicBezTo>
                  <a:pt x="197644" y="176022"/>
                  <a:pt x="195643" y="182499"/>
                  <a:pt x="192310" y="188119"/>
                </a:cubicBezTo>
                <a:cubicBezTo>
                  <a:pt x="185738" y="199454"/>
                  <a:pt x="173546" y="207169"/>
                  <a:pt x="159544" y="207169"/>
                </a:cubicBezTo>
                <a:cubicBezTo>
                  <a:pt x="145542" y="207169"/>
                  <a:pt x="133350" y="199454"/>
                  <a:pt x="126778" y="188119"/>
                </a:cubicBezTo>
                <a:cubicBezTo>
                  <a:pt x="123539" y="182499"/>
                  <a:pt x="121444" y="176022"/>
                  <a:pt x="121444" y="169069"/>
                </a:cubicBezTo>
                <a:cubicBezTo>
                  <a:pt x="121444" y="148019"/>
                  <a:pt x="138493" y="130969"/>
                  <a:pt x="159544" y="130969"/>
                </a:cubicBezTo>
                <a:close/>
                <a:moveTo>
                  <a:pt x="7144" y="7144"/>
                </a:moveTo>
                <a:lnTo>
                  <a:pt x="7144" y="388144"/>
                </a:lnTo>
                <a:lnTo>
                  <a:pt x="540544" y="388144"/>
                </a:lnTo>
                <a:lnTo>
                  <a:pt x="540544" y="7144"/>
                </a:lnTo>
                <a:lnTo>
                  <a:pt x="7144" y="7144"/>
                </a:lnTo>
                <a:close/>
                <a:moveTo>
                  <a:pt x="502444" y="350044"/>
                </a:moveTo>
                <a:lnTo>
                  <a:pt x="45244" y="350044"/>
                </a:lnTo>
                <a:lnTo>
                  <a:pt x="45244" y="45244"/>
                </a:lnTo>
                <a:lnTo>
                  <a:pt x="502444" y="45244"/>
                </a:lnTo>
                <a:lnTo>
                  <a:pt x="502444" y="350044"/>
                </a:lnTo>
                <a:close/>
                <a:moveTo>
                  <a:pt x="464344" y="140494"/>
                </a:moveTo>
                <a:lnTo>
                  <a:pt x="273844" y="140494"/>
                </a:lnTo>
                <a:lnTo>
                  <a:pt x="273844" y="102394"/>
                </a:lnTo>
                <a:lnTo>
                  <a:pt x="464344" y="102394"/>
                </a:lnTo>
                <a:lnTo>
                  <a:pt x="464344" y="140494"/>
                </a:lnTo>
                <a:close/>
                <a:moveTo>
                  <a:pt x="464344" y="216694"/>
                </a:moveTo>
                <a:lnTo>
                  <a:pt x="273844" y="216694"/>
                </a:lnTo>
                <a:lnTo>
                  <a:pt x="273844" y="178594"/>
                </a:lnTo>
                <a:lnTo>
                  <a:pt x="464344" y="178594"/>
                </a:lnTo>
                <a:lnTo>
                  <a:pt x="464344" y="216694"/>
                </a:lnTo>
                <a:close/>
                <a:moveTo>
                  <a:pt x="464344" y="292894"/>
                </a:moveTo>
                <a:lnTo>
                  <a:pt x="273844" y="292894"/>
                </a:lnTo>
                <a:lnTo>
                  <a:pt x="273844" y="254794"/>
                </a:lnTo>
                <a:lnTo>
                  <a:pt x="464344" y="254794"/>
                </a:lnTo>
                <a:lnTo>
                  <a:pt x="464344" y="292894"/>
                </a:lnTo>
                <a:close/>
              </a:path>
            </a:pathLst>
          </a:custGeom>
          <a:solidFill>
            <a:srgbClr val="002856"/>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17876032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8799-8487-BC51-A821-42D7B4087F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D35D12-67F4-259F-DFA1-6187BC107517}"/>
              </a:ext>
            </a:extLst>
          </p:cNvPr>
          <p:cNvSpPr>
            <a:spLocks noGrp="1"/>
          </p:cNvSpPr>
          <p:nvPr>
            <p:ph type="title"/>
          </p:nvPr>
        </p:nvSpPr>
        <p:spPr/>
        <p:txBody>
          <a:bodyPr/>
          <a:lstStyle/>
          <a:p>
            <a:r>
              <a:rPr lang="en-US"/>
              <a:t>Teaching and Learning Use Cases</a:t>
            </a:r>
            <a:endParaRPr lang="en-US" dirty="0"/>
          </a:p>
        </p:txBody>
      </p:sp>
    </p:spTree>
    <p:extLst>
      <p:ext uri="{BB962C8B-B14F-4D97-AF65-F5344CB8AC3E}">
        <p14:creationId xmlns:p14="http://schemas.microsoft.com/office/powerpoint/2010/main" val="215280964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B77216CB-3D89-2ECB-BE7C-CA93488D5ED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85683A5-4851-3AEE-C74E-7CA60F63E467}"/>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36484BFF-6076-8E59-7686-89F0BF0E141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36484BFF-6076-8E59-7686-89F0BF0E141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9806FE1-7A4C-26C8-C1B1-134EFD0F08D3}"/>
              </a:ext>
            </a:extLst>
          </p:cNvPr>
          <p:cNvSpPr>
            <a:spLocks noGrp="1"/>
          </p:cNvSpPr>
          <p:nvPr>
            <p:ph type="title"/>
          </p:nvPr>
        </p:nvSpPr>
        <p:spPr>
          <a:xfrm>
            <a:off x="456787" y="288441"/>
            <a:ext cx="6519672" cy="588637"/>
          </a:xfrm>
        </p:spPr>
        <p:txBody>
          <a:bodyPr/>
          <a:lstStyle/>
          <a:p>
            <a:r>
              <a:rPr lang="en-US" dirty="0">
                <a:solidFill>
                  <a:schemeClr val="bg1"/>
                </a:solidFill>
              </a:rPr>
              <a:t>Study Guide for Distance Learners</a:t>
            </a:r>
          </a:p>
        </p:txBody>
      </p:sp>
      <p:sp>
        <p:nvSpPr>
          <p:cNvPr id="7" name="TextBox 6">
            <a:extLst>
              <a:ext uri="{FF2B5EF4-FFF2-40B4-BE49-F238E27FC236}">
                <a16:creationId xmlns:a16="http://schemas.microsoft.com/office/drawing/2014/main" id="{2F97CCF7-E907-5B9D-EA46-76048E92CD30}"/>
              </a:ext>
            </a:extLst>
          </p:cNvPr>
          <p:cNvSpPr txBox="1"/>
          <p:nvPr/>
        </p:nvSpPr>
        <p:spPr>
          <a:xfrm>
            <a:off x="7107172" y="355838"/>
            <a:ext cx="2983746"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rPr>
              <a:t>Cogna </a:t>
            </a:r>
            <a:r>
              <a:rPr lang="en-US" sz="1600" b="1" kern="0" dirty="0" err="1">
                <a:solidFill>
                  <a:srgbClr val="FF540A"/>
                </a:solidFill>
                <a:ea typeface="+mn-lt"/>
                <a:cs typeface="+mn-lt"/>
              </a:rPr>
              <a:t>Educação</a:t>
            </a:r>
            <a:endParaRPr lang="en-US" b="1" dirty="0">
              <a:cs typeface="Arial"/>
            </a:endParaRPr>
          </a:p>
          <a:p>
            <a:pPr>
              <a:buClr>
                <a:srgbClr val="000000"/>
              </a:buClr>
              <a:defRPr/>
            </a:pPr>
            <a:r>
              <a:rPr lang="en-US" sz="1600" b="1" kern="0" dirty="0">
                <a:solidFill>
                  <a:srgbClr val="FF540A"/>
                </a:solidFill>
                <a:latin typeface="Arial" panose="020B0604020202020204"/>
                <a:cs typeface="Arial"/>
                <a:sym typeface="Arial"/>
              </a:rPr>
              <a:t>Sao Paulo, Brazil</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7C3535E4-D3FF-19FA-F82E-DAF22D6A472E}"/>
              </a:ext>
            </a:extLst>
          </p:cNvPr>
          <p:cNvGrpSpPr/>
          <p:nvPr/>
        </p:nvGrpSpPr>
        <p:grpSpPr>
          <a:xfrm>
            <a:off x="456787" y="1136923"/>
            <a:ext cx="6013682" cy="1123384"/>
            <a:chOff x="457200" y="1155901"/>
            <a:chExt cx="6013682" cy="1123384"/>
          </a:xfrm>
        </p:grpSpPr>
        <p:sp>
          <p:nvSpPr>
            <p:cNvPr id="40" name="TextBox 39">
              <a:extLst>
                <a:ext uri="{FF2B5EF4-FFF2-40B4-BE49-F238E27FC236}">
                  <a16:creationId xmlns:a16="http://schemas.microsoft.com/office/drawing/2014/main" id="{BA953559-9599-4A60-EDA1-02B485A6EB71}"/>
                </a:ext>
              </a:extLst>
            </p:cNvPr>
            <p:cNvSpPr txBox="1"/>
            <p:nvPr/>
          </p:nvSpPr>
          <p:spPr>
            <a:xfrm>
              <a:off x="457200" y="1155901"/>
              <a:ext cx="601368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Low- and middle-income distance learners in Brazil, balancing work and family, struggled with limited time, prior learning gaps, and lack of tailored study strategies. Traditional education models failed to address these needs, risking disengagement and poor performance. Supporting these students is vital for social inclusion.</a:t>
              </a:r>
              <a:endParaRPr lang="en-US" dirty="0">
                <a:solidFill>
                  <a:prstClr val="white"/>
                </a:solidFill>
                <a:ea typeface="+mn-ea"/>
                <a:cs typeface="+mn-cs"/>
              </a:endParaRPr>
            </a:p>
          </p:txBody>
        </p:sp>
        <p:cxnSp>
          <p:nvCxnSpPr>
            <p:cNvPr id="42" name="Straight Connector 41">
              <a:extLst>
                <a:ext uri="{FF2B5EF4-FFF2-40B4-BE49-F238E27FC236}">
                  <a16:creationId xmlns:a16="http://schemas.microsoft.com/office/drawing/2014/main" id="{681EB173-1ABC-39A1-3BC9-7CDCFFBB1850}"/>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EE36BD33-7CEA-A4B9-A6BF-A3DF66901538}"/>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Artificial Intelligence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Data and Analytics</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Cloud</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ED6A23CB-23CF-582F-2701-FD92BE4C754C}"/>
              </a:ext>
            </a:extLst>
          </p:cNvPr>
          <p:cNvGrpSpPr/>
          <p:nvPr/>
        </p:nvGrpSpPr>
        <p:grpSpPr>
          <a:xfrm>
            <a:off x="456787" y="2637129"/>
            <a:ext cx="6121262" cy="1308050"/>
            <a:chOff x="457200" y="1155901"/>
            <a:chExt cx="6121262" cy="1308050"/>
          </a:xfrm>
        </p:grpSpPr>
        <p:sp>
          <p:nvSpPr>
            <p:cNvPr id="45" name="TextBox 44">
              <a:extLst>
                <a:ext uri="{FF2B5EF4-FFF2-40B4-BE49-F238E27FC236}">
                  <a16:creationId xmlns:a16="http://schemas.microsoft.com/office/drawing/2014/main" id="{D4F58084-EC22-EFF8-B90B-0F1DE40EEF8C}"/>
                </a:ext>
              </a:extLst>
            </p:cNvPr>
            <p:cNvSpPr txBox="1"/>
            <p:nvPr/>
          </p:nvSpPr>
          <p:spPr>
            <a:xfrm>
              <a:off x="457200" y="1155901"/>
              <a:ext cx="612126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The team piloted AI-generated study guides and personalized assessment feedback using Azure OpenAI GPT-4. Study guides summarized key topics likely to be on exams, based on course materials and past questions, while feedback highlighted strengths and areas for improvement. Resources were delivered via email and WhatsApp, with plans to scale delivery through the LMS for broader impact.</a:t>
              </a:r>
              <a:endParaRPr lang="en-US" dirty="0">
                <a:solidFill>
                  <a:prstClr val="white"/>
                </a:solidFill>
                <a:ea typeface="+mn-ea"/>
                <a:cs typeface="+mn-cs"/>
              </a:endParaRPr>
            </a:p>
          </p:txBody>
        </p:sp>
        <p:cxnSp>
          <p:nvCxnSpPr>
            <p:cNvPr id="46" name="Straight Connector 45">
              <a:extLst>
                <a:ext uri="{FF2B5EF4-FFF2-40B4-BE49-F238E27FC236}">
                  <a16:creationId xmlns:a16="http://schemas.microsoft.com/office/drawing/2014/main" id="{91B72954-448A-298C-710F-57EBE41FB086}"/>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9BA2E782-2E52-0975-1FBC-32D25A43AD9D}"/>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46D83592-AFA2-5747-B770-B8478096730D}"/>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D3BD7854-8CA8-877D-0904-87DE0BFD4CE4}"/>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9C660427-A2F5-4F28-B93F-781526902C34}"/>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470B2818-AB5E-155F-39C7-92B67F03AB76}"/>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Generative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Large Language Models (LLM)</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API</a:t>
            </a:r>
            <a:endParaRPr lang="en-US" dirty="0">
              <a:solidFill>
                <a:prstClr val="white"/>
              </a:solidFill>
              <a:cs typeface="Arial"/>
            </a:endParaRPr>
          </a:p>
        </p:txBody>
      </p:sp>
      <p:sp>
        <p:nvSpPr>
          <p:cNvPr id="5" name="TextBox 4">
            <a:extLst>
              <a:ext uri="{FF2B5EF4-FFF2-40B4-BE49-F238E27FC236}">
                <a16:creationId xmlns:a16="http://schemas.microsoft.com/office/drawing/2014/main" id="{2B55F9FC-645B-FD73-6196-EA51DB57EC6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32</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46EB04ED-9FDF-1BB1-B173-AE48776F1727}"/>
              </a:ext>
            </a:extLst>
          </p:cNvPr>
          <p:cNvGrpSpPr/>
          <p:nvPr/>
        </p:nvGrpSpPr>
        <p:grpSpPr>
          <a:xfrm>
            <a:off x="7181063" y="1138435"/>
            <a:ext cx="4631595" cy="1846659"/>
            <a:chOff x="457200" y="4291325"/>
            <a:chExt cx="4631595" cy="1846659"/>
          </a:xfrm>
        </p:grpSpPr>
        <p:sp>
          <p:nvSpPr>
            <p:cNvPr id="17" name="TextBox 16">
              <a:extLst>
                <a:ext uri="{FF2B5EF4-FFF2-40B4-BE49-F238E27FC236}">
                  <a16:creationId xmlns:a16="http://schemas.microsoft.com/office/drawing/2014/main" id="{BA9D3252-1F2E-5480-E28D-C123C6D420E6}"/>
                </a:ext>
              </a:extLst>
            </p:cNvPr>
            <p:cNvSpPr txBox="1"/>
            <p:nvPr/>
          </p:nvSpPr>
          <p:spPr>
            <a:xfrm>
              <a:off x="457201" y="4291325"/>
              <a:ext cx="3949852" cy="1846659"/>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Feedback Engagement</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Personalized feedback generated for 1,507 students; average rating 9.67/10, with 77.8% giving the highest score.</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Skill Understanding:</a:t>
              </a:r>
              <a:r>
                <a:rPr lang="en-US" sz="1200" dirty="0">
                  <a:solidFill>
                    <a:prstClr val="black"/>
                  </a:solidFill>
                  <a:ea typeface="+mn-lt"/>
                  <a:cs typeface="+mn-lt"/>
                </a:rPr>
                <a:t> Helpfulness rated 9.5/10; 78% gave highest rating for understanding skills.</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7F2B6290-1D64-DB6C-2777-C1B55460F446}"/>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DC38C0C6-8EF8-A161-29B1-FFF3DB2A9255}"/>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05D8F56-35C1-450C-47C2-9F3099DDB249}"/>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Existing approaches, especially in distance learning, often follow a traditional one-size-fits-all model for teaching and assessment, which doesn't account for students' diverse backgrounds and study conditions.”</a:t>
            </a:r>
            <a:endParaRPr lang="en-US" sz="1200" b="0" i="1" u="none" strike="noStrike" kern="0" cap="none" spc="0" normalizeH="0" baseline="0" noProof="0" dirty="0">
              <a:ln>
                <a:noFill/>
              </a:ln>
              <a:solidFill>
                <a:srgbClr val="000000"/>
              </a:solidFill>
              <a:effectLst/>
              <a:uLnTx/>
              <a:uFillTx/>
              <a:latin typeface="Arial"/>
              <a:cs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ea typeface="+mn-lt"/>
                <a:cs typeface="+mn-lt"/>
                <a:sym typeface="Arial"/>
              </a:rPr>
              <a:t>Cogna </a:t>
            </a:r>
            <a:r>
              <a:rPr lang="en-US" sz="1200" kern="0" dirty="0" err="1">
                <a:solidFill>
                  <a:srgbClr val="000000"/>
                </a:solidFill>
                <a:ea typeface="+mn-lt"/>
                <a:cs typeface="+mn-lt"/>
                <a:sym typeface="Arial"/>
              </a:rPr>
              <a:t>Educação</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CC9F3700-9996-A333-87B6-A7AFF209A81F}"/>
              </a:ext>
            </a:extLst>
          </p:cNvPr>
          <p:cNvGrpSpPr/>
          <p:nvPr/>
        </p:nvGrpSpPr>
        <p:grpSpPr>
          <a:xfrm>
            <a:off x="11158457" y="4428898"/>
            <a:ext cx="640080" cy="548640"/>
            <a:chOff x="7214616" y="4478699"/>
            <a:chExt cx="640080" cy="548640"/>
          </a:xfrm>
        </p:grpSpPr>
        <p:sp>
          <p:nvSpPr>
            <p:cNvPr id="19" name="TextBox 18">
              <a:extLst>
                <a:ext uri="{FF2B5EF4-FFF2-40B4-BE49-F238E27FC236}">
                  <a16:creationId xmlns:a16="http://schemas.microsoft.com/office/drawing/2014/main" id="{9C2FEB46-6637-4898-5887-2F214FB6C344}"/>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1AD4627E-DA0D-2CB9-A882-654132ADD830}"/>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68CEE925-FAD1-348F-6234-2E887DE1F877}"/>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ea typeface="+mn-lt"/>
                <a:cs typeface="+mn-lt"/>
              </a:rPr>
              <a:t>Cogna </a:t>
            </a:r>
            <a:r>
              <a:rPr lang="en-US" sz="800" dirty="0" err="1">
                <a:solidFill>
                  <a:prstClr val="white"/>
                </a:solidFill>
                <a:ea typeface="+mn-lt"/>
                <a:cs typeface="+mn-lt"/>
              </a:rPr>
              <a:t>Educação</a:t>
            </a:r>
            <a:r>
              <a:rPr lang="en-US" sz="800" dirty="0">
                <a:solidFill>
                  <a:prstClr val="white"/>
                </a:solidFill>
                <a:ea typeface="+mn-lt"/>
                <a:cs typeface="+mn-lt"/>
              </a:rPr>
              <a:t>, Sao Paulo</a:t>
            </a:r>
            <a:r>
              <a:rPr kumimoji="0" lang="en-US" sz="800" b="0" i="0" u="none" strike="noStrike" kern="1200" cap="none" spc="0" normalizeH="0" baseline="0" noProof="0" dirty="0">
                <a:ln>
                  <a:noFill/>
                </a:ln>
                <a:solidFill>
                  <a:prstClr val="white"/>
                </a:solidFill>
                <a:effectLst/>
                <a:uLnTx/>
                <a:uFillTx/>
                <a:ea typeface="+mn-lt"/>
                <a:cs typeface="+mn-lt"/>
              </a:rPr>
              <a:t>, </a:t>
            </a:r>
            <a:r>
              <a:rPr lang="en-US" sz="800" dirty="0">
                <a:solidFill>
                  <a:prstClr val="white"/>
                </a:solidFill>
                <a:ea typeface="+mn-lt"/>
                <a:cs typeface="+mn-lt"/>
              </a:rPr>
              <a:t>Brazil</a:t>
            </a:r>
            <a:endParaRPr lang="en-US" dirty="0">
              <a:solidFill>
                <a:prstClr val="white"/>
              </a:solidFill>
              <a:cs typeface="Arial"/>
            </a:endParaRPr>
          </a:p>
        </p:txBody>
      </p:sp>
      <p:pic>
        <p:nvPicPr>
          <p:cNvPr id="13" name="Picture 12" descr="A logo with a black background&#10;&#10;AI-generated content may be incorrect.">
            <a:extLst>
              <a:ext uri="{FF2B5EF4-FFF2-40B4-BE49-F238E27FC236}">
                <a16:creationId xmlns:a16="http://schemas.microsoft.com/office/drawing/2014/main" id="{EB6D4B8C-7752-B43C-F84F-D702A5D091C7}"/>
              </a:ext>
            </a:extLst>
          </p:cNvPr>
          <p:cNvPicPr>
            <a:picLocks noChangeAspect="1"/>
          </p:cNvPicPr>
          <p:nvPr/>
        </p:nvPicPr>
        <p:blipFill>
          <a:blip r:embed="rId10"/>
          <a:stretch>
            <a:fillRect/>
          </a:stretch>
        </p:blipFill>
        <p:spPr>
          <a:xfrm>
            <a:off x="10086975" y="359410"/>
            <a:ext cx="1720850" cy="581660"/>
          </a:xfrm>
          <a:prstGeom prst="rect">
            <a:avLst/>
          </a:prstGeom>
        </p:spPr>
      </p:pic>
      <p:sp>
        <p:nvSpPr>
          <p:cNvPr id="2" name="Freeform 406">
            <a:extLst>
              <a:ext uri="{FF2B5EF4-FFF2-40B4-BE49-F238E27FC236}">
                <a16:creationId xmlns:a16="http://schemas.microsoft.com/office/drawing/2014/main" id="{5648686A-C4D8-592E-539B-4D7228A4A67E}"/>
              </a:ext>
            </a:extLst>
          </p:cNvPr>
          <p:cNvSpPr>
            <a:spLocks noChangeAspect="1"/>
          </p:cNvSpPr>
          <p:nvPr/>
        </p:nvSpPr>
        <p:spPr bwMode="black">
          <a:xfrm>
            <a:off x="11397311" y="1620416"/>
            <a:ext cx="280701" cy="372340"/>
          </a:xfrm>
          <a:custGeom>
            <a:avLst/>
            <a:gdLst>
              <a:gd name="T0" fmla="*/ 176 w 252"/>
              <a:gd name="T1" fmla="*/ 82 h 328"/>
              <a:gd name="T2" fmla="*/ 50 w 252"/>
              <a:gd name="T3" fmla="*/ 82 h 328"/>
              <a:gd name="T4" fmla="*/ 50 w 252"/>
              <a:gd name="T5" fmla="*/ 57 h 328"/>
              <a:gd name="T6" fmla="*/ 176 w 252"/>
              <a:gd name="T7" fmla="*/ 57 h 328"/>
              <a:gd name="T8" fmla="*/ 176 w 252"/>
              <a:gd name="T9" fmla="*/ 82 h 328"/>
              <a:gd name="T10" fmla="*/ 201 w 252"/>
              <a:gd name="T11" fmla="*/ 101 h 328"/>
              <a:gd name="T12" fmla="*/ 50 w 252"/>
              <a:gd name="T13" fmla="*/ 101 h 328"/>
              <a:gd name="T14" fmla="*/ 50 w 252"/>
              <a:gd name="T15" fmla="*/ 126 h 328"/>
              <a:gd name="T16" fmla="*/ 201 w 252"/>
              <a:gd name="T17" fmla="*/ 126 h 328"/>
              <a:gd name="T18" fmla="*/ 201 w 252"/>
              <a:gd name="T19" fmla="*/ 101 h 328"/>
              <a:gd name="T20" fmla="*/ 252 w 252"/>
              <a:gd name="T21" fmla="*/ 0 h 328"/>
              <a:gd name="T22" fmla="*/ 252 w 252"/>
              <a:gd name="T23" fmla="*/ 249 h 328"/>
              <a:gd name="T24" fmla="*/ 173 w 252"/>
              <a:gd name="T25" fmla="*/ 328 h 328"/>
              <a:gd name="T26" fmla="*/ 0 w 252"/>
              <a:gd name="T27" fmla="*/ 328 h 328"/>
              <a:gd name="T28" fmla="*/ 0 w 252"/>
              <a:gd name="T29" fmla="*/ 0 h 328"/>
              <a:gd name="T30" fmla="*/ 252 w 252"/>
              <a:gd name="T31" fmla="*/ 0 h 328"/>
              <a:gd name="T32" fmla="*/ 25 w 252"/>
              <a:gd name="T33" fmla="*/ 303 h 328"/>
              <a:gd name="T34" fmla="*/ 145 w 252"/>
              <a:gd name="T35" fmla="*/ 303 h 328"/>
              <a:gd name="T36" fmla="*/ 145 w 252"/>
              <a:gd name="T37" fmla="*/ 221 h 328"/>
              <a:gd name="T38" fmla="*/ 226 w 252"/>
              <a:gd name="T39" fmla="*/ 221 h 328"/>
              <a:gd name="T40" fmla="*/ 226 w 252"/>
              <a:gd name="T41" fmla="*/ 26 h 328"/>
              <a:gd name="T42" fmla="*/ 25 w 252"/>
              <a:gd name="T43" fmla="*/ 26 h 328"/>
              <a:gd name="T44" fmla="*/ 25 w 252"/>
              <a:gd name="T45" fmla="*/ 303 h 328"/>
              <a:gd name="T46" fmla="*/ 219 w 252"/>
              <a:gd name="T47" fmla="*/ 246 h 328"/>
              <a:gd name="T48" fmla="*/ 170 w 252"/>
              <a:gd name="T49" fmla="*/ 246 h 328"/>
              <a:gd name="T50" fmla="*/ 170 w 252"/>
              <a:gd name="T51" fmla="*/ 295 h 328"/>
              <a:gd name="T52" fmla="*/ 219 w 252"/>
              <a:gd name="T53" fmla="*/ 246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52" h="328">
                <a:moveTo>
                  <a:pt x="176" y="82"/>
                </a:moveTo>
                <a:lnTo>
                  <a:pt x="50" y="82"/>
                </a:lnTo>
                <a:lnTo>
                  <a:pt x="50" y="57"/>
                </a:lnTo>
                <a:lnTo>
                  <a:pt x="176" y="57"/>
                </a:lnTo>
                <a:lnTo>
                  <a:pt x="176" y="82"/>
                </a:lnTo>
                <a:close/>
                <a:moveTo>
                  <a:pt x="201" y="101"/>
                </a:moveTo>
                <a:lnTo>
                  <a:pt x="50" y="101"/>
                </a:lnTo>
                <a:lnTo>
                  <a:pt x="50" y="126"/>
                </a:lnTo>
                <a:lnTo>
                  <a:pt x="201" y="126"/>
                </a:lnTo>
                <a:lnTo>
                  <a:pt x="201" y="101"/>
                </a:lnTo>
                <a:close/>
                <a:moveTo>
                  <a:pt x="252" y="0"/>
                </a:moveTo>
                <a:lnTo>
                  <a:pt x="252" y="249"/>
                </a:lnTo>
                <a:lnTo>
                  <a:pt x="173" y="328"/>
                </a:lnTo>
                <a:lnTo>
                  <a:pt x="0" y="328"/>
                </a:lnTo>
                <a:lnTo>
                  <a:pt x="0" y="0"/>
                </a:lnTo>
                <a:lnTo>
                  <a:pt x="252" y="0"/>
                </a:lnTo>
                <a:close/>
                <a:moveTo>
                  <a:pt x="25" y="303"/>
                </a:moveTo>
                <a:lnTo>
                  <a:pt x="145" y="303"/>
                </a:lnTo>
                <a:lnTo>
                  <a:pt x="145" y="221"/>
                </a:lnTo>
                <a:lnTo>
                  <a:pt x="226" y="221"/>
                </a:lnTo>
                <a:lnTo>
                  <a:pt x="226" y="26"/>
                </a:lnTo>
                <a:lnTo>
                  <a:pt x="25" y="26"/>
                </a:lnTo>
                <a:lnTo>
                  <a:pt x="25" y="303"/>
                </a:lnTo>
                <a:close/>
                <a:moveTo>
                  <a:pt x="219" y="246"/>
                </a:moveTo>
                <a:lnTo>
                  <a:pt x="170" y="246"/>
                </a:lnTo>
                <a:lnTo>
                  <a:pt x="170" y="295"/>
                </a:lnTo>
                <a:lnTo>
                  <a:pt x="219" y="24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1051CFB6-75C5-43EC-960E-233D557EE176}"/>
              </a:ext>
            </a:extLst>
          </p:cNvPr>
          <p:cNvSpPr>
            <a:spLocks noChangeAspect="1"/>
          </p:cNvSpPr>
          <p:nvPr/>
        </p:nvSpPr>
        <p:spPr>
          <a:xfrm>
            <a:off x="11358620" y="2457175"/>
            <a:ext cx="357590" cy="365646"/>
          </a:xfrm>
          <a:custGeom>
            <a:avLst/>
            <a:gdLst>
              <a:gd name="connsiteX0" fmla="*/ 328231 w 495300"/>
              <a:gd name="connsiteY0" fmla="*/ 433007 h 504825"/>
              <a:gd name="connsiteX1" fmla="*/ 175831 w 495300"/>
              <a:gd name="connsiteY1" fmla="*/ 433007 h 504825"/>
              <a:gd name="connsiteX2" fmla="*/ 175831 w 495300"/>
              <a:gd name="connsiteY2" fmla="*/ 349663 h 504825"/>
              <a:gd name="connsiteX3" fmla="*/ 128206 w 495300"/>
              <a:gd name="connsiteY3" fmla="*/ 252127 h 504825"/>
              <a:gd name="connsiteX4" fmla="*/ 252031 w 495300"/>
              <a:gd name="connsiteY4" fmla="*/ 128302 h 504825"/>
              <a:gd name="connsiteX5" fmla="*/ 375856 w 495300"/>
              <a:gd name="connsiteY5" fmla="*/ 252127 h 504825"/>
              <a:gd name="connsiteX6" fmla="*/ 328231 w 495300"/>
              <a:gd name="connsiteY6" fmla="*/ 349663 h 504825"/>
              <a:gd name="connsiteX7" fmla="*/ 328231 w 495300"/>
              <a:gd name="connsiteY7" fmla="*/ 433007 h 504825"/>
              <a:gd name="connsiteX8" fmla="*/ 213931 w 495300"/>
              <a:gd name="connsiteY8" fmla="*/ 394907 h 504825"/>
              <a:gd name="connsiteX9" fmla="*/ 290131 w 495300"/>
              <a:gd name="connsiteY9" fmla="*/ 394907 h 504825"/>
              <a:gd name="connsiteX10" fmla="*/ 290131 w 495300"/>
              <a:gd name="connsiteY10" fmla="*/ 329470 h 504825"/>
              <a:gd name="connsiteX11" fmla="*/ 298799 w 495300"/>
              <a:gd name="connsiteY11" fmla="*/ 323850 h 504825"/>
              <a:gd name="connsiteX12" fmla="*/ 337756 w 495300"/>
              <a:gd name="connsiteY12" fmla="*/ 252032 h 504825"/>
              <a:gd name="connsiteX13" fmla="*/ 252031 w 495300"/>
              <a:gd name="connsiteY13" fmla="*/ 166307 h 504825"/>
              <a:gd name="connsiteX14" fmla="*/ 166306 w 495300"/>
              <a:gd name="connsiteY14" fmla="*/ 252032 h 504825"/>
              <a:gd name="connsiteX15" fmla="*/ 205264 w 495300"/>
              <a:gd name="connsiteY15" fmla="*/ 323850 h 504825"/>
              <a:gd name="connsiteX16" fmla="*/ 213931 w 495300"/>
              <a:gd name="connsiteY16" fmla="*/ 329470 h 504825"/>
              <a:gd name="connsiteX17" fmla="*/ 213931 w 495300"/>
              <a:gd name="connsiteY17" fmla="*/ 394907 h 504825"/>
              <a:gd name="connsiteX18" fmla="*/ 290131 w 495300"/>
              <a:gd name="connsiteY18" fmla="*/ 461582 h 504825"/>
              <a:gd name="connsiteX19" fmla="*/ 213931 w 495300"/>
              <a:gd name="connsiteY19" fmla="*/ 461582 h 504825"/>
              <a:gd name="connsiteX20" fmla="*/ 213931 w 495300"/>
              <a:gd name="connsiteY20" fmla="*/ 499682 h 504825"/>
              <a:gd name="connsiteX21" fmla="*/ 290131 w 495300"/>
              <a:gd name="connsiteY21" fmla="*/ 499682 h 504825"/>
              <a:gd name="connsiteX22" fmla="*/ 290131 w 495300"/>
              <a:gd name="connsiteY22" fmla="*/ 461582 h 504825"/>
              <a:gd name="connsiteX23" fmla="*/ 207645 w 495300"/>
              <a:gd name="connsiteY23" fmla="*/ 95155 h 504825"/>
              <a:gd name="connsiteX24" fmla="*/ 171164 w 495300"/>
              <a:gd name="connsiteY24" fmla="*/ 7144 h 504825"/>
              <a:gd name="connsiteX25" fmla="*/ 135922 w 495300"/>
              <a:gd name="connsiteY25" fmla="*/ 21717 h 504825"/>
              <a:gd name="connsiteX26" fmla="*/ 172402 w 495300"/>
              <a:gd name="connsiteY26" fmla="*/ 109728 h 504825"/>
              <a:gd name="connsiteX27" fmla="*/ 207645 w 495300"/>
              <a:gd name="connsiteY27" fmla="*/ 95155 h 504825"/>
              <a:gd name="connsiteX28" fmla="*/ 109728 w 495300"/>
              <a:gd name="connsiteY28" fmla="*/ 172498 h 504825"/>
              <a:gd name="connsiteX29" fmla="*/ 21717 w 495300"/>
              <a:gd name="connsiteY29" fmla="*/ 136017 h 504825"/>
              <a:gd name="connsiteX30" fmla="*/ 7144 w 495300"/>
              <a:gd name="connsiteY30" fmla="*/ 171260 h 504825"/>
              <a:gd name="connsiteX31" fmla="*/ 95155 w 495300"/>
              <a:gd name="connsiteY31" fmla="*/ 207740 h 504825"/>
              <a:gd name="connsiteX32" fmla="*/ 109728 w 495300"/>
              <a:gd name="connsiteY32" fmla="*/ 172498 h 504825"/>
              <a:gd name="connsiteX33" fmla="*/ 109728 w 495300"/>
              <a:gd name="connsiteY33" fmla="*/ 331661 h 504825"/>
              <a:gd name="connsiteX34" fmla="*/ 95155 w 495300"/>
              <a:gd name="connsiteY34" fmla="*/ 296418 h 504825"/>
              <a:gd name="connsiteX35" fmla="*/ 7144 w 495300"/>
              <a:gd name="connsiteY35" fmla="*/ 332899 h 504825"/>
              <a:gd name="connsiteX36" fmla="*/ 21717 w 495300"/>
              <a:gd name="connsiteY36" fmla="*/ 368141 h 504825"/>
              <a:gd name="connsiteX37" fmla="*/ 109728 w 495300"/>
              <a:gd name="connsiteY37" fmla="*/ 331661 h 504825"/>
              <a:gd name="connsiteX38" fmla="*/ 496919 w 495300"/>
              <a:gd name="connsiteY38" fmla="*/ 332899 h 504825"/>
              <a:gd name="connsiteX39" fmla="*/ 408908 w 495300"/>
              <a:gd name="connsiteY39" fmla="*/ 296418 h 504825"/>
              <a:gd name="connsiteX40" fmla="*/ 394335 w 495300"/>
              <a:gd name="connsiteY40" fmla="*/ 331661 h 504825"/>
              <a:gd name="connsiteX41" fmla="*/ 482346 w 495300"/>
              <a:gd name="connsiteY41" fmla="*/ 368141 h 504825"/>
              <a:gd name="connsiteX42" fmla="*/ 496919 w 495300"/>
              <a:gd name="connsiteY42" fmla="*/ 332899 h 504825"/>
              <a:gd name="connsiteX43" fmla="*/ 496919 w 495300"/>
              <a:gd name="connsiteY43" fmla="*/ 171260 h 504825"/>
              <a:gd name="connsiteX44" fmla="*/ 482346 w 495300"/>
              <a:gd name="connsiteY44" fmla="*/ 136017 h 504825"/>
              <a:gd name="connsiteX45" fmla="*/ 394335 w 495300"/>
              <a:gd name="connsiteY45" fmla="*/ 172498 h 504825"/>
              <a:gd name="connsiteX46" fmla="*/ 408908 w 495300"/>
              <a:gd name="connsiteY46" fmla="*/ 207740 h 504825"/>
              <a:gd name="connsiteX47" fmla="*/ 496919 w 495300"/>
              <a:gd name="connsiteY47" fmla="*/ 171260 h 504825"/>
              <a:gd name="connsiteX48" fmla="*/ 368046 w 495300"/>
              <a:gd name="connsiteY48" fmla="*/ 21812 h 504825"/>
              <a:gd name="connsiteX49" fmla="*/ 332804 w 495300"/>
              <a:gd name="connsiteY49" fmla="*/ 7239 h 504825"/>
              <a:gd name="connsiteX50" fmla="*/ 296323 w 495300"/>
              <a:gd name="connsiteY50" fmla="*/ 95250 h 504825"/>
              <a:gd name="connsiteX51" fmla="*/ 331565 w 495300"/>
              <a:gd name="connsiteY51" fmla="*/ 109823 h 504825"/>
              <a:gd name="connsiteX52" fmla="*/ 368046 w 495300"/>
              <a:gd name="connsiteY52" fmla="*/ 21812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95300" h="504825">
                <a:moveTo>
                  <a:pt x="328231" y="433007"/>
                </a:moveTo>
                <a:lnTo>
                  <a:pt x="175831" y="433007"/>
                </a:lnTo>
                <a:lnTo>
                  <a:pt x="175831" y="349663"/>
                </a:lnTo>
                <a:cubicBezTo>
                  <a:pt x="145828" y="326231"/>
                  <a:pt x="128206" y="290513"/>
                  <a:pt x="128206" y="252127"/>
                </a:cubicBezTo>
                <a:cubicBezTo>
                  <a:pt x="128206" y="183833"/>
                  <a:pt x="183737" y="128302"/>
                  <a:pt x="252031" y="128302"/>
                </a:cubicBezTo>
                <a:cubicBezTo>
                  <a:pt x="320326" y="128302"/>
                  <a:pt x="375856" y="183833"/>
                  <a:pt x="375856" y="252127"/>
                </a:cubicBezTo>
                <a:cubicBezTo>
                  <a:pt x="375856" y="290513"/>
                  <a:pt x="358235" y="326231"/>
                  <a:pt x="328231" y="349663"/>
                </a:cubicBezTo>
                <a:lnTo>
                  <a:pt x="328231" y="433007"/>
                </a:lnTo>
                <a:close/>
                <a:moveTo>
                  <a:pt x="213931" y="394907"/>
                </a:moveTo>
                <a:lnTo>
                  <a:pt x="290131" y="394907"/>
                </a:lnTo>
                <a:lnTo>
                  <a:pt x="290131" y="329470"/>
                </a:lnTo>
                <a:lnTo>
                  <a:pt x="298799" y="323850"/>
                </a:lnTo>
                <a:cubicBezTo>
                  <a:pt x="323183" y="307943"/>
                  <a:pt x="337756" y="281083"/>
                  <a:pt x="337756" y="252032"/>
                </a:cubicBezTo>
                <a:cubicBezTo>
                  <a:pt x="337756" y="204788"/>
                  <a:pt x="299275" y="166307"/>
                  <a:pt x="252031" y="166307"/>
                </a:cubicBezTo>
                <a:cubicBezTo>
                  <a:pt x="204788" y="166307"/>
                  <a:pt x="166306" y="204788"/>
                  <a:pt x="166306" y="252032"/>
                </a:cubicBezTo>
                <a:cubicBezTo>
                  <a:pt x="166306" y="281083"/>
                  <a:pt x="180880" y="307943"/>
                  <a:pt x="205264" y="323850"/>
                </a:cubicBezTo>
                <a:lnTo>
                  <a:pt x="213931" y="329470"/>
                </a:lnTo>
                <a:lnTo>
                  <a:pt x="213931" y="394907"/>
                </a:lnTo>
                <a:close/>
                <a:moveTo>
                  <a:pt x="290131" y="461582"/>
                </a:moveTo>
                <a:lnTo>
                  <a:pt x="213931" y="461582"/>
                </a:lnTo>
                <a:lnTo>
                  <a:pt x="213931" y="499682"/>
                </a:lnTo>
                <a:lnTo>
                  <a:pt x="290131" y="499682"/>
                </a:lnTo>
                <a:lnTo>
                  <a:pt x="290131" y="461582"/>
                </a:lnTo>
                <a:close/>
                <a:moveTo>
                  <a:pt x="207645" y="95155"/>
                </a:moveTo>
                <a:lnTo>
                  <a:pt x="171164" y="7144"/>
                </a:lnTo>
                <a:lnTo>
                  <a:pt x="135922" y="21717"/>
                </a:lnTo>
                <a:lnTo>
                  <a:pt x="172402" y="109728"/>
                </a:lnTo>
                <a:lnTo>
                  <a:pt x="207645" y="95155"/>
                </a:lnTo>
                <a:close/>
                <a:moveTo>
                  <a:pt x="109728" y="172498"/>
                </a:moveTo>
                <a:lnTo>
                  <a:pt x="21717" y="136017"/>
                </a:lnTo>
                <a:lnTo>
                  <a:pt x="7144" y="171260"/>
                </a:lnTo>
                <a:lnTo>
                  <a:pt x="95155" y="207740"/>
                </a:lnTo>
                <a:lnTo>
                  <a:pt x="109728" y="172498"/>
                </a:lnTo>
                <a:close/>
                <a:moveTo>
                  <a:pt x="109728" y="331661"/>
                </a:moveTo>
                <a:lnTo>
                  <a:pt x="95155" y="296418"/>
                </a:lnTo>
                <a:lnTo>
                  <a:pt x="7144" y="332899"/>
                </a:lnTo>
                <a:lnTo>
                  <a:pt x="21717" y="368141"/>
                </a:lnTo>
                <a:lnTo>
                  <a:pt x="109728" y="331661"/>
                </a:lnTo>
                <a:close/>
                <a:moveTo>
                  <a:pt x="496919" y="332899"/>
                </a:moveTo>
                <a:lnTo>
                  <a:pt x="408908" y="296418"/>
                </a:lnTo>
                <a:lnTo>
                  <a:pt x="394335" y="331661"/>
                </a:lnTo>
                <a:lnTo>
                  <a:pt x="482346" y="368141"/>
                </a:lnTo>
                <a:lnTo>
                  <a:pt x="496919" y="332899"/>
                </a:lnTo>
                <a:close/>
                <a:moveTo>
                  <a:pt x="496919" y="171260"/>
                </a:moveTo>
                <a:lnTo>
                  <a:pt x="482346" y="136017"/>
                </a:lnTo>
                <a:lnTo>
                  <a:pt x="394335" y="172498"/>
                </a:lnTo>
                <a:lnTo>
                  <a:pt x="408908" y="207740"/>
                </a:lnTo>
                <a:lnTo>
                  <a:pt x="496919" y="171260"/>
                </a:lnTo>
                <a:close/>
                <a:moveTo>
                  <a:pt x="368046" y="21812"/>
                </a:moveTo>
                <a:lnTo>
                  <a:pt x="332804" y="7239"/>
                </a:lnTo>
                <a:lnTo>
                  <a:pt x="296323" y="95250"/>
                </a:lnTo>
                <a:lnTo>
                  <a:pt x="331565" y="109823"/>
                </a:lnTo>
                <a:lnTo>
                  <a:pt x="368046" y="21812"/>
                </a:lnTo>
                <a:close/>
              </a:path>
            </a:pathLst>
          </a:custGeom>
          <a:solidFill>
            <a:srgbClr val="002856"/>
          </a:solidFill>
          <a:ln w="9525" cap="flat">
            <a:noFill/>
            <a:prstDash val="solid"/>
            <a:miter/>
          </a:ln>
        </p:spPr>
        <p:txBody>
          <a:bodyPr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11858649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Alethea AI Reading Coach </a:t>
            </a:r>
            <a:endParaRPr lang="en-US" dirty="0">
              <a:solidFill>
                <a:schemeClr val="bg1"/>
              </a:solidFill>
            </a:endParaRPr>
          </a:p>
        </p:txBody>
      </p:sp>
      <p:sp>
        <p:nvSpPr>
          <p:cNvPr id="7" name="TextBox 6">
            <a:extLst>
              <a:ext uri="{FF2B5EF4-FFF2-40B4-BE49-F238E27FC236}">
                <a16:creationId xmlns:a16="http://schemas.microsoft.com/office/drawing/2014/main" id="{8D21CB09-BCBB-5D55-6F98-A6C974764DBF}"/>
              </a:ext>
            </a:extLst>
          </p:cNvPr>
          <p:cNvSpPr txBox="1"/>
          <p:nvPr/>
        </p:nvSpPr>
        <p:spPr>
          <a:xfrm>
            <a:off x="7107171" y="317368"/>
            <a:ext cx="3227471"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rPr>
              <a:t>Florida Gulf Coast University</a:t>
            </a:r>
            <a:endParaRPr lang="en-US" b="1" dirty="0"/>
          </a:p>
          <a:p>
            <a:pPr>
              <a:buClr>
                <a:srgbClr val="000000"/>
              </a:buClr>
              <a:defRPr/>
            </a:pPr>
            <a:r>
              <a:rPr lang="en-US" sz="1600" b="1" kern="0" dirty="0">
                <a:solidFill>
                  <a:srgbClr val="FF540A"/>
                </a:solidFill>
                <a:latin typeface="Arial" panose="020B0604020202020204"/>
                <a:cs typeface="Arial"/>
              </a:rPr>
              <a:t>Fort Myers, Florida</a:t>
            </a:r>
            <a:endParaRPr lang="en-US" sz="1600" b="1" i="0" u="none" strike="noStrike" kern="0" cap="none" spc="0" normalizeH="0" baseline="0" noProof="0" dirty="0">
              <a:ln>
                <a:noFill/>
              </a:ln>
              <a:solidFill>
                <a:srgbClr val="FF540A"/>
              </a:solidFill>
              <a:effectLst/>
              <a:uLnTx/>
              <a:uFillTx/>
              <a:latin typeface="Arial" panose="020B0604020202020204"/>
              <a:cs typeface="Arial"/>
            </a:endParaRPr>
          </a:p>
        </p:txBody>
      </p:sp>
      <p:sp>
        <p:nvSpPr>
          <p:cNvPr id="8" name="Rectangle 7">
            <a:extLst>
              <a:ext uri="{FF2B5EF4-FFF2-40B4-BE49-F238E27FC236}">
                <a16:creationId xmlns:a16="http://schemas.microsoft.com/office/drawing/2014/main" id="{BFD1BC16-73DD-8E24-5BC2-456B5C1402D3}"/>
              </a:ext>
            </a:extLst>
          </p:cNvPr>
          <p:cNvSpPr/>
          <p:nvPr/>
        </p:nvSpPr>
        <p:spPr>
          <a:xfrm>
            <a:off x="456787" y="4923011"/>
            <a:ext cx="2221992"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ea typeface="+mn-lt"/>
                <a:cs typeface="+mn-lt"/>
              </a:rPr>
              <a:t>Artificial Intelligence (AI)</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ea typeface="+mn-lt"/>
                <a:cs typeface="+mn-lt"/>
              </a:rPr>
              <a:t>Chatbots/virtual assistants</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ea typeface="+mn-lt"/>
                <a:cs typeface="+mn-lt"/>
              </a:rPr>
              <a:t>Classroom technologies</a:t>
            </a:r>
            <a:endParaRPr lang="en-US" sz="1200" kern="0" dirty="0">
              <a:solidFill>
                <a:schemeClr val="bg1"/>
              </a:solidFill>
              <a:latin typeface="Arial"/>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754053"/>
            <a:chOff x="457200" y="1155901"/>
            <a:chExt cx="6013682" cy="754053"/>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754053"/>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Florida Gulf Coast University identified reading comprehension, critical thinking and retention are ongoing challenges in higher education, especially post-Covid.</a:t>
              </a:r>
              <a:endParaRPr lang="en-US" dirty="0">
                <a:solidFill>
                  <a:schemeClr val="bg2"/>
                </a:solidFil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660726"/>
            <a:ext cx="6121262" cy="1492716"/>
            <a:chOff x="457200" y="1155901"/>
            <a:chExt cx="6121262" cy="1492716"/>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The Alethea AI Reading Coach aims to address challenges in promoting critical reading, reasoning, comprehension, self-efficacy and preclass engagement for college students. Aletha guides students through readings, posing faculty-crafted critical thinking questions linked to supporting evidence. The AI fosters substantive dialogue, offering personalized feedback to enhance comprehension and reasoning skills. By emphasizing preclass preparations, valuable face-to-face time with faculty is enhanced.</a:t>
              </a:r>
              <a:endParaRPr lang="en-US" dirty="0">
                <a:solidFill>
                  <a:prstClr val="white"/>
                </a:solidFill>
                <a:cs typeface="Aria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66154"/>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0F68B0C3-8AF6-9F27-FDBD-6D5C0EC1484B}"/>
              </a:ext>
            </a:extLst>
          </p:cNvPr>
          <p:cNvSpPr/>
          <p:nvPr/>
        </p:nvSpPr>
        <p:spPr>
          <a:xfrm>
            <a:off x="3248718" y="4909431"/>
            <a:ext cx="3329949" cy="1200329"/>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rPr>
              <a:t>Generative AI</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Learning systems</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rPr>
              <a:t>Natural language processing</a:t>
            </a:r>
            <a:endParaRPr lang="en-US" sz="1200" kern="0" dirty="0">
              <a:solidFill>
                <a:prstClr val="white"/>
              </a:solidFill>
              <a:latin typeface="Arial"/>
              <a:cs typeface="Arial"/>
            </a:endParaRPr>
          </a:p>
          <a:p>
            <a:pPr marL="171450" indent="-171450">
              <a:spcBef>
                <a:spcPts val="1200"/>
              </a:spcBef>
              <a:buClr>
                <a:prstClr val="white"/>
              </a:buClr>
              <a:buFont typeface="Wingdings" panose="05000000000000000000" pitchFamily="2" charset="2"/>
              <a:buChar char="Ø"/>
              <a:defRPr/>
            </a:pPr>
            <a:endParaRPr lang="en-US" sz="1200" kern="0" dirty="0">
              <a:solidFill>
                <a:prstClr val="white"/>
              </a:solidFill>
              <a:latin typeface="Arial"/>
              <a:cs typeface="Arial"/>
            </a:endParaRPr>
          </a:p>
        </p:txBody>
      </p:sp>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4431983"/>
            <a:chOff x="457200" y="4291325"/>
            <a:chExt cx="4631595" cy="4431983"/>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4431983"/>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latin typeface="Arial" panose="020B0604020202020204"/>
                </a:rPr>
                <a:t>Quick adoption</a:t>
              </a:r>
              <a:r>
                <a:rPr kumimoji="0" lang="en-US" sz="1200" b="1" i="0" u="none" strike="noStrike" kern="1200" cap="none" spc="0" normalizeH="0" baseline="0" noProof="0" dirty="0">
                  <a:ln>
                    <a:noFill/>
                  </a:ln>
                  <a:effectLst/>
                  <a:uLnTx/>
                  <a:uFillTx/>
                  <a:latin typeface="Arial" panose="020B0604020202020204"/>
                  <a:ea typeface="+mn-ea"/>
                  <a:cs typeface="+mn-cs"/>
                </a:rPr>
                <a:t>:</a:t>
              </a:r>
              <a:r>
                <a:rPr kumimoji="0" lang="en-US" sz="1200" i="0" u="none" strike="noStrike" kern="1200" cap="none" spc="0" normalizeH="0" baseline="0" noProof="0" dirty="0">
                  <a:ln>
                    <a:noFill/>
                  </a:ln>
                  <a:effectLst/>
                  <a:uLnTx/>
                  <a:uFillTx/>
                  <a:latin typeface="Arial" panose="020B0604020202020204"/>
                  <a:ea typeface="+mn-ea"/>
                  <a:cs typeface="+mn-cs"/>
                </a:rPr>
                <a:t> </a:t>
              </a:r>
              <a:r>
                <a:rPr lang="en-US" sz="1200" dirty="0">
                  <a:ea typeface="+mn-lt"/>
                  <a:cs typeface="+mn-lt"/>
                </a:rPr>
                <a:t>In the College of Business, 5 faculty adopted Alethea across 6 sections with over 250 student users.</a:t>
              </a:r>
              <a:br>
                <a:rPr lang="en-US" sz="1200" dirty="0">
                  <a:ea typeface="+mn-lt"/>
                  <a:cs typeface="+mn-lt"/>
                </a:rPr>
              </a:br>
              <a:endParaRPr lang="en-US" sz="1200" i="0" u="none" strike="noStrike" kern="1200" cap="none" spc="0" normalizeH="0" baseline="0" noProof="0" dirty="0">
                <a:ln>
                  <a:noFill/>
                </a:ln>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AI-led wins</a:t>
              </a:r>
              <a:r>
                <a:rPr kumimoji="0" lang="en-US" sz="1200" b="1" i="0" u="none" strike="noStrike" kern="1200" cap="none" spc="0" normalizeH="0" baseline="0" noProof="0" dirty="0">
                  <a:ln>
                    <a:noFill/>
                  </a:ln>
                  <a:effectLst/>
                  <a:uLnTx/>
                  <a:uFillTx/>
                  <a:latin typeface="Arial" panose="020B0604020202020204"/>
                  <a:ea typeface="+mn-ea"/>
                  <a:cs typeface="+mn-cs"/>
                </a:rPr>
                <a:t>:</a:t>
              </a:r>
              <a:r>
                <a:rPr kumimoji="0" lang="en-US" sz="1200" i="0" u="none" strike="noStrike" kern="1200" cap="none" spc="0" normalizeH="0" baseline="0" noProof="0" dirty="0">
                  <a:ln>
                    <a:noFill/>
                  </a:ln>
                  <a:effectLst/>
                  <a:uLnTx/>
                  <a:uFillTx/>
                  <a:latin typeface="Arial" panose="020B0604020202020204"/>
                  <a:ea typeface="+mn-ea"/>
                  <a:cs typeface="+mn-cs"/>
                </a:rPr>
                <a:t> </a:t>
              </a:r>
              <a:r>
                <a:rPr lang="en-US" sz="1200" dirty="0">
                  <a:ea typeface="+mn-lt"/>
                  <a:cs typeface="+mn-lt"/>
                </a:rPr>
                <a:t>In a Summer 2023 Business Strategy pilot, 5 of 7 student teams applied key concepts from 7 Alethea-guided case studies to decisions in a separate national simulation with one team being recognized as the top “BSG Industry Champion.” </a:t>
              </a:r>
              <a:br>
                <a:rPr lang="en-US" sz="1200" dirty="0">
                  <a:ea typeface="+mn-lt"/>
                  <a:cs typeface="+mn-lt"/>
                </a:rPr>
              </a:br>
              <a:endParaRPr lang="en-US" sz="1200" dirty="0">
                <a:latin typeface="Arial" panose="020B0604020202020204"/>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Increased focus</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dirty="0">
                  <a:ea typeface="+mn-lt"/>
                  <a:cs typeface="+mn-lt"/>
                </a:rPr>
                <a:t> 85% of Spring 2024 Alethea users found it helped focus on key reading concepts.</a:t>
              </a:r>
              <a:endParaRPr lang="en-US" sz="1200" i="0" u="none" strike="noStrike" kern="1200" cap="none" spc="0" normalizeH="0" baseline="0" noProof="0" dirty="0">
                <a:ln>
                  <a:noFill/>
                </a:ln>
                <a:effectLst/>
                <a:uLnTx/>
                <a:uFillTx/>
                <a:latin typeface="Arial" panose="020B0604020202020204"/>
                <a:cs typeface="Arial"/>
              </a:endParaRPr>
            </a:p>
            <a:p>
              <a:pPr marL="182880" marR="0" lvl="0" indent="-182880" algn="l" defTabSz="457200" rtl="0" eaLnBrk="1" fontAlgn="auto" latinLnBrk="0" hangingPunct="1">
                <a:lnSpc>
                  <a:spcPct val="100000"/>
                </a:lnSpc>
                <a:spcBef>
                  <a:spcPts val="2400"/>
                </a:spcBef>
                <a:spcAft>
                  <a:spcPts val="0"/>
                </a:spcAft>
                <a:buClrTx/>
                <a:buSzTx/>
                <a:buFont typeface="Wingdings" panose="05000000000000000000" pitchFamily="2" charset="2"/>
                <a:buChar char="Ø"/>
                <a:tabLst/>
                <a:defRPr/>
              </a:pPr>
              <a:endParaRPr kumimoji="0" lang="en-US" sz="1200" i="0" u="none" strike="noStrike" kern="1200" cap="none" spc="0" normalizeH="0" baseline="0" noProof="0" dirty="0">
                <a:ln>
                  <a:noFill/>
                </a:ln>
                <a:solidFill>
                  <a:prstClr val="black"/>
                </a:solidFill>
                <a:effectLst/>
                <a:uLnTx/>
                <a:uFillTx/>
                <a:latin typeface="Arial" panose="020B0604020202020204"/>
                <a:ea typeface="+mn-ea"/>
                <a:cs typeface="+mn-cs"/>
              </a:endParaRPr>
            </a:p>
            <a:p>
              <a:pPr marR="0" lvl="0" algn="l" defTabSz="457200" rtl="0" eaLnBrk="1" fontAlgn="auto" latinLnBrk="0" hangingPunct="1">
                <a:lnSpc>
                  <a:spcPct val="100000"/>
                </a:lnSpc>
                <a:spcBef>
                  <a:spcPts val="2400"/>
                </a:spcBef>
                <a:spcAft>
                  <a:spcPts val="0"/>
                </a:spcAft>
                <a:buClrTx/>
                <a:buSzTx/>
                <a:tabLst/>
                <a:defRPr/>
              </a:pP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effectLst/>
                <a:uLnTx/>
                <a:uFillTx/>
                <a:latin typeface="Arial"/>
                <a:ea typeface="+mn-ea"/>
                <a:cs typeface="Arial"/>
                <a:sym typeface="Arial"/>
              </a:rPr>
              <a:t>“</a:t>
            </a:r>
            <a:r>
              <a:rPr lang="en-US" sz="1200" i="1" kern="0" dirty="0">
                <a:latin typeface="Arial"/>
                <a:cs typeface="Arial"/>
                <a:sym typeface="Arial"/>
              </a:rPr>
              <a:t>Alethea</a:t>
            </a:r>
            <a:r>
              <a:rPr lang="en-US" sz="1200" i="1" kern="0" dirty="0">
                <a:ea typeface="+mn-lt"/>
                <a:cs typeface="+mn-lt"/>
                <a:sym typeface="Arial"/>
              </a:rPr>
              <a:t> flips the traditional AI interaction model with the set-up being done by </a:t>
            </a:r>
            <a:r>
              <a:rPr lang="en-US" sz="1200" i="1" kern="0" dirty="0">
                <a:solidFill>
                  <a:srgbClr val="FF0000"/>
                </a:solidFill>
                <a:ea typeface="+mn-lt"/>
                <a:cs typeface="+mn-lt"/>
                <a:sym typeface="Arial"/>
              </a:rPr>
              <a:t>instructors; </a:t>
            </a:r>
            <a:r>
              <a:rPr lang="en-US" sz="1200" i="1" kern="0" dirty="0">
                <a:ea typeface="+mn-lt"/>
                <a:cs typeface="+mn-lt"/>
                <a:sym typeface="Arial"/>
              </a:rPr>
              <a:t>the model then drives the learning process by posing questions and engaging students in dialogue.</a:t>
            </a:r>
            <a:r>
              <a:rPr lang="en-US" sz="1200" i="1" kern="0" dirty="0">
                <a:latin typeface="Arial"/>
                <a:cs typeface="Arial"/>
                <a:sym typeface="Arial"/>
              </a:rPr>
              <a:t>”</a:t>
            </a:r>
            <a:endParaRPr kumimoji="0" lang="en-US" sz="1200" b="0" i="1" u="none" strike="noStrike" kern="0" cap="none" spc="0" normalizeH="0" baseline="0" noProof="0" dirty="0">
              <a:ln>
                <a:noFill/>
              </a:ln>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latin typeface="Arial"/>
                <a:cs typeface="Arial"/>
                <a:sym typeface="Arial"/>
              </a:rPr>
              <a:t>Florida Gulf Coast University </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a:t>
            </a:r>
            <a:r>
              <a:rPr kumimoji="0" lang="en-US" sz="800" i="0" u="none" strike="noStrike" kern="1200" cap="none" spc="0" normalizeH="0" baseline="0" noProof="0" dirty="0">
                <a:ln>
                  <a:noFill/>
                </a:ln>
                <a:solidFill>
                  <a:prstClr val="white"/>
                </a:solidFill>
                <a:effectLst/>
                <a:uLnTx/>
                <a:uFillTx/>
                <a:latin typeface="Arial" panose="020B0604020202020204"/>
                <a:ea typeface="+mn-ea"/>
                <a:cs typeface="+mn-cs"/>
              </a:rPr>
              <a:t>er Education, </a:t>
            </a:r>
            <a:r>
              <a:rPr lang="en-US" sz="800" dirty="0">
                <a:solidFill>
                  <a:prstClr val="white"/>
                </a:solidFill>
                <a:ea typeface="+mn-lt"/>
                <a:cs typeface="+mn-lt"/>
              </a:rPr>
              <a:t>Florida Gulf Coast University, Fort Myers, Florida</a:t>
            </a:r>
            <a:endParaRPr lang="en-US" dirty="0">
              <a:solidFill>
                <a:prstClr val="white"/>
              </a:solidFill>
              <a:cs typeface="Arial"/>
            </a:endParaRPr>
          </a:p>
        </p:txBody>
      </p:sp>
      <p:pic>
        <p:nvPicPr>
          <p:cNvPr id="30" name="Picture 29" descr="A blue and black logo&#10;&#10;Description automatically generated">
            <a:extLst>
              <a:ext uri="{FF2B5EF4-FFF2-40B4-BE49-F238E27FC236}">
                <a16:creationId xmlns:a16="http://schemas.microsoft.com/office/drawing/2014/main" id="{9DCC3D4C-95B6-4C1A-6FC9-3289BC521BE9}"/>
              </a:ext>
            </a:extLst>
          </p:cNvPr>
          <p:cNvPicPr>
            <a:picLocks noChangeAspect="1"/>
          </p:cNvPicPr>
          <p:nvPr/>
        </p:nvPicPr>
        <p:blipFill>
          <a:blip r:embed="rId10"/>
          <a:stretch>
            <a:fillRect/>
          </a:stretch>
        </p:blipFill>
        <p:spPr>
          <a:xfrm>
            <a:off x="11391900" y="1667983"/>
            <a:ext cx="433388" cy="464248"/>
          </a:xfrm>
          <a:prstGeom prst="rect">
            <a:avLst/>
          </a:prstGeom>
        </p:spPr>
      </p:pic>
      <p:pic>
        <p:nvPicPr>
          <p:cNvPr id="31" name="Picture 30" descr="A blue and black trophy&#10;&#10;Description automatically generated">
            <a:extLst>
              <a:ext uri="{FF2B5EF4-FFF2-40B4-BE49-F238E27FC236}">
                <a16:creationId xmlns:a16="http://schemas.microsoft.com/office/drawing/2014/main" id="{0EFF3ADC-CBA8-8806-827F-B96488B52894}"/>
              </a:ext>
            </a:extLst>
          </p:cNvPr>
          <p:cNvPicPr>
            <a:picLocks noChangeAspect="1"/>
          </p:cNvPicPr>
          <p:nvPr/>
        </p:nvPicPr>
        <p:blipFill>
          <a:blip r:embed="rId11"/>
          <a:stretch>
            <a:fillRect/>
          </a:stretch>
        </p:blipFill>
        <p:spPr>
          <a:xfrm>
            <a:off x="11393489" y="2928849"/>
            <a:ext cx="495300" cy="476250"/>
          </a:xfrm>
          <a:prstGeom prst="rect">
            <a:avLst/>
          </a:prstGeom>
        </p:spPr>
      </p:pic>
      <p:pic>
        <p:nvPicPr>
          <p:cNvPr id="32" name="Picture 31" descr="A blue and black logo&#10;&#10;Description automatically generated">
            <a:extLst>
              <a:ext uri="{FF2B5EF4-FFF2-40B4-BE49-F238E27FC236}">
                <a16:creationId xmlns:a16="http://schemas.microsoft.com/office/drawing/2014/main" id="{07EEAA72-452A-AB05-256F-BE71762E1014}"/>
              </a:ext>
            </a:extLst>
          </p:cNvPr>
          <p:cNvPicPr>
            <a:picLocks noChangeAspect="1"/>
          </p:cNvPicPr>
          <p:nvPr/>
        </p:nvPicPr>
        <p:blipFill>
          <a:blip r:embed="rId12"/>
          <a:stretch>
            <a:fillRect/>
          </a:stretch>
        </p:blipFill>
        <p:spPr>
          <a:xfrm>
            <a:off x="11450955" y="4090884"/>
            <a:ext cx="411492" cy="378624"/>
          </a:xfrm>
          <a:prstGeom prst="rect">
            <a:avLst/>
          </a:prstGeom>
        </p:spPr>
      </p:pic>
      <p:pic>
        <p:nvPicPr>
          <p:cNvPr id="11" name="Picture 10">
            <a:extLst>
              <a:ext uri="{FF2B5EF4-FFF2-40B4-BE49-F238E27FC236}">
                <a16:creationId xmlns:a16="http://schemas.microsoft.com/office/drawing/2014/main" id="{476D8192-DEDA-0146-152F-DA6FA62DC778}"/>
              </a:ext>
            </a:extLst>
          </p:cNvPr>
          <p:cNvPicPr>
            <a:picLocks noChangeAspect="1"/>
          </p:cNvPicPr>
          <p:nvPr/>
        </p:nvPicPr>
        <p:blipFill>
          <a:blip r:embed="rId13"/>
          <a:stretch>
            <a:fillRect/>
          </a:stretch>
        </p:blipFill>
        <p:spPr>
          <a:xfrm>
            <a:off x="10036629" y="290074"/>
            <a:ext cx="1990832" cy="836845"/>
          </a:xfrm>
          <a:prstGeom prst="rect">
            <a:avLst/>
          </a:prstGeom>
        </p:spPr>
      </p:pic>
      <p:sp>
        <p:nvSpPr>
          <p:cNvPr id="4" name="TextBox 3">
            <a:extLst>
              <a:ext uri="{FF2B5EF4-FFF2-40B4-BE49-F238E27FC236}">
                <a16:creationId xmlns:a16="http://schemas.microsoft.com/office/drawing/2014/main" id="{2C737266-C99C-51E1-8FC1-DBA6E125311F}"/>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33</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469012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Socratic Bot</a:t>
            </a:r>
            <a:endParaRPr lang="en-US" dirty="0">
              <a:solidFill>
                <a:schemeClr val="bg1"/>
              </a:solidFill>
            </a:endParaRPr>
          </a:p>
        </p:txBody>
      </p:sp>
      <p:sp>
        <p:nvSpPr>
          <p:cNvPr id="7" name="TextBox 6">
            <a:extLst>
              <a:ext uri="{FF2B5EF4-FFF2-40B4-BE49-F238E27FC236}">
                <a16:creationId xmlns:a16="http://schemas.microsoft.com/office/drawing/2014/main" id="{8D21CB09-BCBB-5D55-6F98-A6C974764DBF}"/>
              </a:ext>
            </a:extLst>
          </p:cNvPr>
          <p:cNvSpPr txBox="1"/>
          <p:nvPr/>
        </p:nvSpPr>
        <p:spPr>
          <a:xfrm>
            <a:off x="7107172" y="355840"/>
            <a:ext cx="3856750"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sym typeface="Arial"/>
              </a:rPr>
              <a:t>Florida Gulf Coast University</a:t>
            </a:r>
            <a:endParaRPr lang="en-US" dirty="0">
              <a:ea typeface="+mn-ea"/>
            </a:endParaRPr>
          </a:p>
          <a:p>
            <a:pPr>
              <a:buClr>
                <a:srgbClr val="000000"/>
              </a:buClr>
              <a:defRPr/>
            </a:pPr>
            <a:r>
              <a:rPr lang="en-US" sz="1600" b="1" kern="0" dirty="0">
                <a:solidFill>
                  <a:srgbClr val="FF540A"/>
                </a:solidFill>
                <a:latin typeface="Arial" panose="020B0604020202020204"/>
                <a:cs typeface="Arial"/>
                <a:sym typeface="Arial"/>
              </a:rPr>
              <a:t>Fort Myers, United States</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1492716"/>
            <a:chOff x="457200" y="1155901"/>
            <a:chExt cx="6013682" cy="1492716"/>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The rise of massive open online courses (MOOCs) and asynchronous online education platforms has increased access to learning but often lacks the engagement and depth of traditional classrooms. A key issue is the absence of the Socratic method, which promotes critical thinking through instructor-led dialogues, in most online courses. These courses typically use quizzes and numerical questions that do not foster deep understanding.</a:t>
              </a:r>
              <a:endParaRPr lang="en-US" dirty="0">
                <a:solidFill>
                  <a:schemeClr val="bg2"/>
                </a:solidFil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843607"/>
            <a:ext cx="6121262" cy="1308050"/>
            <a:chOff x="457200" y="1155901"/>
            <a:chExt cx="6121262" cy="1308050"/>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cs typeface="Arial"/>
                </a:rPr>
                <a:t>The Socratic bot enhances online education by bringing the Socratic method to MOOCs, addressing engagement and critical thinking gaps. It uses NLP from the OpenAI API to lead discussions and adapt to student responses, providing personalized feedback. Implemented in R Shiny, the bot is easily integrated and customizable. This helps instructors manage large classes while maintaining interactive learning.</a:t>
              </a:r>
              <a:endParaRPr lang="en-US" dirty="0"/>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49035"/>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2215991"/>
            <a:chOff x="457200" y="4291325"/>
            <a:chExt cx="4631595" cy="2215991"/>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2215991"/>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latin typeface="Arial" panose="020B0604020202020204"/>
                </a:rPr>
                <a:t>Improved student experience:</a:t>
              </a:r>
              <a:r>
                <a:rPr lang="en-US" sz="1200" dirty="0">
                  <a:solidFill>
                    <a:prstClr val="black"/>
                  </a:solidFill>
                  <a:latin typeface="Arial" panose="020B0604020202020204"/>
                </a:rPr>
                <a:t> Students find the Socratic bot engaging and helpful, enhancing their satisfaction and engagement with course material.</a:t>
              </a:r>
              <a:br>
                <a:rPr lang="en-US" sz="1200" dirty="0">
                  <a:solidFill>
                    <a:prstClr val="black"/>
                  </a:solidFill>
                  <a:latin typeface="Arial" panose="020B0604020202020204"/>
                </a:rPr>
              </a:br>
              <a:endParaRPr lang="en-US" sz="1200" i="0" u="none" strike="noStrike" kern="1200" cap="none" spc="0" normalizeH="0" baseline="0" noProof="0" dirty="0">
                <a:ln>
                  <a:noFill/>
                </a:ln>
                <a:solidFill>
                  <a:prstClr val="black"/>
                </a:solidFill>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latin typeface="Arial" panose="020B0604020202020204"/>
                </a:rPr>
                <a:t>Increased</a:t>
              </a:r>
              <a:r>
                <a:rPr lang="en-US" sz="1200" b="1" dirty="0">
                  <a:solidFill>
                    <a:prstClr val="black"/>
                  </a:solidFill>
                  <a:ea typeface="+mn-lt"/>
                  <a:cs typeface="+mn-lt"/>
                </a:rPr>
                <a:t> faculty engagement:</a:t>
              </a:r>
              <a:r>
                <a:rPr lang="en-US" sz="1200" dirty="0">
                  <a:solidFill>
                    <a:prstClr val="black"/>
                  </a:solidFill>
                  <a:ea typeface="+mn-lt"/>
                  <a:cs typeface="+mn-lt"/>
                </a:rPr>
                <a:t> Instructors appreciate the bot's ease of use and its potential to improve teaching effectiveness.</a:t>
              </a:r>
              <a:endParaRPr lang="en-US" sz="1200" i="0" u="none" strike="noStrike" kern="1200" cap="none" spc="0" normalizeH="0" baseline="0" noProof="0" dirty="0">
                <a:ln>
                  <a:noFill/>
                </a:ln>
                <a:solidFill>
                  <a:prstClr val="black"/>
                </a:solidFill>
                <a:effectLst/>
                <a:uLnTx/>
                <a:uFillTx/>
                <a:latin typeface="Arial" panose="020B0604020202020204"/>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solidFill>
                  <a:srgbClr val="000000"/>
                </a:solidFill>
                <a:latin typeface="Arial"/>
                <a:cs typeface="Arial"/>
                <a:sym typeface="Arial"/>
              </a:rPr>
              <a:t>“</a:t>
            </a:r>
            <a:r>
              <a:rPr lang="en-US" sz="1200" i="1" kern="0" dirty="0">
                <a:solidFill>
                  <a:srgbClr val="000000"/>
                </a:solidFill>
                <a:ea typeface="+mn-lt"/>
                <a:cs typeface="+mn-lt"/>
                <a:sym typeface="Arial"/>
              </a:rPr>
              <a:t>Unlike traditional chatbots, the Socratic bot leads discussions with thought-provoking questions, fostering deeper understanding and critical thinking.”</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ea typeface="+mn-lt"/>
                <a:cs typeface="+mn-lt"/>
                <a:sym typeface="Arial"/>
              </a:rPr>
              <a:t>Florida Gulf Coast University</a:t>
            </a:r>
            <a:endParaRPr lang="en-US" sz="1200" b="0" i="0" u="none" strike="noStrike" kern="0" cap="none" spc="0" normalizeH="0" baseline="0" noProof="0" dirty="0">
              <a:ln>
                <a:noFill/>
              </a:ln>
              <a:solidFill>
                <a:srgbClr val="000000"/>
              </a:solidFill>
              <a:effectLst/>
              <a:uLnTx/>
              <a:uFillTx/>
              <a:ea typeface="+mn-lt"/>
              <a:cs typeface="+mn-lt"/>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Florida Gulf Coast</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University, Fort Myers, United States </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42AEB67B-A9FB-8741-DCBB-B274280CF306}"/>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endParaRPr lang="en-US" sz="1200" b="0" i="0" u="none" strike="noStrike" kern="0" cap="none" spc="0" normalizeH="0" baseline="0" noProof="0" dirty="0">
              <a:ln>
                <a:noFill/>
              </a:ln>
              <a:solidFill>
                <a:prstClr val="white"/>
              </a:solidFill>
              <a:effectLst/>
              <a:uLnTx/>
              <a:uFillTx/>
              <a:latin typeface="Arial"/>
              <a:cs typeface="Arial"/>
            </a:endParaRP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26" name="Rectangle 25">
            <a:extLst>
              <a:ext uri="{FF2B5EF4-FFF2-40B4-BE49-F238E27FC236}">
                <a16:creationId xmlns:a16="http://schemas.microsoft.com/office/drawing/2014/main" id="{C169A4EF-1044-9BA3-624C-88406B14CE5D}"/>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Artificial Intelligence (AI)</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rPr>
              <a:t>APIs</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Chatbots/virtual assistants</a:t>
            </a: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12" name="Freeform: Shape 11">
            <a:extLst>
              <a:ext uri="{FF2B5EF4-FFF2-40B4-BE49-F238E27FC236}">
                <a16:creationId xmlns:a16="http://schemas.microsoft.com/office/drawing/2014/main" id="{92BBED75-80E8-DDCF-3B09-2D399827D22D}"/>
              </a:ext>
            </a:extLst>
          </p:cNvPr>
          <p:cNvSpPr/>
          <p:nvPr/>
        </p:nvSpPr>
        <p:spPr>
          <a:xfrm>
            <a:off x="11308464" y="1790598"/>
            <a:ext cx="504825" cy="428625"/>
          </a:xfrm>
          <a:custGeom>
            <a:avLst/>
            <a:gdLst>
              <a:gd name="connsiteX0" fmla="*/ 502444 w 504825"/>
              <a:gd name="connsiteY0" fmla="*/ 388144 h 428625"/>
              <a:gd name="connsiteX1" fmla="*/ 502444 w 504825"/>
              <a:gd name="connsiteY1" fmla="*/ 426244 h 428625"/>
              <a:gd name="connsiteX2" fmla="*/ 7144 w 504825"/>
              <a:gd name="connsiteY2" fmla="*/ 426244 h 428625"/>
              <a:gd name="connsiteX3" fmla="*/ 7144 w 504825"/>
              <a:gd name="connsiteY3" fmla="*/ 7144 h 428625"/>
              <a:gd name="connsiteX4" fmla="*/ 45244 w 504825"/>
              <a:gd name="connsiteY4" fmla="*/ 7144 h 428625"/>
              <a:gd name="connsiteX5" fmla="*/ 45244 w 504825"/>
              <a:gd name="connsiteY5" fmla="*/ 388144 h 428625"/>
              <a:gd name="connsiteX6" fmla="*/ 502444 w 504825"/>
              <a:gd name="connsiteY6" fmla="*/ 388144 h 428625"/>
              <a:gd name="connsiteX7" fmla="*/ 235744 w 504825"/>
              <a:gd name="connsiteY7" fmla="*/ 224600 h 428625"/>
              <a:gd name="connsiteX8" fmla="*/ 292894 w 504825"/>
              <a:gd name="connsiteY8" fmla="*/ 281750 h 428625"/>
              <a:gd name="connsiteX9" fmla="*/ 445294 w 504825"/>
              <a:gd name="connsiteY9" fmla="*/ 129350 h 428625"/>
              <a:gd name="connsiteX10" fmla="*/ 445294 w 504825"/>
              <a:gd name="connsiteY10" fmla="*/ 216694 h 428625"/>
              <a:gd name="connsiteX11" fmla="*/ 483394 w 504825"/>
              <a:gd name="connsiteY11" fmla="*/ 216694 h 428625"/>
              <a:gd name="connsiteX12" fmla="*/ 483394 w 504825"/>
              <a:gd name="connsiteY12" fmla="*/ 64294 h 428625"/>
              <a:gd name="connsiteX13" fmla="*/ 330994 w 504825"/>
              <a:gd name="connsiteY13" fmla="*/ 64294 h 428625"/>
              <a:gd name="connsiteX14" fmla="*/ 330994 w 504825"/>
              <a:gd name="connsiteY14" fmla="*/ 102394 h 428625"/>
              <a:gd name="connsiteX15" fmla="*/ 418338 w 504825"/>
              <a:gd name="connsiteY15" fmla="*/ 102394 h 428625"/>
              <a:gd name="connsiteX16" fmla="*/ 292894 w 504825"/>
              <a:gd name="connsiteY16" fmla="*/ 227838 h 428625"/>
              <a:gd name="connsiteX17" fmla="*/ 235744 w 504825"/>
              <a:gd name="connsiteY17" fmla="*/ 170688 h 428625"/>
              <a:gd name="connsiteX18" fmla="*/ 84201 w 504825"/>
              <a:gd name="connsiteY18" fmla="*/ 322326 h 428625"/>
              <a:gd name="connsiteX19" fmla="*/ 111157 w 504825"/>
              <a:gd name="connsiteY19" fmla="*/ 349282 h 428625"/>
              <a:gd name="connsiteX20" fmla="*/ 235744 w 504825"/>
              <a:gd name="connsiteY20" fmla="*/ 22460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04825" h="428625">
                <a:moveTo>
                  <a:pt x="502444" y="388144"/>
                </a:moveTo>
                <a:lnTo>
                  <a:pt x="502444" y="426244"/>
                </a:lnTo>
                <a:lnTo>
                  <a:pt x="7144" y="426244"/>
                </a:lnTo>
                <a:lnTo>
                  <a:pt x="7144" y="7144"/>
                </a:lnTo>
                <a:lnTo>
                  <a:pt x="45244" y="7144"/>
                </a:lnTo>
                <a:lnTo>
                  <a:pt x="45244" y="388144"/>
                </a:lnTo>
                <a:lnTo>
                  <a:pt x="502444" y="388144"/>
                </a:lnTo>
                <a:close/>
                <a:moveTo>
                  <a:pt x="235744" y="224600"/>
                </a:moveTo>
                <a:lnTo>
                  <a:pt x="292894" y="281750"/>
                </a:lnTo>
                <a:lnTo>
                  <a:pt x="445294" y="129350"/>
                </a:lnTo>
                <a:lnTo>
                  <a:pt x="445294" y="216694"/>
                </a:lnTo>
                <a:lnTo>
                  <a:pt x="483394" y="216694"/>
                </a:lnTo>
                <a:lnTo>
                  <a:pt x="483394" y="64294"/>
                </a:lnTo>
                <a:lnTo>
                  <a:pt x="330994" y="64294"/>
                </a:lnTo>
                <a:lnTo>
                  <a:pt x="330994" y="102394"/>
                </a:lnTo>
                <a:lnTo>
                  <a:pt x="418338" y="102394"/>
                </a:lnTo>
                <a:lnTo>
                  <a:pt x="292894" y="227838"/>
                </a:lnTo>
                <a:lnTo>
                  <a:pt x="235744" y="170688"/>
                </a:lnTo>
                <a:lnTo>
                  <a:pt x="84201" y="322326"/>
                </a:lnTo>
                <a:lnTo>
                  <a:pt x="111157" y="349282"/>
                </a:lnTo>
                <a:lnTo>
                  <a:pt x="235744" y="224600"/>
                </a:lnTo>
                <a:close/>
              </a:path>
            </a:pathLst>
          </a:custGeom>
          <a:solidFill>
            <a:srgbClr val="002856"/>
          </a:soli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1734BB01-1F45-8622-CB8C-B53114C0B842}"/>
              </a:ext>
            </a:extLst>
          </p:cNvPr>
          <p:cNvSpPr/>
          <p:nvPr/>
        </p:nvSpPr>
        <p:spPr>
          <a:xfrm>
            <a:off x="11217976" y="2804171"/>
            <a:ext cx="685800" cy="428625"/>
          </a:xfrm>
          <a:custGeom>
            <a:avLst/>
            <a:gdLst>
              <a:gd name="connsiteX0" fmla="*/ 624173 w 685800"/>
              <a:gd name="connsiteY0" fmla="*/ 169069 h 428625"/>
              <a:gd name="connsiteX1" fmla="*/ 664369 w 685800"/>
              <a:gd name="connsiteY1" fmla="*/ 95250 h 428625"/>
              <a:gd name="connsiteX2" fmla="*/ 576263 w 685800"/>
              <a:gd name="connsiteY2" fmla="*/ 7144 h 428625"/>
              <a:gd name="connsiteX3" fmla="*/ 488156 w 685800"/>
              <a:gd name="connsiteY3" fmla="*/ 95250 h 428625"/>
              <a:gd name="connsiteX4" fmla="*/ 528352 w 685800"/>
              <a:gd name="connsiteY4" fmla="*/ 169069 h 428625"/>
              <a:gd name="connsiteX5" fmla="*/ 488632 w 685800"/>
              <a:gd name="connsiteY5" fmla="*/ 169069 h 428625"/>
              <a:gd name="connsiteX6" fmla="*/ 423863 w 685800"/>
              <a:gd name="connsiteY6" fmla="*/ 140494 h 428625"/>
              <a:gd name="connsiteX7" fmla="*/ 359092 w 685800"/>
              <a:gd name="connsiteY7" fmla="*/ 169069 h 428625"/>
              <a:gd name="connsiteX8" fmla="*/ 319373 w 685800"/>
              <a:gd name="connsiteY8" fmla="*/ 169069 h 428625"/>
              <a:gd name="connsiteX9" fmla="*/ 359569 w 685800"/>
              <a:gd name="connsiteY9" fmla="*/ 95250 h 428625"/>
              <a:gd name="connsiteX10" fmla="*/ 271463 w 685800"/>
              <a:gd name="connsiteY10" fmla="*/ 7144 h 428625"/>
              <a:gd name="connsiteX11" fmla="*/ 183356 w 685800"/>
              <a:gd name="connsiteY11" fmla="*/ 95250 h 428625"/>
              <a:gd name="connsiteX12" fmla="*/ 223552 w 685800"/>
              <a:gd name="connsiteY12" fmla="*/ 169069 h 428625"/>
              <a:gd name="connsiteX13" fmla="*/ 183832 w 685800"/>
              <a:gd name="connsiteY13" fmla="*/ 169069 h 428625"/>
              <a:gd name="connsiteX14" fmla="*/ 119063 w 685800"/>
              <a:gd name="connsiteY14" fmla="*/ 140494 h 428625"/>
              <a:gd name="connsiteX15" fmla="*/ 30956 w 685800"/>
              <a:gd name="connsiteY15" fmla="*/ 228600 h 428625"/>
              <a:gd name="connsiteX16" fmla="*/ 71152 w 685800"/>
              <a:gd name="connsiteY16" fmla="*/ 302419 h 428625"/>
              <a:gd name="connsiteX17" fmla="*/ 7144 w 685800"/>
              <a:gd name="connsiteY17" fmla="*/ 302419 h 428625"/>
              <a:gd name="connsiteX18" fmla="*/ 7144 w 685800"/>
              <a:gd name="connsiteY18" fmla="*/ 423863 h 428625"/>
              <a:gd name="connsiteX19" fmla="*/ 40481 w 685800"/>
              <a:gd name="connsiteY19" fmla="*/ 423863 h 428625"/>
              <a:gd name="connsiteX20" fmla="*/ 40481 w 685800"/>
              <a:gd name="connsiteY20" fmla="*/ 335756 h 428625"/>
              <a:gd name="connsiteX21" fmla="*/ 197644 w 685800"/>
              <a:gd name="connsiteY21" fmla="*/ 335756 h 428625"/>
              <a:gd name="connsiteX22" fmla="*/ 197644 w 685800"/>
              <a:gd name="connsiteY22" fmla="*/ 423863 h 428625"/>
              <a:gd name="connsiteX23" fmla="*/ 230981 w 685800"/>
              <a:gd name="connsiteY23" fmla="*/ 423863 h 428625"/>
              <a:gd name="connsiteX24" fmla="*/ 230981 w 685800"/>
              <a:gd name="connsiteY24" fmla="*/ 302419 h 428625"/>
              <a:gd name="connsiteX25" fmla="*/ 166973 w 685800"/>
              <a:gd name="connsiteY25" fmla="*/ 302419 h 428625"/>
              <a:gd name="connsiteX26" fmla="*/ 207169 w 685800"/>
              <a:gd name="connsiteY26" fmla="*/ 228600 h 428625"/>
              <a:gd name="connsiteX27" fmla="*/ 203168 w 685800"/>
              <a:gd name="connsiteY27" fmla="*/ 202406 h 428625"/>
              <a:gd name="connsiteX28" fmla="*/ 339661 w 685800"/>
              <a:gd name="connsiteY28" fmla="*/ 202406 h 428625"/>
              <a:gd name="connsiteX29" fmla="*/ 335661 w 685800"/>
              <a:gd name="connsiteY29" fmla="*/ 228600 h 428625"/>
              <a:gd name="connsiteX30" fmla="*/ 375856 w 685800"/>
              <a:gd name="connsiteY30" fmla="*/ 302419 h 428625"/>
              <a:gd name="connsiteX31" fmla="*/ 311848 w 685800"/>
              <a:gd name="connsiteY31" fmla="*/ 302419 h 428625"/>
              <a:gd name="connsiteX32" fmla="*/ 311848 w 685800"/>
              <a:gd name="connsiteY32" fmla="*/ 423863 h 428625"/>
              <a:gd name="connsiteX33" fmla="*/ 345186 w 685800"/>
              <a:gd name="connsiteY33" fmla="*/ 423863 h 428625"/>
              <a:gd name="connsiteX34" fmla="*/ 345186 w 685800"/>
              <a:gd name="connsiteY34" fmla="*/ 335756 h 428625"/>
              <a:gd name="connsiteX35" fmla="*/ 502348 w 685800"/>
              <a:gd name="connsiteY35" fmla="*/ 335756 h 428625"/>
              <a:gd name="connsiteX36" fmla="*/ 502348 w 685800"/>
              <a:gd name="connsiteY36" fmla="*/ 423863 h 428625"/>
              <a:gd name="connsiteX37" fmla="*/ 535686 w 685800"/>
              <a:gd name="connsiteY37" fmla="*/ 423863 h 428625"/>
              <a:gd name="connsiteX38" fmla="*/ 535686 w 685800"/>
              <a:gd name="connsiteY38" fmla="*/ 302419 h 428625"/>
              <a:gd name="connsiteX39" fmla="*/ 471678 w 685800"/>
              <a:gd name="connsiteY39" fmla="*/ 302419 h 428625"/>
              <a:gd name="connsiteX40" fmla="*/ 511873 w 685800"/>
              <a:gd name="connsiteY40" fmla="*/ 228600 h 428625"/>
              <a:gd name="connsiteX41" fmla="*/ 507873 w 685800"/>
              <a:gd name="connsiteY41" fmla="*/ 202406 h 428625"/>
              <a:gd name="connsiteX42" fmla="*/ 654748 w 685800"/>
              <a:gd name="connsiteY42" fmla="*/ 202406 h 428625"/>
              <a:gd name="connsiteX43" fmla="*/ 654748 w 685800"/>
              <a:gd name="connsiteY43" fmla="*/ 366713 h 428625"/>
              <a:gd name="connsiteX44" fmla="*/ 688086 w 685800"/>
              <a:gd name="connsiteY44" fmla="*/ 366713 h 428625"/>
              <a:gd name="connsiteX45" fmla="*/ 688086 w 685800"/>
              <a:gd name="connsiteY45" fmla="*/ 169069 h 428625"/>
              <a:gd name="connsiteX46" fmla="*/ 624173 w 685800"/>
              <a:gd name="connsiteY46" fmla="*/ 169069 h 428625"/>
              <a:gd name="connsiteX47" fmla="*/ 576263 w 685800"/>
              <a:gd name="connsiteY47" fmla="*/ 40481 h 428625"/>
              <a:gd name="connsiteX48" fmla="*/ 631031 w 685800"/>
              <a:gd name="connsiteY48" fmla="*/ 95250 h 428625"/>
              <a:gd name="connsiteX49" fmla="*/ 576263 w 685800"/>
              <a:gd name="connsiteY49" fmla="*/ 150019 h 428625"/>
              <a:gd name="connsiteX50" fmla="*/ 521494 w 685800"/>
              <a:gd name="connsiteY50" fmla="*/ 95250 h 428625"/>
              <a:gd name="connsiteX51" fmla="*/ 576263 w 685800"/>
              <a:gd name="connsiteY51" fmla="*/ 40481 h 428625"/>
              <a:gd name="connsiteX52" fmla="*/ 271463 w 685800"/>
              <a:gd name="connsiteY52" fmla="*/ 40481 h 428625"/>
              <a:gd name="connsiteX53" fmla="*/ 326231 w 685800"/>
              <a:gd name="connsiteY53" fmla="*/ 95250 h 428625"/>
              <a:gd name="connsiteX54" fmla="*/ 271463 w 685800"/>
              <a:gd name="connsiteY54" fmla="*/ 150019 h 428625"/>
              <a:gd name="connsiteX55" fmla="*/ 216694 w 685800"/>
              <a:gd name="connsiteY55" fmla="*/ 95250 h 428625"/>
              <a:gd name="connsiteX56" fmla="*/ 271463 w 685800"/>
              <a:gd name="connsiteY56" fmla="*/ 40481 h 428625"/>
              <a:gd name="connsiteX57" fmla="*/ 119063 w 685800"/>
              <a:gd name="connsiteY57" fmla="*/ 283369 h 428625"/>
              <a:gd name="connsiteX58" fmla="*/ 64294 w 685800"/>
              <a:gd name="connsiteY58" fmla="*/ 228600 h 428625"/>
              <a:gd name="connsiteX59" fmla="*/ 119063 w 685800"/>
              <a:gd name="connsiteY59" fmla="*/ 173831 h 428625"/>
              <a:gd name="connsiteX60" fmla="*/ 173831 w 685800"/>
              <a:gd name="connsiteY60" fmla="*/ 228600 h 428625"/>
              <a:gd name="connsiteX61" fmla="*/ 119063 w 685800"/>
              <a:gd name="connsiteY61" fmla="*/ 283369 h 428625"/>
              <a:gd name="connsiteX62" fmla="*/ 423863 w 685800"/>
              <a:gd name="connsiteY62" fmla="*/ 283369 h 428625"/>
              <a:gd name="connsiteX63" fmla="*/ 369094 w 685800"/>
              <a:gd name="connsiteY63" fmla="*/ 228600 h 428625"/>
              <a:gd name="connsiteX64" fmla="*/ 423863 w 685800"/>
              <a:gd name="connsiteY64" fmla="*/ 173831 h 428625"/>
              <a:gd name="connsiteX65" fmla="*/ 478631 w 685800"/>
              <a:gd name="connsiteY65" fmla="*/ 228600 h 428625"/>
              <a:gd name="connsiteX66" fmla="*/ 423863 w 685800"/>
              <a:gd name="connsiteY66" fmla="*/ 283369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85800" h="428625">
                <a:moveTo>
                  <a:pt x="624173" y="169069"/>
                </a:moveTo>
                <a:cubicBezTo>
                  <a:pt x="648272" y="153353"/>
                  <a:pt x="664369" y="126111"/>
                  <a:pt x="664369" y="95250"/>
                </a:cubicBezTo>
                <a:cubicBezTo>
                  <a:pt x="664369" y="46672"/>
                  <a:pt x="624840" y="7144"/>
                  <a:pt x="576263" y="7144"/>
                </a:cubicBezTo>
                <a:cubicBezTo>
                  <a:pt x="527685" y="7144"/>
                  <a:pt x="488156" y="46672"/>
                  <a:pt x="488156" y="95250"/>
                </a:cubicBezTo>
                <a:cubicBezTo>
                  <a:pt x="488156" y="126111"/>
                  <a:pt x="504158" y="153353"/>
                  <a:pt x="528352" y="169069"/>
                </a:cubicBezTo>
                <a:lnTo>
                  <a:pt x="488632" y="169069"/>
                </a:lnTo>
                <a:cubicBezTo>
                  <a:pt x="472535" y="151543"/>
                  <a:pt x="449484" y="140494"/>
                  <a:pt x="423863" y="140494"/>
                </a:cubicBezTo>
                <a:cubicBezTo>
                  <a:pt x="398240" y="140494"/>
                  <a:pt x="375190" y="151543"/>
                  <a:pt x="359092" y="169069"/>
                </a:cubicBezTo>
                <a:lnTo>
                  <a:pt x="319373" y="169069"/>
                </a:lnTo>
                <a:cubicBezTo>
                  <a:pt x="343471" y="153353"/>
                  <a:pt x="359569" y="126111"/>
                  <a:pt x="359569" y="95250"/>
                </a:cubicBezTo>
                <a:cubicBezTo>
                  <a:pt x="359569" y="46672"/>
                  <a:pt x="320040" y="7144"/>
                  <a:pt x="271463" y="7144"/>
                </a:cubicBezTo>
                <a:cubicBezTo>
                  <a:pt x="222885" y="7144"/>
                  <a:pt x="183356" y="46672"/>
                  <a:pt x="183356" y="95250"/>
                </a:cubicBezTo>
                <a:cubicBezTo>
                  <a:pt x="183356" y="126111"/>
                  <a:pt x="199358" y="153353"/>
                  <a:pt x="223552" y="169069"/>
                </a:cubicBezTo>
                <a:lnTo>
                  <a:pt x="183832" y="169069"/>
                </a:lnTo>
                <a:cubicBezTo>
                  <a:pt x="167735" y="151543"/>
                  <a:pt x="144684" y="140494"/>
                  <a:pt x="119063" y="140494"/>
                </a:cubicBezTo>
                <a:cubicBezTo>
                  <a:pt x="70485" y="140494"/>
                  <a:pt x="30956" y="180023"/>
                  <a:pt x="30956" y="228600"/>
                </a:cubicBezTo>
                <a:cubicBezTo>
                  <a:pt x="30956" y="259461"/>
                  <a:pt x="46958" y="286703"/>
                  <a:pt x="71152" y="302419"/>
                </a:cubicBezTo>
                <a:lnTo>
                  <a:pt x="7144" y="302419"/>
                </a:lnTo>
                <a:lnTo>
                  <a:pt x="7144" y="423863"/>
                </a:lnTo>
                <a:lnTo>
                  <a:pt x="40481" y="423863"/>
                </a:lnTo>
                <a:lnTo>
                  <a:pt x="40481" y="335756"/>
                </a:lnTo>
                <a:lnTo>
                  <a:pt x="197644" y="335756"/>
                </a:lnTo>
                <a:lnTo>
                  <a:pt x="197644" y="423863"/>
                </a:lnTo>
                <a:lnTo>
                  <a:pt x="230981" y="423863"/>
                </a:lnTo>
                <a:lnTo>
                  <a:pt x="230981" y="302419"/>
                </a:lnTo>
                <a:lnTo>
                  <a:pt x="166973" y="302419"/>
                </a:lnTo>
                <a:cubicBezTo>
                  <a:pt x="191071" y="286703"/>
                  <a:pt x="207169" y="259461"/>
                  <a:pt x="207169" y="228600"/>
                </a:cubicBezTo>
                <a:cubicBezTo>
                  <a:pt x="207169" y="219456"/>
                  <a:pt x="205740" y="210693"/>
                  <a:pt x="203168" y="202406"/>
                </a:cubicBezTo>
                <a:lnTo>
                  <a:pt x="339661" y="202406"/>
                </a:lnTo>
                <a:cubicBezTo>
                  <a:pt x="337090" y="210693"/>
                  <a:pt x="335661" y="219456"/>
                  <a:pt x="335661" y="228600"/>
                </a:cubicBezTo>
                <a:cubicBezTo>
                  <a:pt x="335661" y="259461"/>
                  <a:pt x="351663" y="286703"/>
                  <a:pt x="375856" y="302419"/>
                </a:cubicBezTo>
                <a:lnTo>
                  <a:pt x="311848" y="302419"/>
                </a:lnTo>
                <a:lnTo>
                  <a:pt x="311848" y="423863"/>
                </a:lnTo>
                <a:lnTo>
                  <a:pt x="345186" y="423863"/>
                </a:lnTo>
                <a:lnTo>
                  <a:pt x="345186" y="335756"/>
                </a:lnTo>
                <a:lnTo>
                  <a:pt x="502348" y="335756"/>
                </a:lnTo>
                <a:lnTo>
                  <a:pt x="502348" y="423863"/>
                </a:lnTo>
                <a:lnTo>
                  <a:pt x="535686" y="423863"/>
                </a:lnTo>
                <a:lnTo>
                  <a:pt x="535686" y="302419"/>
                </a:lnTo>
                <a:lnTo>
                  <a:pt x="471678" y="302419"/>
                </a:lnTo>
                <a:cubicBezTo>
                  <a:pt x="495776" y="286703"/>
                  <a:pt x="511873" y="259461"/>
                  <a:pt x="511873" y="228600"/>
                </a:cubicBezTo>
                <a:cubicBezTo>
                  <a:pt x="511873" y="219456"/>
                  <a:pt x="510445" y="210693"/>
                  <a:pt x="507873" y="202406"/>
                </a:cubicBezTo>
                <a:lnTo>
                  <a:pt x="654748" y="202406"/>
                </a:lnTo>
                <a:lnTo>
                  <a:pt x="654748" y="366713"/>
                </a:lnTo>
                <a:lnTo>
                  <a:pt x="688086" y="366713"/>
                </a:lnTo>
                <a:lnTo>
                  <a:pt x="688086" y="169069"/>
                </a:lnTo>
                <a:lnTo>
                  <a:pt x="624173" y="169069"/>
                </a:lnTo>
                <a:close/>
                <a:moveTo>
                  <a:pt x="576263" y="40481"/>
                </a:moveTo>
                <a:cubicBezTo>
                  <a:pt x="606457" y="40481"/>
                  <a:pt x="631031" y="65056"/>
                  <a:pt x="631031" y="95250"/>
                </a:cubicBezTo>
                <a:cubicBezTo>
                  <a:pt x="631031" y="125444"/>
                  <a:pt x="606457" y="150019"/>
                  <a:pt x="576263" y="150019"/>
                </a:cubicBezTo>
                <a:cubicBezTo>
                  <a:pt x="546068" y="150019"/>
                  <a:pt x="521494" y="125444"/>
                  <a:pt x="521494" y="95250"/>
                </a:cubicBezTo>
                <a:cubicBezTo>
                  <a:pt x="521494" y="65056"/>
                  <a:pt x="546068" y="40481"/>
                  <a:pt x="576263" y="40481"/>
                </a:cubicBezTo>
                <a:close/>
                <a:moveTo>
                  <a:pt x="271463" y="40481"/>
                </a:moveTo>
                <a:cubicBezTo>
                  <a:pt x="301657" y="40481"/>
                  <a:pt x="326231" y="65056"/>
                  <a:pt x="326231" y="95250"/>
                </a:cubicBezTo>
                <a:cubicBezTo>
                  <a:pt x="326231" y="125444"/>
                  <a:pt x="301657" y="150019"/>
                  <a:pt x="271463" y="150019"/>
                </a:cubicBezTo>
                <a:cubicBezTo>
                  <a:pt x="241268" y="150019"/>
                  <a:pt x="216694" y="125444"/>
                  <a:pt x="216694" y="95250"/>
                </a:cubicBezTo>
                <a:cubicBezTo>
                  <a:pt x="216694" y="65056"/>
                  <a:pt x="241268" y="40481"/>
                  <a:pt x="271463" y="40481"/>
                </a:cubicBezTo>
                <a:close/>
                <a:moveTo>
                  <a:pt x="119063" y="283369"/>
                </a:moveTo>
                <a:cubicBezTo>
                  <a:pt x="88868" y="283369"/>
                  <a:pt x="64294" y="258794"/>
                  <a:pt x="64294" y="228600"/>
                </a:cubicBezTo>
                <a:cubicBezTo>
                  <a:pt x="64294" y="198406"/>
                  <a:pt x="88868" y="173831"/>
                  <a:pt x="119063" y="173831"/>
                </a:cubicBezTo>
                <a:cubicBezTo>
                  <a:pt x="149257" y="173831"/>
                  <a:pt x="173831" y="198406"/>
                  <a:pt x="173831" y="228600"/>
                </a:cubicBezTo>
                <a:cubicBezTo>
                  <a:pt x="173831" y="258794"/>
                  <a:pt x="149257" y="283369"/>
                  <a:pt x="119063" y="283369"/>
                </a:cubicBezTo>
                <a:close/>
                <a:moveTo>
                  <a:pt x="423863" y="283369"/>
                </a:moveTo>
                <a:cubicBezTo>
                  <a:pt x="393668" y="283369"/>
                  <a:pt x="369094" y="258794"/>
                  <a:pt x="369094" y="228600"/>
                </a:cubicBezTo>
                <a:cubicBezTo>
                  <a:pt x="369094" y="198406"/>
                  <a:pt x="393668" y="173831"/>
                  <a:pt x="423863" y="173831"/>
                </a:cubicBezTo>
                <a:cubicBezTo>
                  <a:pt x="454057" y="173831"/>
                  <a:pt x="478631" y="198406"/>
                  <a:pt x="478631" y="228600"/>
                </a:cubicBezTo>
                <a:cubicBezTo>
                  <a:pt x="478631" y="258794"/>
                  <a:pt x="454057" y="283369"/>
                  <a:pt x="423863" y="283369"/>
                </a:cubicBezTo>
                <a:close/>
              </a:path>
            </a:pathLst>
          </a:custGeom>
          <a:solidFill>
            <a:srgbClr val="002856"/>
          </a:solidFill>
          <a:ln w="9525" cap="flat">
            <a:noFill/>
            <a:prstDash val="solid"/>
            <a:miter/>
          </a:ln>
        </p:spPr>
        <p:txBody>
          <a:bodyPr rtlCol="0" anchor="ctr"/>
          <a:lstStyle/>
          <a:p>
            <a:endParaRPr lang="en-US" dirty="0"/>
          </a:p>
        </p:txBody>
      </p:sp>
      <p:pic>
        <p:nvPicPr>
          <p:cNvPr id="8" name="Picture 7" descr="A blue bird head with green and yellow text&#10;&#10;Description automatically generated">
            <a:extLst>
              <a:ext uri="{FF2B5EF4-FFF2-40B4-BE49-F238E27FC236}">
                <a16:creationId xmlns:a16="http://schemas.microsoft.com/office/drawing/2014/main" id="{7FFE8958-8F4C-E1D6-96B8-1359C0F2AD5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290331" y="239137"/>
            <a:ext cx="1444882" cy="966960"/>
          </a:xfrm>
          <a:prstGeom prst="rect">
            <a:avLst/>
          </a:prstGeom>
        </p:spPr>
      </p:pic>
      <p:sp>
        <p:nvSpPr>
          <p:cNvPr id="4" name="TextBox 3">
            <a:extLst>
              <a:ext uri="{FF2B5EF4-FFF2-40B4-BE49-F238E27FC236}">
                <a16:creationId xmlns:a16="http://schemas.microsoft.com/office/drawing/2014/main" id="{30EFD8B1-65DB-1DD5-6A88-20D09B1957B1}"/>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34</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2372810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IMD AI+ and AI Art Reflection </a:t>
            </a:r>
            <a:endParaRPr lang="en-US" dirty="0">
              <a:solidFill>
                <a:schemeClr val="bg1"/>
              </a:solidFill>
            </a:endParaRPr>
          </a:p>
        </p:txBody>
      </p:sp>
      <p:sp>
        <p:nvSpPr>
          <p:cNvPr id="8" name="Rectangle 7">
            <a:extLst>
              <a:ext uri="{FF2B5EF4-FFF2-40B4-BE49-F238E27FC236}">
                <a16:creationId xmlns:a16="http://schemas.microsoft.com/office/drawing/2014/main" id="{BFD1BC16-73DD-8E24-5BC2-456B5C1402D3}"/>
              </a:ext>
            </a:extLst>
          </p:cNvPr>
          <p:cNvSpPr/>
          <p:nvPr/>
        </p:nvSpPr>
        <p:spPr>
          <a:xfrm>
            <a:off x="456787" y="4923011"/>
            <a:ext cx="2221992" cy="861774"/>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schemeClr val="bg1"/>
                </a:solidFill>
                <a:latin typeface="Arial"/>
                <a:cs typeface="Arial"/>
              </a:rPr>
              <a:t>Artificial Intelligence (AI)</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ea typeface="+mn-lt"/>
                <a:cs typeface="+mn-lt"/>
              </a:rPr>
              <a:t>Classroom technologies</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ea typeface="+mn-lt"/>
                <a:cs typeface="+mn-lt"/>
              </a:rPr>
              <a:t>Collaboration</a:t>
            </a:r>
            <a:endParaRPr lang="en-US" sz="1200" kern="0" dirty="0">
              <a:solidFill>
                <a:schemeClr val="bg1"/>
              </a:solidFill>
              <a:latin typeface="Arial"/>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754053"/>
            <a:chOff x="457200" y="1155901"/>
            <a:chExt cx="6013682" cy="754053"/>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754053"/>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ea typeface="+mn-lt"/>
                  <a:cs typeface="+mn-lt"/>
                </a:rPr>
                <a:t>IMD wanted to identify new opportunities for hyperpersonalization of learning to achieve more interactivity and less passive learning modes. </a:t>
              </a:r>
              <a:endParaRPr lang="en-US" dirty="0">
                <a:solidFill>
                  <a:schemeClr val="bg2"/>
                </a:solidFil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659330"/>
            <a:ext cx="6121262" cy="2477601"/>
            <a:chOff x="457200" y="1145143"/>
            <a:chExt cx="6121262" cy="2477601"/>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45143"/>
              <a:ext cx="6121262" cy="2477601"/>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schemeClr val="bg1"/>
                  </a:solidFill>
                  <a:ea typeface="+mn-lt"/>
                  <a:cs typeface="+mn-lt"/>
                </a:rPr>
                <a:t>IMD has unveiled applications of GenAI, IMD AI+, in classroom session-specific ChatGPT, an AI Art Reflection exercise and AI tools to help participants across programs tailor insights and lessons to their needs. Participants can ask open-ended questions via a mobile app, and AI+ answers by utilizing what was discussed in the session, plus the relevant IMD corpus information. IMD AI+ is trained in real time on program sessions, research and thought leadership, offering an interactive learning experience during and after the program.</a:t>
              </a:r>
              <a:endParaRPr lang="en-US" sz="1200" dirty="0">
                <a:solidFill>
                  <a:schemeClr val="bg1"/>
                </a:solidFill>
              </a:endParaRPr>
            </a:p>
            <a:p>
              <a:pPr defTabSz="457200">
                <a:defRPr/>
              </a:pPr>
              <a:br>
                <a:rPr lang="en-US" dirty="0"/>
              </a:br>
              <a:endParaRPr lang="en-US" dirty="0">
                <a:cs typeface="Arial"/>
              </a:endParaRPr>
            </a:p>
            <a:p>
              <a:pPr defTabSz="457200">
                <a:spcBef>
                  <a:spcPts val="600"/>
                </a:spcBef>
                <a:defRPr/>
              </a:pPr>
              <a:endParaRPr lang="en-US" sz="1100" dirty="0">
                <a:solidFill>
                  <a:schemeClr val="bg1"/>
                </a:solidFill>
                <a:cs typeface="Aria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07481"/>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1236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0F68B0C3-8AF6-9F27-FDBD-6D5C0EC1484B}"/>
              </a:ext>
            </a:extLst>
          </p:cNvPr>
          <p:cNvSpPr/>
          <p:nvPr/>
        </p:nvSpPr>
        <p:spPr>
          <a:xfrm>
            <a:off x="3246593" y="4901526"/>
            <a:ext cx="3329949" cy="1200329"/>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schemeClr val="bg1"/>
                </a:solidFill>
                <a:ea typeface="+mn-lt"/>
                <a:cs typeface="+mn-lt"/>
              </a:rPr>
              <a:t>Data and analytics</a:t>
            </a:r>
            <a:endParaRPr lang="en-US" sz="1200" b="0" i="0" u="none" strike="noStrike" kern="0" cap="none" spc="0" normalizeH="0" baseline="0" noProof="0" dirty="0">
              <a:ln>
                <a:noFill/>
              </a:ln>
              <a:solidFill>
                <a:schemeClr val="bg1"/>
              </a:solidFill>
              <a:effectLst/>
              <a:uLnTx/>
              <a:uFillTx/>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ea typeface="+mn-lt"/>
                <a:cs typeface="+mn-lt"/>
              </a:rPr>
              <a:t>Generative AI</a:t>
            </a:r>
            <a:endParaRPr lang="en-US" sz="1200" b="0" i="0" u="none" strike="noStrike" kern="0" cap="none" spc="0" normalizeH="0" baseline="0" noProof="0" dirty="0">
              <a:ln>
                <a:noFill/>
              </a:ln>
              <a:solidFill>
                <a:schemeClr val="bg1"/>
              </a:solidFill>
              <a:effectLst/>
              <a:uLnTx/>
              <a:uFillTx/>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ea typeface="+mn-lt"/>
                <a:cs typeface="+mn-lt"/>
              </a:rPr>
              <a:t>Mobile apps/superapps</a:t>
            </a:r>
            <a:endParaRPr lang="en-US" sz="1200" kern="0" dirty="0">
              <a:solidFill>
                <a:schemeClr val="bg1"/>
              </a:solidFill>
              <a:latin typeface="Arial"/>
              <a:cs typeface="Arial"/>
            </a:endParaRPr>
          </a:p>
          <a:p>
            <a:pPr marL="171450" indent="-171450">
              <a:spcBef>
                <a:spcPts val="1200"/>
              </a:spcBef>
              <a:buClr>
                <a:prstClr val="white"/>
              </a:buClr>
              <a:buFont typeface="Wingdings" panose="05000000000000000000" pitchFamily="2" charset="2"/>
              <a:buChar char="Ø"/>
              <a:defRPr/>
            </a:pPr>
            <a:endParaRPr lang="en-US" sz="1200" kern="0" dirty="0">
              <a:solidFill>
                <a:prstClr val="white"/>
              </a:solidFill>
              <a:latin typeface="Arial"/>
              <a:cs typeface="Arial"/>
            </a:endParaRPr>
          </a:p>
        </p:txBody>
      </p:sp>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3985706"/>
            <a:chOff x="457200" y="4291325"/>
            <a:chExt cx="4631595" cy="3985706"/>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398570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latin typeface="Arial" panose="020B0604020202020204"/>
                </a:rPr>
                <a:t>Utilization rates</a:t>
              </a:r>
              <a:r>
                <a:rPr kumimoji="0" lang="en-US" sz="1200" b="1" i="0" u="none" strike="noStrike" kern="1200" cap="none" spc="0" normalizeH="0" baseline="0" noProof="0" dirty="0">
                  <a:ln>
                    <a:noFill/>
                  </a:ln>
                  <a:effectLst/>
                  <a:uLnTx/>
                  <a:uFillTx/>
                  <a:latin typeface="Arial" panose="020B0604020202020204"/>
                  <a:ea typeface="+mn-ea"/>
                  <a:cs typeface="+mn-cs"/>
                </a:rPr>
                <a:t>:</a:t>
              </a:r>
              <a:r>
                <a:rPr lang="en-US" sz="1200" b="1" dirty="0">
                  <a:latin typeface="Arial" panose="020B0604020202020204"/>
                </a:rPr>
                <a:t> </a:t>
              </a:r>
              <a:r>
                <a:rPr lang="en-US" sz="1100" dirty="0">
                  <a:ea typeface="+mn-lt"/>
                  <a:cs typeface="+mn-lt"/>
                </a:rPr>
                <a:t>Of 1,113 participants over 3 programs (Orchestrating Winning Performance [OWP]), 960 used the GenAI app.</a:t>
              </a:r>
              <a:br>
                <a:rPr lang="en-US" sz="1100" dirty="0">
                  <a:ea typeface="+mn-lt"/>
                  <a:cs typeface="+mn-lt"/>
                </a:rPr>
              </a:br>
              <a:endParaRPr lang="en-US" sz="1200" i="0" u="none" strike="noStrike" kern="1200" cap="none" spc="0" normalizeH="0" baseline="0" noProof="0" dirty="0">
                <a:ln>
                  <a:noFill/>
                </a:ln>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Increased value: </a:t>
              </a:r>
              <a:r>
                <a:rPr lang="en-US" sz="1100" dirty="0">
                  <a:ea typeface="+mn-lt"/>
                  <a:cs typeface="+mn-lt"/>
                </a:rPr>
                <a:t>78% of OWP participants found the ChatGPT feature to be a valuable addition to the program. </a:t>
              </a:r>
              <a:br>
                <a:rPr lang="en-US" sz="1100" dirty="0">
                  <a:ea typeface="+mn-lt"/>
                  <a:cs typeface="+mn-lt"/>
                </a:rPr>
              </a:br>
              <a:endParaRPr lang="en-US" sz="1200" i="0" u="none" strike="noStrike" kern="1200" cap="none" spc="0" normalizeH="0" baseline="0" noProof="0" dirty="0">
                <a:ln>
                  <a:noFill/>
                </a:ln>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latin typeface="Arial" panose="020B0604020202020204"/>
                </a:rPr>
                <a:t>Deeper learning</a:t>
              </a:r>
              <a:r>
                <a:rPr kumimoji="0" lang="en-US" sz="1200" b="1" i="0" u="none" strike="noStrike" kern="1200" cap="none" spc="0" normalizeH="0" baseline="0" noProof="0" dirty="0">
                  <a:ln>
                    <a:noFill/>
                  </a:ln>
                  <a:effectLst/>
                  <a:uLnTx/>
                  <a:uFillTx/>
                  <a:latin typeface="Arial" panose="020B0604020202020204"/>
                  <a:ea typeface="+mn-ea"/>
                  <a:cs typeface="+mn-cs"/>
                </a:rPr>
                <a:t>:</a:t>
              </a:r>
              <a:r>
                <a:rPr kumimoji="0" lang="en-US" sz="1200" i="0" u="none" strike="noStrike" kern="1200" cap="none" spc="0" normalizeH="0" baseline="0" noProof="0" dirty="0">
                  <a:ln>
                    <a:noFill/>
                  </a:ln>
                  <a:effectLst/>
                  <a:uLnTx/>
                  <a:uFillTx/>
                  <a:latin typeface="Arial" panose="020B0604020202020204"/>
                  <a:ea typeface="+mn-ea"/>
                  <a:cs typeface="+mn-cs"/>
                </a:rPr>
                <a:t> </a:t>
              </a:r>
              <a:r>
                <a:rPr lang="en-US" sz="1100" dirty="0">
                  <a:ea typeface="+mn-lt"/>
                  <a:cs typeface="+mn-lt"/>
                </a:rPr>
                <a:t>Over 2,500 questions were asked in 26 languages and over 4,000 pieces of AI-generated art were created.</a:t>
              </a:r>
              <a:endParaRPr lang="en-US" sz="1200" i="0" u="none" strike="noStrike" kern="1200" cap="none" spc="0" normalizeH="0" baseline="0" noProof="0" dirty="0">
                <a:ln>
                  <a:noFill/>
                </a:ln>
                <a:effectLst/>
                <a:uLnTx/>
                <a:uFillTx/>
                <a:latin typeface="Arial" panose="020B0604020202020204"/>
                <a:cs typeface="Arial"/>
              </a:endParaRPr>
            </a:p>
            <a:p>
              <a:pPr marL="182880" marR="0" lvl="0" indent="-182880" algn="l" defTabSz="457200" rtl="0" eaLnBrk="1" fontAlgn="auto" latinLnBrk="0" hangingPunct="1">
                <a:lnSpc>
                  <a:spcPct val="100000"/>
                </a:lnSpc>
                <a:spcBef>
                  <a:spcPts val="2400"/>
                </a:spcBef>
                <a:spcAft>
                  <a:spcPts val="0"/>
                </a:spcAft>
                <a:buClrTx/>
                <a:buSzTx/>
                <a:buFont typeface="Wingdings" panose="05000000000000000000" pitchFamily="2" charset="2"/>
                <a:buChar char="Ø"/>
                <a:tabLst/>
                <a:defRPr/>
              </a:pPr>
              <a:endParaRPr kumimoji="0" lang="en-US" sz="1200" i="0" u="none" strike="noStrike" kern="1200" cap="none" spc="0" normalizeH="0" baseline="0" noProof="0" dirty="0">
                <a:ln>
                  <a:noFill/>
                </a:ln>
                <a:solidFill>
                  <a:prstClr val="black"/>
                </a:solidFill>
                <a:effectLst/>
                <a:uLnTx/>
                <a:uFillTx/>
                <a:latin typeface="Arial" panose="020B0604020202020204"/>
                <a:ea typeface="+mn-ea"/>
                <a:cs typeface="+mn-cs"/>
              </a:endParaRPr>
            </a:p>
            <a:p>
              <a:pPr marR="0" lvl="0" algn="l" defTabSz="457200" rtl="0" eaLnBrk="1" fontAlgn="auto" latinLnBrk="0" hangingPunct="1">
                <a:lnSpc>
                  <a:spcPct val="100000"/>
                </a:lnSpc>
                <a:spcBef>
                  <a:spcPts val="2400"/>
                </a:spcBef>
                <a:spcAft>
                  <a:spcPts val="0"/>
                </a:spcAft>
                <a:buClrTx/>
                <a:buSzTx/>
                <a:tabLst/>
                <a:defRPr/>
              </a:pP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latin typeface="Arial"/>
                <a:cs typeface="Arial"/>
                <a:sym typeface="Arial"/>
              </a:rPr>
              <a:t>“</a:t>
            </a:r>
            <a:r>
              <a:rPr lang="en-US" sz="1100" i="1" kern="0" dirty="0">
                <a:ea typeface="+mn-lt"/>
                <a:cs typeface="+mn-lt"/>
                <a:sym typeface="Arial"/>
              </a:rPr>
              <a:t>What if learners could ask as many questions as they want and the GenAI responses draw from not only the transcript of the class discussion, but also from a deep reservoir of IMD expertise.</a:t>
            </a:r>
            <a:r>
              <a:rPr lang="en-US" sz="1200" i="1" kern="0" dirty="0">
                <a:latin typeface="Arial"/>
                <a:cs typeface="Arial"/>
                <a:sym typeface="Arial"/>
              </a:rPr>
              <a:t>”</a:t>
            </a:r>
            <a:endParaRPr kumimoji="0" lang="en-US" sz="1200" b="0" i="1" u="none" strike="noStrike" kern="0" cap="none" spc="0" normalizeH="0" baseline="0" noProof="0" dirty="0">
              <a:ln>
                <a:noFill/>
              </a:ln>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 </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Senior executive at </a:t>
            </a:r>
            <a:r>
              <a:rPr lang="en-US" sz="1200" kern="0" dirty="0">
                <a:solidFill>
                  <a:srgbClr val="000000"/>
                </a:solidFill>
                <a:latin typeface="Arial"/>
                <a:cs typeface="Arial"/>
                <a:sym typeface="Arial"/>
              </a:rPr>
              <a:t>IMD </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5975817"/>
            <a:ext cx="6121262" cy="338554"/>
          </a:xfrm>
          <a:prstGeom prst="rect">
            <a:avLst/>
          </a:prstGeom>
          <a:noFill/>
        </p:spPr>
        <p:txBody>
          <a:bodyPr wrap="square" lIns="0" tIns="45720" rIns="0" bIns="45720" rtlCol="0" anchor="t">
            <a:spAutoFit/>
          </a:bodyPr>
          <a:lstStyle/>
          <a:p>
            <a:pPr defTabSz="457200">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a:t>
            </a:r>
            <a:r>
              <a:rPr kumimoji="0" lang="en-US" sz="800" i="0" u="none" strike="noStrike" kern="1200" cap="none" spc="0" normalizeH="0" baseline="0" noProof="0" dirty="0">
                <a:ln>
                  <a:noFill/>
                </a:ln>
                <a:solidFill>
                  <a:prstClr val="white"/>
                </a:solidFill>
                <a:effectLst/>
                <a:uLnTx/>
                <a:uFillTx/>
                <a:latin typeface="Arial" panose="020B0604020202020204"/>
                <a:ea typeface="+mn-ea"/>
                <a:cs typeface="+mn-cs"/>
              </a:rPr>
              <a:t>on,</a:t>
            </a:r>
            <a:r>
              <a:rPr lang="en-US" sz="800" dirty="0">
                <a:solidFill>
                  <a:prstClr val="white"/>
                </a:solidFill>
                <a:latin typeface="Arial" panose="020B0604020202020204"/>
              </a:rPr>
              <a:t> </a:t>
            </a:r>
            <a:r>
              <a:rPr lang="en-US" sz="800" dirty="0">
                <a:solidFill>
                  <a:schemeClr val="bg1"/>
                </a:solidFill>
                <a:latin typeface="Arial" panose="020B0604020202020204"/>
              </a:rPr>
              <a:t>International Institute for Management Development </a:t>
            </a:r>
            <a:endParaRPr lang="en-US" sz="800" dirty="0">
              <a:solidFill>
                <a:schemeClr val="bg1"/>
              </a:solidFill>
              <a:latin typeface="Arial" panose="020B0604020202020204"/>
              <a:cs typeface="Arial"/>
            </a:endParaRPr>
          </a:p>
          <a:p>
            <a:pPr defTabSz="457200">
              <a:defRPr/>
            </a:pPr>
            <a:r>
              <a:rPr lang="en-US" sz="800" dirty="0">
                <a:solidFill>
                  <a:schemeClr val="bg1"/>
                </a:solidFill>
                <a:latin typeface="Arial" panose="020B0604020202020204"/>
              </a:rPr>
              <a:t>Lausanne, Switzerland</a:t>
            </a:r>
            <a:endParaRPr lang="en-US" sz="800" dirty="0">
              <a:solidFill>
                <a:schemeClr val="bg1"/>
              </a:solidFill>
              <a:cs typeface="Arial"/>
            </a:endParaRPr>
          </a:p>
        </p:txBody>
      </p:sp>
      <p:pic>
        <p:nvPicPr>
          <p:cNvPr id="11" name="Picture 10">
            <a:extLst>
              <a:ext uri="{FF2B5EF4-FFF2-40B4-BE49-F238E27FC236}">
                <a16:creationId xmlns:a16="http://schemas.microsoft.com/office/drawing/2014/main" id="{E6CC4D4A-853D-62B9-F4AC-7DE83B3907C8}"/>
              </a:ext>
            </a:extLst>
          </p:cNvPr>
          <p:cNvPicPr>
            <a:picLocks noChangeAspect="1"/>
          </p:cNvPicPr>
          <p:nvPr/>
        </p:nvPicPr>
        <p:blipFill>
          <a:blip r:embed="rId10"/>
          <a:stretch>
            <a:fillRect/>
          </a:stretch>
        </p:blipFill>
        <p:spPr>
          <a:xfrm>
            <a:off x="11442998" y="1710702"/>
            <a:ext cx="326948" cy="454537"/>
          </a:xfrm>
          <a:prstGeom prst="rect">
            <a:avLst/>
          </a:prstGeom>
        </p:spPr>
      </p:pic>
      <p:pic>
        <p:nvPicPr>
          <p:cNvPr id="21" name="Picture 20" descr="A blue and black logo&#10;&#10;Description automatically generated">
            <a:extLst>
              <a:ext uri="{FF2B5EF4-FFF2-40B4-BE49-F238E27FC236}">
                <a16:creationId xmlns:a16="http://schemas.microsoft.com/office/drawing/2014/main" id="{8C529AFA-D82D-847C-0EA8-F89194DA6AB6}"/>
              </a:ext>
            </a:extLst>
          </p:cNvPr>
          <p:cNvPicPr>
            <a:picLocks noChangeAspect="1"/>
          </p:cNvPicPr>
          <p:nvPr/>
        </p:nvPicPr>
        <p:blipFill>
          <a:blip r:embed="rId11"/>
          <a:stretch>
            <a:fillRect/>
          </a:stretch>
        </p:blipFill>
        <p:spPr>
          <a:xfrm>
            <a:off x="11392480" y="2701006"/>
            <a:ext cx="438982" cy="454536"/>
          </a:xfrm>
          <a:prstGeom prst="rect">
            <a:avLst/>
          </a:prstGeom>
        </p:spPr>
      </p:pic>
      <p:pic>
        <p:nvPicPr>
          <p:cNvPr id="23" name="Picture 22" descr="A blue question mark in a black square&#10;&#10;Description automatically generated">
            <a:extLst>
              <a:ext uri="{FF2B5EF4-FFF2-40B4-BE49-F238E27FC236}">
                <a16:creationId xmlns:a16="http://schemas.microsoft.com/office/drawing/2014/main" id="{EFAE6D86-9CAB-BB97-F2BF-7ADED6D4118E}"/>
              </a:ext>
            </a:extLst>
          </p:cNvPr>
          <p:cNvPicPr>
            <a:picLocks noChangeAspect="1"/>
          </p:cNvPicPr>
          <p:nvPr/>
        </p:nvPicPr>
        <p:blipFill>
          <a:blip r:embed="rId12"/>
          <a:stretch>
            <a:fillRect/>
          </a:stretch>
        </p:blipFill>
        <p:spPr>
          <a:xfrm>
            <a:off x="11373676" y="3530274"/>
            <a:ext cx="438982" cy="431750"/>
          </a:xfrm>
          <a:prstGeom prst="rect">
            <a:avLst/>
          </a:prstGeom>
        </p:spPr>
      </p:pic>
      <p:sp>
        <p:nvSpPr>
          <p:cNvPr id="2" name="TextBox 1">
            <a:extLst>
              <a:ext uri="{FF2B5EF4-FFF2-40B4-BE49-F238E27FC236}">
                <a16:creationId xmlns:a16="http://schemas.microsoft.com/office/drawing/2014/main" id="{4F590827-FADB-9E3B-9798-5EFA78E583A8}"/>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35</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
        <p:nvSpPr>
          <p:cNvPr id="5" name="TextBox 4">
            <a:extLst>
              <a:ext uri="{FF2B5EF4-FFF2-40B4-BE49-F238E27FC236}">
                <a16:creationId xmlns:a16="http://schemas.microsoft.com/office/drawing/2014/main" id="{338AC388-97ED-9063-248A-2E555068AF0B}"/>
              </a:ext>
            </a:extLst>
          </p:cNvPr>
          <p:cNvSpPr txBox="1"/>
          <p:nvPr/>
        </p:nvSpPr>
        <p:spPr>
          <a:xfrm>
            <a:off x="7083451" y="213592"/>
            <a:ext cx="3168913" cy="738664"/>
          </a:xfrm>
          <a:prstGeom prst="rect">
            <a:avLst/>
          </a:prstGeom>
          <a:noFill/>
        </p:spPr>
        <p:txBody>
          <a:bodyPr wrap="square" lIns="91440" tIns="0" rIns="91440" bIns="0" rtlCol="0" anchor="ctr" anchorCtr="0">
            <a:spAutoFit/>
          </a:bodyPr>
          <a:lstStyle/>
          <a:p>
            <a:pPr>
              <a:defRPr/>
            </a:pPr>
            <a:r>
              <a:rPr lang="en-US" sz="1600" b="1" kern="0" dirty="0" err="1">
                <a:solidFill>
                  <a:schemeClr val="accent5"/>
                </a:solidFill>
                <a:latin typeface="Arial" panose="020B0604020202020204"/>
                <a:cs typeface="Arial"/>
                <a:sym typeface="Arial"/>
              </a:rPr>
              <a:t>IMD</a:t>
            </a:r>
            <a:r>
              <a:rPr lang="en-US" sz="1600" b="1" kern="0" dirty="0">
                <a:solidFill>
                  <a:schemeClr val="accent5"/>
                </a:solidFill>
                <a:latin typeface="Arial" panose="020B0604020202020204"/>
                <a:cs typeface="Arial"/>
                <a:sym typeface="Arial"/>
              </a:rPr>
              <a:t> — International Institute for Management Development</a:t>
            </a:r>
            <a:endParaRPr lang="en-US" sz="1600" kern="0" dirty="0">
              <a:solidFill>
                <a:srgbClr val="000000"/>
              </a:solidFill>
              <a:latin typeface="Arial" panose="020B0604020202020204"/>
              <a:cs typeface="Arial"/>
              <a:sym typeface="Arial"/>
            </a:endParaRPr>
          </a:p>
          <a:p>
            <a:pPr>
              <a:defRPr/>
            </a:pPr>
            <a:r>
              <a:rPr lang="en-US" sz="1600" b="1" kern="0" dirty="0">
                <a:solidFill>
                  <a:schemeClr val="accent5"/>
                </a:solidFill>
                <a:latin typeface="Arial" panose="020B0604020202020204"/>
                <a:cs typeface="Arial"/>
                <a:sym typeface="Arial"/>
              </a:rPr>
              <a:t>Lausanne, Switzerland</a:t>
            </a:r>
            <a:endParaRPr lang="en-US" sz="1600" b="1" kern="0" dirty="0">
              <a:solidFill>
                <a:schemeClr val="accent5"/>
              </a:solidFill>
              <a:cs typeface="Arial"/>
            </a:endParaRPr>
          </a:p>
        </p:txBody>
      </p:sp>
      <p:pic>
        <p:nvPicPr>
          <p:cNvPr id="15" name="Picture 14" descr="A blue letter m&#10;&#10;Description automatically generated">
            <a:extLst>
              <a:ext uri="{FF2B5EF4-FFF2-40B4-BE49-F238E27FC236}">
                <a16:creationId xmlns:a16="http://schemas.microsoft.com/office/drawing/2014/main" id="{DCD103FC-D2FE-2B86-4408-598279F2B28D}"/>
              </a:ext>
            </a:extLst>
          </p:cNvPr>
          <p:cNvPicPr>
            <a:picLocks noChangeAspect="1"/>
          </p:cNvPicPr>
          <p:nvPr/>
        </p:nvPicPr>
        <p:blipFill>
          <a:blip r:embed="rId13"/>
          <a:stretch>
            <a:fillRect/>
          </a:stretch>
        </p:blipFill>
        <p:spPr>
          <a:xfrm>
            <a:off x="10590468" y="297384"/>
            <a:ext cx="1285875" cy="581025"/>
          </a:xfrm>
          <a:prstGeom prst="rect">
            <a:avLst/>
          </a:prstGeom>
        </p:spPr>
      </p:pic>
    </p:spTree>
    <p:extLst>
      <p:ext uri="{BB962C8B-B14F-4D97-AF65-F5344CB8AC3E}">
        <p14:creationId xmlns:p14="http://schemas.microsoft.com/office/powerpoint/2010/main" val="30700044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chor="t">
            <a:noAutofit/>
          </a:bodyPr>
          <a:lstStyle/>
          <a:p>
            <a:pPr>
              <a:spcBef>
                <a:spcPts val="600"/>
              </a:spcBef>
            </a:pPr>
            <a:r>
              <a:rPr lang="en-US" sz="1400" b="0" noProof="0" dirty="0">
                <a:solidFill>
                  <a:srgbClr val="002856"/>
                </a:solidFill>
                <a:latin typeface="+mj-lt"/>
              </a:rPr>
              <a:t>				</a:t>
            </a:r>
          </a:p>
          <a:p>
            <a:pPr>
              <a:spcBef>
                <a:spcPts val="600"/>
              </a:spcBef>
            </a:pPr>
            <a:endParaRPr lang="en-US" sz="1400" b="0" noProof="0" dirty="0">
              <a:solidFill>
                <a:srgbClr val="6F7878"/>
              </a:solidFill>
              <a:latin typeface="+mj-lt"/>
            </a:endParaRPr>
          </a:p>
          <a:p>
            <a:pPr algn="l">
              <a:spcBef>
                <a:spcPts val="600"/>
              </a:spcBef>
            </a:pPr>
            <a:endParaRPr lang="en-US" sz="1400" dirty="0">
              <a:cs typeface="Arial"/>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22507" y="69811"/>
            <a:ext cx="6515797" cy="706720"/>
          </a:xfrm>
        </p:spPr>
        <p:txBody>
          <a:bodyPr/>
          <a:lstStyle/>
          <a:p>
            <a:r>
              <a:rPr lang="en-US" sz="2800" dirty="0">
                <a:solidFill>
                  <a:schemeClr val="bg1"/>
                </a:solidFill>
              </a:rPr>
              <a:t>Combining Metaverse and AI for an Immersive Learning Experience</a:t>
            </a:r>
          </a:p>
        </p:txBody>
      </p:sp>
      <p:sp>
        <p:nvSpPr>
          <p:cNvPr id="7" name="TextBox 6">
            <a:extLst>
              <a:ext uri="{FF2B5EF4-FFF2-40B4-BE49-F238E27FC236}">
                <a16:creationId xmlns:a16="http://schemas.microsoft.com/office/drawing/2014/main" id="{8D21CB09-BCBB-5D55-6F98-A6C974764DBF}"/>
              </a:ext>
            </a:extLst>
          </p:cNvPr>
          <p:cNvSpPr txBox="1"/>
          <p:nvPr/>
        </p:nvSpPr>
        <p:spPr>
          <a:xfrm>
            <a:off x="7083451" y="213592"/>
            <a:ext cx="3168913" cy="738664"/>
          </a:xfrm>
          <a:prstGeom prst="rect">
            <a:avLst/>
          </a:prstGeom>
          <a:noFill/>
        </p:spPr>
        <p:txBody>
          <a:bodyPr wrap="square" lIns="91440" tIns="0" rIns="91440" bIns="0" rtlCol="0" anchor="ctr" anchorCtr="0">
            <a:spAutoFit/>
          </a:bodyPr>
          <a:lstStyle/>
          <a:p>
            <a:pPr>
              <a:defRPr/>
            </a:pPr>
            <a:r>
              <a:rPr lang="en-US" sz="1600" b="1" kern="0" dirty="0" err="1">
                <a:solidFill>
                  <a:schemeClr val="accent5"/>
                </a:solidFill>
                <a:latin typeface="Arial" panose="020B0604020202020204"/>
                <a:cs typeface="Arial"/>
                <a:sym typeface="Arial"/>
              </a:rPr>
              <a:t>IMD</a:t>
            </a:r>
            <a:r>
              <a:rPr lang="en-US" sz="1600" b="1" kern="0" dirty="0">
                <a:solidFill>
                  <a:schemeClr val="accent5"/>
                </a:solidFill>
                <a:latin typeface="Arial" panose="020B0604020202020204"/>
                <a:cs typeface="Arial"/>
                <a:sym typeface="Arial"/>
              </a:rPr>
              <a:t> — International Institute for Management Development</a:t>
            </a:r>
            <a:endParaRPr lang="en-US" sz="1600" kern="0" dirty="0">
              <a:solidFill>
                <a:srgbClr val="000000"/>
              </a:solidFill>
              <a:latin typeface="Arial" panose="020B0604020202020204"/>
              <a:cs typeface="Arial"/>
              <a:sym typeface="Arial"/>
            </a:endParaRPr>
          </a:p>
          <a:p>
            <a:pPr>
              <a:defRPr/>
            </a:pPr>
            <a:r>
              <a:rPr lang="en-US" sz="1600" b="1" kern="0" dirty="0">
                <a:solidFill>
                  <a:schemeClr val="accent5"/>
                </a:solidFill>
                <a:latin typeface="Arial" panose="020B0604020202020204"/>
                <a:cs typeface="Arial"/>
                <a:sym typeface="Arial"/>
              </a:rPr>
              <a:t>Lausanne, Switzerland</a:t>
            </a:r>
            <a:endParaRPr lang="en-US" sz="1600" b="1" kern="0" dirty="0">
              <a:solidFill>
                <a:schemeClr val="accent5"/>
              </a:solidFill>
              <a:cs typeface="Arial"/>
            </a:endParaRPr>
          </a:p>
        </p:txBody>
      </p:sp>
      <p:sp>
        <p:nvSpPr>
          <p:cNvPr id="40" name="TextBox 39">
            <a:extLst>
              <a:ext uri="{FF2B5EF4-FFF2-40B4-BE49-F238E27FC236}">
                <a16:creationId xmlns:a16="http://schemas.microsoft.com/office/drawing/2014/main" id="{8BDBAD64-9C5A-F913-FEB8-3F512B749AE3}"/>
              </a:ext>
            </a:extLst>
          </p:cNvPr>
          <p:cNvSpPr txBox="1"/>
          <p:nvPr/>
        </p:nvSpPr>
        <p:spPr>
          <a:xfrm>
            <a:off x="456787" y="1263043"/>
            <a:ext cx="6013682" cy="1308050"/>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Problem/Opportunity</a:t>
            </a:r>
          </a:p>
          <a:p>
            <a:pPr>
              <a:spcBef>
                <a:spcPts val="600"/>
              </a:spcBef>
            </a:pPr>
            <a:r>
              <a:rPr lang="en-US" sz="1200" dirty="0">
                <a:solidFill>
                  <a:schemeClr val="bg1"/>
                </a:solidFill>
                <a:cs typeface="Arial"/>
              </a:rPr>
              <a:t>IMD faced the challenge of effectively training top executives to apply a strategic innovation framework due to the volume of the source material, the need to streamline example selection and the limits of a two-hour online session or self-directed assignment. As such, IMD sought to refine its educational strategy and facilitate the effective and immediate application of a supportive framework.</a:t>
            </a: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6787" y="1556956"/>
            <a:ext cx="6007564" cy="0"/>
          </a:xfrm>
          <a:prstGeom prst="line">
            <a:avLst/>
          </a:prstGeom>
          <a:noFill/>
          <a:ln w="12700" cap="flat" cmpd="sng">
            <a:solidFill>
              <a:srgbClr val="6F7878"/>
            </a:solidFill>
            <a:prstDash val="solid"/>
            <a:round/>
            <a:headEnd type="none" w="lg" len="med"/>
            <a:tailEnd type="none" w="lg" len="med"/>
          </a:ln>
        </p:spPr>
      </p:cxn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Key Technologies Used</a:t>
            </a:r>
            <a:endParaRPr lang="en-US" sz="1200" dirty="0"/>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031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2631490"/>
            <a:chOff x="457200" y="4291325"/>
            <a:chExt cx="4631595" cy="2631490"/>
          </a:xfrm>
        </p:grpSpPr>
        <p:sp>
          <p:nvSpPr>
            <p:cNvPr id="17" name="TextBox 16">
              <a:extLst>
                <a:ext uri="{FF2B5EF4-FFF2-40B4-BE49-F238E27FC236}">
                  <a16:creationId xmlns:a16="http://schemas.microsoft.com/office/drawing/2014/main" id="{3FBB2531-0FF2-F3B8-90CB-048C7CED8520}"/>
                </a:ext>
              </a:extLst>
            </p:cNvPr>
            <p:cNvSpPr txBox="1"/>
            <p:nvPr/>
          </p:nvSpPr>
          <p:spPr>
            <a:xfrm>
              <a:off x="457200" y="4291325"/>
              <a:ext cx="4041291" cy="2631490"/>
            </a:xfrm>
            <a:prstGeom prst="rect">
              <a:avLst/>
            </a:prstGeom>
            <a:noFill/>
          </p:spPr>
          <p:txBody>
            <a:bodyPr wrap="square" lIns="0" tIns="45720" rIns="0" bIns="45720" rtlCol="0" anchor="t">
              <a:spAutoFit/>
            </a:bodyPr>
            <a:lstStyle/>
            <a:p>
              <a:pPr algn="l">
                <a:spcBef>
                  <a:spcPts val="600"/>
                </a:spcBef>
              </a:pPr>
              <a:r>
                <a:rPr lang="en-US" sz="1400" dirty="0">
                  <a:solidFill>
                    <a:schemeClr val="tx2"/>
                  </a:solidFill>
                  <a:latin typeface="+mj-lt"/>
                </a:rPr>
                <a:t>Outcomes</a:t>
              </a:r>
            </a:p>
            <a:p>
              <a:pPr algn="l">
                <a:spcBef>
                  <a:spcPts val="600"/>
                </a:spcBef>
              </a:pPr>
              <a:endParaRPr lang="en-US" sz="1400" dirty="0">
                <a:solidFill>
                  <a:schemeClr val="tx2"/>
                </a:solidFill>
                <a:latin typeface="+mj-lt"/>
              </a:endParaRPr>
            </a:p>
            <a:p>
              <a:pPr marL="182880" indent="-182880">
                <a:buFont typeface="Wingdings" panose="05000000000000000000" pitchFamily="2" charset="2"/>
                <a:buChar char="Ø"/>
              </a:pPr>
              <a:r>
                <a:rPr lang="en-US" sz="1200" b="1" dirty="0"/>
                <a:t>Elevated engagement quality</a:t>
              </a:r>
              <a:endParaRPr lang="en-US" sz="1200" b="1" dirty="0">
                <a:cs typeface="Arial"/>
              </a:endParaRPr>
            </a:p>
            <a:p>
              <a:pPr marL="640080" lvl="1" indent="-182880">
                <a:buFont typeface="Wingdings" panose="05000000000000000000" pitchFamily="2" charset="2"/>
                <a:buChar char="Ø"/>
              </a:pPr>
              <a:r>
                <a:rPr lang="en-US" sz="1200" dirty="0">
                  <a:cs typeface="Arial"/>
                </a:rPr>
                <a:t>Teaching and faculty engagement has increased.</a:t>
              </a:r>
              <a:endParaRPr lang="en-US" dirty="0"/>
            </a:p>
            <a:p>
              <a:pPr lvl="1"/>
              <a:endParaRPr lang="en-US" sz="1200" dirty="0">
                <a:cs typeface="Arial"/>
              </a:endParaRPr>
            </a:p>
            <a:p>
              <a:pPr lvl="1"/>
              <a:endParaRPr lang="en-US" sz="1200" dirty="0">
                <a:cs typeface="Arial"/>
              </a:endParaRPr>
            </a:p>
            <a:p>
              <a:pPr marL="182880" indent="-182880">
                <a:buFont typeface="Wingdings" panose="05000000000000000000" pitchFamily="2" charset="2"/>
                <a:buChar char="Ø"/>
              </a:pPr>
              <a:r>
                <a:rPr lang="en-US" sz="1200" b="1" dirty="0">
                  <a:cs typeface="Arial"/>
                </a:rPr>
                <a:t>Improved user engagement</a:t>
              </a:r>
              <a:endParaRPr lang="en-US" dirty="0">
                <a:cs typeface="Arial"/>
              </a:endParaRPr>
            </a:p>
            <a:p>
              <a:pPr marL="640080" lvl="1" indent="-182880">
                <a:buFont typeface="Wingdings" panose="05000000000000000000" pitchFamily="2" charset="2"/>
                <a:buChar char="Ø"/>
              </a:pPr>
              <a:r>
                <a:rPr lang="en-US" sz="1200" dirty="0">
                  <a:cs typeface="Arial"/>
                </a:rPr>
                <a:t>High session ratings average 4.2 out of 5.</a:t>
              </a:r>
            </a:p>
            <a:p>
              <a:pPr marL="640080" lvl="1" indent="-182880">
                <a:buFont typeface="Wingdings" panose="05000000000000000000" pitchFamily="2" charset="2"/>
                <a:buChar char="Ø"/>
              </a:pPr>
              <a:r>
                <a:rPr lang="en-US" sz="1200" dirty="0">
                  <a:cs typeface="Arial"/>
                </a:rPr>
                <a:t>Sustained interaction times up to two hours when done synchronously on teams, 30 to 40 minutes when done individually.</a:t>
              </a:r>
            </a:p>
            <a:p>
              <a:pPr lvl="1"/>
              <a:endParaRPr lang="en-US" sz="1200" dirty="0">
                <a:cs typeface="Arial"/>
              </a:endParaRPr>
            </a:p>
            <a:p>
              <a:pPr marL="182880" indent="-182880">
                <a:buFont typeface="Wingdings" panose="05000000000000000000" pitchFamily="2" charset="2"/>
                <a:buChar char="Ø"/>
              </a:pPr>
              <a:endParaRPr lang="en-US" sz="1200" b="1" dirty="0">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182880" bIns="91440" rtlCol="0" anchor="ctr"/>
          <a:lstStyle/>
          <a:p>
            <a:pPr algn="r">
              <a:buClr>
                <a:srgbClr val="000000"/>
              </a:buClr>
              <a:defRPr/>
            </a:pP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latin typeface="Arial"/>
                <a:cs typeface="Arial"/>
                <a:sym typeface="Arial"/>
              </a:rPr>
              <a:t>This approach supports personalized, self-paced learning, redefining how educational content is engaged within professional settings.”</a:t>
            </a:r>
            <a:br>
              <a:rPr lang="en-US" sz="1200" i="1" u="none" strike="noStrike" kern="0" cap="none" spc="0" normalizeH="0" baseline="0" noProof="0" dirty="0">
                <a:ln>
                  <a:noFill/>
                </a:ln>
                <a:effectLst/>
                <a:uLnTx/>
                <a:uFillTx/>
                <a:latin typeface="Arial"/>
                <a:cs typeface="Arial"/>
              </a:rPr>
            </a:b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 </a:t>
            </a:r>
            <a:br>
              <a:rPr lang="en-US" sz="120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i="0" u="none" strike="noStrike" kern="0" cap="none" spc="0" normalizeH="0" baseline="0" noProof="0" dirty="0">
                <a:ln>
                  <a:noFill/>
                </a:ln>
                <a:solidFill>
                  <a:srgbClr val="000000"/>
                </a:solidFill>
                <a:effectLst/>
                <a:uLnTx/>
                <a:uFillTx/>
                <a:latin typeface="Arial"/>
                <a:ea typeface="+mn-ea"/>
                <a:cs typeface="Arial"/>
                <a:sym typeface="Arial"/>
              </a:rPr>
              <a:t> Senior executive </a:t>
            </a:r>
            <a:r>
              <a:rPr lang="en-US" sz="1200" kern="0" dirty="0">
                <a:solidFill>
                  <a:srgbClr val="000000"/>
                </a:solidFill>
                <a:latin typeface="Arial"/>
                <a:cs typeface="Arial"/>
                <a:sym typeface="Arial"/>
              </a:rPr>
              <a:t>at IMD</a:t>
            </a:r>
            <a:endParaRPr kumimoji="0" lang="en-US" sz="120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494345"/>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algn="l">
                <a:spcBef>
                  <a:spcPts val="600"/>
                </a:spcBef>
              </a:pPr>
              <a:endParaRPr lang="en-US" dirty="0"/>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49097"/>
            <a:ext cx="5968375" cy="215444"/>
          </a:xfrm>
          <a:prstGeom prst="rect">
            <a:avLst/>
          </a:prstGeom>
          <a:noFill/>
        </p:spPr>
        <p:txBody>
          <a:bodyPr wrap="square" lIns="0" tIns="45720" rIns="0" bIns="45720" rtlCol="0" anchor="t">
            <a:spAutoFit/>
          </a:bodyPr>
          <a:lstStyle/>
          <a:p>
            <a:r>
              <a:rPr lang="en-US" sz="800" dirty="0">
                <a:solidFill>
                  <a:schemeClr val="bg1"/>
                </a:solidFill>
              </a:rPr>
              <a:t>Source: Gartner 2024 Eye on Innovation Awards for Higher Education, IMD, Lausanne, Switzerland</a:t>
            </a:r>
          </a:p>
        </p:txBody>
      </p:sp>
      <p:sp>
        <p:nvSpPr>
          <p:cNvPr id="24" name="Rectangle 23">
            <a:extLst>
              <a:ext uri="{FF2B5EF4-FFF2-40B4-BE49-F238E27FC236}">
                <a16:creationId xmlns:a16="http://schemas.microsoft.com/office/drawing/2014/main" id="{E3EFB814-7A18-4B08-7C12-5FAC4590F980}"/>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sym typeface="Arial"/>
              </a:rPr>
              <a:t>Digital twins</a:t>
            </a:r>
            <a:endParaRPr lang="en-US" sz="1200" kern="0" dirty="0">
              <a:solidFill>
                <a:schemeClr val="bg1"/>
              </a:solidFill>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Generative AI</a:t>
            </a:r>
            <a:endParaRPr lang="en-US" dirty="0">
              <a:solidFill>
                <a:schemeClr val="bg1"/>
              </a:solidFil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Chatbots/virtual assistants</a:t>
            </a:r>
          </a:p>
        </p:txBody>
      </p:sp>
      <p:sp>
        <p:nvSpPr>
          <p:cNvPr id="25" name="Rectangle 24">
            <a:extLst>
              <a:ext uri="{FF2B5EF4-FFF2-40B4-BE49-F238E27FC236}">
                <a16:creationId xmlns:a16="http://schemas.microsoft.com/office/drawing/2014/main" id="{FA7E23CE-6C12-EFBE-B5A9-A68E41B869A8}"/>
              </a:ext>
            </a:extLst>
          </p:cNvPr>
          <p:cNvSpPr/>
          <p:nvPr/>
        </p:nvSpPr>
        <p:spPr>
          <a:xfrm>
            <a:off x="3248100" y="4916402"/>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Metaverse</a:t>
            </a:r>
            <a:endParaRPr lang="en-US" dirty="0">
              <a:solidFill>
                <a:schemeClr val="bg1"/>
              </a:solidFil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Data and analytics</a:t>
            </a:r>
          </a:p>
          <a:p>
            <a:pPr>
              <a:spcBef>
                <a:spcPts val="1200"/>
              </a:spcBef>
              <a:buClr>
                <a:srgbClr val="FFFFFF"/>
              </a:buClr>
              <a:defRPr/>
            </a:pPr>
            <a:endParaRPr lang="en-US" sz="1200" kern="0" dirty="0">
              <a:solidFill>
                <a:schemeClr val="bg1"/>
              </a:solidFill>
              <a:cs typeface="Arial"/>
            </a:endParaRPr>
          </a:p>
        </p:txBody>
      </p:sp>
      <p:sp>
        <p:nvSpPr>
          <p:cNvPr id="26" name="TextBox 25">
            <a:extLst>
              <a:ext uri="{FF2B5EF4-FFF2-40B4-BE49-F238E27FC236}">
                <a16:creationId xmlns:a16="http://schemas.microsoft.com/office/drawing/2014/main" id="{0AB6A2AB-163F-1571-1BAA-236DB792AEDF}"/>
              </a:ext>
            </a:extLst>
          </p:cNvPr>
          <p:cNvSpPr txBox="1"/>
          <p:nvPr/>
        </p:nvSpPr>
        <p:spPr>
          <a:xfrm>
            <a:off x="456787" y="2637129"/>
            <a:ext cx="6121262" cy="1677382"/>
          </a:xfrm>
          <a:prstGeom prst="rect">
            <a:avLst/>
          </a:prstGeom>
          <a:noFill/>
        </p:spPr>
        <p:txBody>
          <a:bodyPr wrap="square" lIns="0" tIns="45720" rIns="0" bIns="45720" rtlCol="0" anchor="t">
            <a:spAutoFit/>
          </a:bodyPr>
          <a:lstStyle/>
          <a:p>
            <a:pPr>
              <a:spcBef>
                <a:spcPts val="600"/>
              </a:spcBef>
            </a:pPr>
            <a:r>
              <a:rPr lang="en-US" sz="1400" dirty="0">
                <a:solidFill>
                  <a:schemeClr val="accent5"/>
                </a:solidFill>
                <a:latin typeface="+mj-lt"/>
              </a:rPr>
              <a:t>Solution</a:t>
            </a:r>
          </a:p>
          <a:p>
            <a:pPr>
              <a:spcBef>
                <a:spcPts val="600"/>
              </a:spcBef>
            </a:pPr>
            <a:r>
              <a:rPr lang="en-US" sz="1200" dirty="0">
                <a:solidFill>
                  <a:schemeClr val="bg1"/>
                </a:solidFill>
                <a:cs typeface="Arial"/>
              </a:rPr>
              <a:t>IMD created a metaverse model of its campus to deepen emotional connections and add fun to the learning experience, while information is displayed on strategically placed posters to enhance focus on each approach. An AI-powered avatar guides users through the virtual space, offering tailored suggestions on posters and thematic areas. This solution streamlines the identification of relevant information and improves learning efficiency and engagement for time-constrained executives, in addition to redefining how educational content is engaged within professional settings.</a:t>
            </a:r>
          </a:p>
        </p:txBody>
      </p:sp>
      <p:cxnSp>
        <p:nvCxnSpPr>
          <p:cNvPr id="2" name="Straight Connector 1">
            <a:extLst>
              <a:ext uri="{FF2B5EF4-FFF2-40B4-BE49-F238E27FC236}">
                <a16:creationId xmlns:a16="http://schemas.microsoft.com/office/drawing/2014/main" id="{5A0E706B-CA39-B189-ED9F-89E87484660D}"/>
              </a:ext>
            </a:extLst>
          </p:cNvPr>
          <p:cNvCxnSpPr>
            <a:cxnSpLocks/>
          </p:cNvCxnSpPr>
          <p:nvPr/>
        </p:nvCxnSpPr>
        <p:spPr>
          <a:xfrm>
            <a:off x="456787" y="2921838"/>
            <a:ext cx="6007564" cy="0"/>
          </a:xfrm>
          <a:prstGeom prst="line">
            <a:avLst/>
          </a:prstGeom>
          <a:noFill/>
          <a:ln w="12700" cap="flat" cmpd="sng">
            <a:solidFill>
              <a:srgbClr val="6F7878"/>
            </a:solidFill>
            <a:prstDash val="solid"/>
            <a:round/>
            <a:headEnd type="none" w="lg" len="med"/>
            <a:tailEnd type="none" w="lg" len="med"/>
          </a:ln>
        </p:spPr>
      </p:cxnSp>
      <p:pic>
        <p:nvPicPr>
          <p:cNvPr id="28" name="Picture 27" descr="A group of blue people&#10;&#10;Description automatically generated">
            <a:extLst>
              <a:ext uri="{FF2B5EF4-FFF2-40B4-BE49-F238E27FC236}">
                <a16:creationId xmlns:a16="http://schemas.microsoft.com/office/drawing/2014/main" id="{13DC0A31-CC60-2BA4-92F4-FFC2B4FAEA37}"/>
              </a:ext>
            </a:extLst>
          </p:cNvPr>
          <p:cNvPicPr>
            <a:picLocks noChangeAspect="1"/>
          </p:cNvPicPr>
          <p:nvPr/>
        </p:nvPicPr>
        <p:blipFill>
          <a:blip r:embed="rId10"/>
          <a:stretch>
            <a:fillRect/>
          </a:stretch>
        </p:blipFill>
        <p:spPr>
          <a:xfrm>
            <a:off x="11287375" y="2436417"/>
            <a:ext cx="389468" cy="330201"/>
          </a:xfrm>
          <a:prstGeom prst="rect">
            <a:avLst/>
          </a:prstGeom>
        </p:spPr>
      </p:pic>
      <p:sp>
        <p:nvSpPr>
          <p:cNvPr id="30" name="Freeform: Shape 29">
            <a:extLst>
              <a:ext uri="{FF2B5EF4-FFF2-40B4-BE49-F238E27FC236}">
                <a16:creationId xmlns:a16="http://schemas.microsoft.com/office/drawing/2014/main" id="{4BFB82F7-F3CA-A994-E529-4DE97E8D1658}"/>
              </a:ext>
            </a:extLst>
          </p:cNvPr>
          <p:cNvSpPr/>
          <p:nvPr/>
        </p:nvSpPr>
        <p:spPr>
          <a:xfrm>
            <a:off x="11292351" y="1702473"/>
            <a:ext cx="371475" cy="371475"/>
          </a:xfrm>
          <a:custGeom>
            <a:avLst/>
            <a:gdLst>
              <a:gd name="connsiteX0" fmla="*/ 388144 w 390525"/>
              <a:gd name="connsiteY0" fmla="*/ 7144 h 466725"/>
              <a:gd name="connsiteX1" fmla="*/ 7144 w 390525"/>
              <a:gd name="connsiteY1" fmla="*/ 7144 h 466725"/>
              <a:gd name="connsiteX2" fmla="*/ 7239 w 390525"/>
              <a:gd name="connsiteY2" fmla="*/ 236030 h 466725"/>
              <a:gd name="connsiteX3" fmla="*/ 197930 w 390525"/>
              <a:gd name="connsiteY3" fmla="*/ 464725 h 466725"/>
              <a:gd name="connsiteX4" fmla="*/ 388525 w 390525"/>
              <a:gd name="connsiteY4" fmla="*/ 235934 h 466725"/>
              <a:gd name="connsiteX5" fmla="*/ 388144 w 390525"/>
              <a:gd name="connsiteY5" fmla="*/ 7144 h 466725"/>
              <a:gd name="connsiteX6" fmla="*/ 197834 w 390525"/>
              <a:gd name="connsiteY6" fmla="*/ 424910 h 466725"/>
              <a:gd name="connsiteX7" fmla="*/ 45339 w 390525"/>
              <a:gd name="connsiteY7" fmla="*/ 235934 h 466725"/>
              <a:gd name="connsiteX8" fmla="*/ 45244 w 390525"/>
              <a:gd name="connsiteY8" fmla="*/ 45149 h 466725"/>
              <a:gd name="connsiteX9" fmla="*/ 350139 w 390525"/>
              <a:gd name="connsiteY9" fmla="*/ 45149 h 466725"/>
              <a:gd name="connsiteX10" fmla="*/ 350425 w 390525"/>
              <a:gd name="connsiteY10" fmla="*/ 235934 h 466725"/>
              <a:gd name="connsiteX11" fmla="*/ 197834 w 390525"/>
              <a:gd name="connsiteY11" fmla="*/ 424910 h 466725"/>
              <a:gd name="connsiteX12" fmla="*/ 270510 w 390525"/>
              <a:gd name="connsiteY12" fmla="*/ 139160 h 466725"/>
              <a:gd name="connsiteX13" fmla="*/ 299657 w 390525"/>
              <a:gd name="connsiteY13" fmla="*/ 163640 h 466725"/>
              <a:gd name="connsiteX14" fmla="*/ 182404 w 390525"/>
              <a:gd name="connsiteY14" fmla="*/ 303371 h 466725"/>
              <a:gd name="connsiteX15" fmla="*/ 97917 w 390525"/>
              <a:gd name="connsiteY15" fmla="*/ 232505 h 466725"/>
              <a:gd name="connsiteX16" fmla="*/ 122396 w 390525"/>
              <a:gd name="connsiteY16" fmla="*/ 203359 h 466725"/>
              <a:gd name="connsiteX17" fmla="*/ 177641 w 390525"/>
              <a:gd name="connsiteY17" fmla="*/ 249746 h 466725"/>
              <a:gd name="connsiteX18" fmla="*/ 270510 w 390525"/>
              <a:gd name="connsiteY18" fmla="*/ 13916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0525" h="466725">
                <a:moveTo>
                  <a:pt x="388144" y="7144"/>
                </a:moveTo>
                <a:lnTo>
                  <a:pt x="7144" y="7144"/>
                </a:lnTo>
                <a:cubicBezTo>
                  <a:pt x="7144" y="7144"/>
                  <a:pt x="7239" y="179261"/>
                  <a:pt x="7239" y="236030"/>
                </a:cubicBezTo>
                <a:cubicBezTo>
                  <a:pt x="7239" y="341281"/>
                  <a:pt x="92869" y="435769"/>
                  <a:pt x="197930" y="464725"/>
                </a:cubicBezTo>
                <a:cubicBezTo>
                  <a:pt x="302419" y="435769"/>
                  <a:pt x="388525" y="341281"/>
                  <a:pt x="388525" y="235934"/>
                </a:cubicBezTo>
                <a:cubicBezTo>
                  <a:pt x="388525" y="176689"/>
                  <a:pt x="388144" y="7144"/>
                  <a:pt x="388144" y="7144"/>
                </a:cubicBezTo>
                <a:close/>
                <a:moveTo>
                  <a:pt x="197834" y="424910"/>
                </a:moveTo>
                <a:cubicBezTo>
                  <a:pt x="110204" y="396335"/>
                  <a:pt x="45339" y="316802"/>
                  <a:pt x="45339" y="235934"/>
                </a:cubicBezTo>
                <a:cubicBezTo>
                  <a:pt x="45339" y="196120"/>
                  <a:pt x="45244" y="99251"/>
                  <a:pt x="45244" y="45149"/>
                </a:cubicBezTo>
                <a:lnTo>
                  <a:pt x="350139" y="45149"/>
                </a:lnTo>
                <a:cubicBezTo>
                  <a:pt x="350234" y="98679"/>
                  <a:pt x="350425" y="194405"/>
                  <a:pt x="350425" y="235934"/>
                </a:cubicBezTo>
                <a:cubicBezTo>
                  <a:pt x="350425" y="316611"/>
                  <a:pt x="285560" y="396240"/>
                  <a:pt x="197834" y="424910"/>
                </a:cubicBezTo>
                <a:close/>
                <a:moveTo>
                  <a:pt x="270510" y="139160"/>
                </a:moveTo>
                <a:lnTo>
                  <a:pt x="299657" y="163640"/>
                </a:lnTo>
                <a:lnTo>
                  <a:pt x="182404" y="303371"/>
                </a:lnTo>
                <a:lnTo>
                  <a:pt x="97917" y="232505"/>
                </a:lnTo>
                <a:lnTo>
                  <a:pt x="122396" y="203359"/>
                </a:lnTo>
                <a:lnTo>
                  <a:pt x="177641" y="249746"/>
                </a:lnTo>
                <a:lnTo>
                  <a:pt x="270510" y="139160"/>
                </a:lnTo>
                <a:close/>
              </a:path>
            </a:pathLst>
          </a:custGeom>
          <a:solidFill>
            <a:srgbClr val="002856"/>
          </a:solidFill>
          <a:ln w="9525" cap="flat">
            <a:noFill/>
            <a:prstDash val="solid"/>
            <a:miter/>
          </a:ln>
        </p:spPr>
        <p:txBody>
          <a:bodyPr rtlCol="0" anchor="ctr"/>
          <a:lstStyle/>
          <a:p>
            <a:endParaRPr lang="en-US" dirty="0"/>
          </a:p>
        </p:txBody>
      </p:sp>
      <p:pic>
        <p:nvPicPr>
          <p:cNvPr id="11" name="Picture 10" descr="A blue letter m&#10;&#10;Description automatically generated">
            <a:extLst>
              <a:ext uri="{FF2B5EF4-FFF2-40B4-BE49-F238E27FC236}">
                <a16:creationId xmlns:a16="http://schemas.microsoft.com/office/drawing/2014/main" id="{450E295E-648B-172A-94BE-41BC68E56080}"/>
              </a:ext>
            </a:extLst>
          </p:cNvPr>
          <p:cNvPicPr>
            <a:picLocks noChangeAspect="1"/>
          </p:cNvPicPr>
          <p:nvPr/>
        </p:nvPicPr>
        <p:blipFill>
          <a:blip r:embed="rId11"/>
          <a:stretch>
            <a:fillRect/>
          </a:stretch>
        </p:blipFill>
        <p:spPr>
          <a:xfrm>
            <a:off x="10590468" y="297384"/>
            <a:ext cx="1285875" cy="581025"/>
          </a:xfrm>
          <a:prstGeom prst="rect">
            <a:avLst/>
          </a:prstGeom>
        </p:spPr>
      </p:pic>
      <p:sp>
        <p:nvSpPr>
          <p:cNvPr id="4" name="TextBox 3">
            <a:extLst>
              <a:ext uri="{FF2B5EF4-FFF2-40B4-BE49-F238E27FC236}">
                <a16:creationId xmlns:a16="http://schemas.microsoft.com/office/drawing/2014/main" id="{339A6A78-B913-974F-4046-45F30B1F2006}"/>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36</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997821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56787" y="296145"/>
            <a:ext cx="6519672" cy="588637"/>
          </a:xfrm>
        </p:spPr>
        <p:txBody>
          <a:bodyPr/>
          <a:lstStyle/>
          <a:p>
            <a:r>
              <a:rPr lang="en-US" dirty="0">
                <a:solidFill>
                  <a:schemeClr val="bg1"/>
                </a:solidFill>
                <a:ea typeface="+mj-lt"/>
                <a:cs typeface="+mj-lt"/>
              </a:rPr>
              <a:t>FLEXA</a:t>
            </a:r>
            <a:endParaRPr lang="en-US" dirty="0"/>
          </a:p>
        </p:txBody>
      </p:sp>
      <p:sp>
        <p:nvSpPr>
          <p:cNvPr id="7" name="TextBox 6">
            <a:extLst>
              <a:ext uri="{FF2B5EF4-FFF2-40B4-BE49-F238E27FC236}">
                <a16:creationId xmlns:a16="http://schemas.microsoft.com/office/drawing/2014/main" id="{8D21CB09-BCBB-5D55-6F98-A6C974764DBF}"/>
              </a:ext>
            </a:extLst>
          </p:cNvPr>
          <p:cNvSpPr txBox="1"/>
          <p:nvPr/>
        </p:nvSpPr>
        <p:spPr>
          <a:xfrm>
            <a:off x="7044565" y="253301"/>
            <a:ext cx="4921919" cy="492443"/>
          </a:xfrm>
          <a:prstGeom prst="rect">
            <a:avLst/>
          </a:prstGeom>
          <a:noFill/>
        </p:spPr>
        <p:txBody>
          <a:bodyPr wrap="square" lIns="91440" tIns="0" rIns="91440" bIns="0" rtlCol="0" anchor="ctr" anchorCtr="0">
            <a:spAutoFit/>
          </a:bodyPr>
          <a:lstStyle/>
          <a:p>
            <a:pPr>
              <a:defRPr/>
            </a:pPr>
            <a:r>
              <a:rPr lang="en-US" sz="1600" b="1" kern="0" dirty="0">
                <a:solidFill>
                  <a:srgbClr val="FF540A"/>
                </a:solidFill>
                <a:ea typeface="+mn-lt"/>
                <a:cs typeface="+mn-lt"/>
                <a:sym typeface="Arial"/>
              </a:rPr>
              <a:t>POLIMI Graduate School of Management</a:t>
            </a:r>
            <a:endParaRPr lang="en-US" dirty="0">
              <a:ea typeface="+mn-ea"/>
            </a:endParaRPr>
          </a:p>
          <a:p>
            <a:pPr>
              <a:buClr>
                <a:srgbClr val="000000"/>
              </a:buClr>
              <a:defRPr/>
            </a:pPr>
            <a:r>
              <a:rPr lang="en-US" sz="1600" b="1" kern="0" dirty="0">
                <a:solidFill>
                  <a:srgbClr val="FF540A"/>
                </a:solidFill>
                <a:latin typeface="Arial" panose="020B0604020202020204"/>
                <a:cs typeface="Arial"/>
                <a:sym typeface="Arial"/>
              </a:rPr>
              <a:t>Milan, Italy</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2D744A26-06EC-8773-CDE4-8EBB81145011}"/>
              </a:ext>
            </a:extLst>
          </p:cNvPr>
          <p:cNvGrpSpPr/>
          <p:nvPr/>
        </p:nvGrpSpPr>
        <p:grpSpPr>
          <a:xfrm>
            <a:off x="456787" y="1264739"/>
            <a:ext cx="6013682" cy="938719"/>
            <a:chOff x="457200" y="1155901"/>
            <a:chExt cx="6013682" cy="938719"/>
          </a:xfrm>
        </p:grpSpPr>
        <p:sp>
          <p:nvSpPr>
            <p:cNvPr id="40" name="TextBox 39">
              <a:extLst>
                <a:ext uri="{FF2B5EF4-FFF2-40B4-BE49-F238E27FC236}">
                  <a16:creationId xmlns:a16="http://schemas.microsoft.com/office/drawing/2014/main" id="{8BDBAD64-9C5A-F913-FEB8-3F512B749AE3}"/>
                </a:ext>
              </a:extLst>
            </p:cNvPr>
            <p:cNvSpPr txBox="1"/>
            <p:nvPr/>
          </p:nvSpPr>
          <p:spPr>
            <a:xfrm>
              <a:off x="457200" y="1155901"/>
              <a:ext cx="6013682" cy="938719"/>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schemeClr val="bg2"/>
                  </a:solidFill>
                  <a:latin typeface="Arial" panose="020B0604020202020204"/>
                </a:rPr>
                <a:t>There is an </a:t>
              </a:r>
              <a:r>
                <a:rPr lang="en-US" sz="1200" dirty="0">
                  <a:solidFill>
                    <a:schemeClr val="bg2"/>
                  </a:solidFill>
                  <a:ea typeface="+mn-lt"/>
                  <a:cs typeface="+mn-lt"/>
                </a:rPr>
                <a:t>overwhelming volume of information and learning opportunities in today's fast-paced world, making it challenging for individuals to identify and prioritize the most relevant content for their career growth. </a:t>
              </a:r>
              <a:endParaRPr lang="en-US" sz="1200" b="0" i="0" u="none" strike="noStrike" kern="1200" cap="none" spc="0" normalizeH="0" baseline="0" noProof="0" dirty="0">
                <a:ln>
                  <a:noFill/>
                </a:ln>
                <a:solidFill>
                  <a:schemeClr val="bg2"/>
                </a:solidFill>
                <a:effectLst/>
                <a:uLnTx/>
                <a:uFillTx/>
                <a:latin typeface="Arial" panose="020B0604020202020204"/>
                <a:cs typeface="Arial"/>
              </a:endParaRP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grpSp>
        <p:nvGrpSpPr>
          <p:cNvPr id="44" name="Group 43">
            <a:extLst>
              <a:ext uri="{FF2B5EF4-FFF2-40B4-BE49-F238E27FC236}">
                <a16:creationId xmlns:a16="http://schemas.microsoft.com/office/drawing/2014/main" id="{219A359F-0A11-CC31-547D-944113C444C1}"/>
              </a:ext>
            </a:extLst>
          </p:cNvPr>
          <p:cNvGrpSpPr/>
          <p:nvPr/>
        </p:nvGrpSpPr>
        <p:grpSpPr>
          <a:xfrm>
            <a:off x="456787" y="2843607"/>
            <a:ext cx="6121262" cy="1492716"/>
            <a:chOff x="457200" y="1155901"/>
            <a:chExt cx="6121262" cy="1492716"/>
          </a:xfrm>
        </p:grpSpPr>
        <p:sp>
          <p:nvSpPr>
            <p:cNvPr id="45" name="TextBox 44">
              <a:extLst>
                <a:ext uri="{FF2B5EF4-FFF2-40B4-BE49-F238E27FC236}">
                  <a16:creationId xmlns:a16="http://schemas.microsoft.com/office/drawing/2014/main" id="{E8A1C92C-C919-3591-5206-36C5B1644F4E}"/>
                </a:ext>
              </a:extLst>
            </p:cNvPr>
            <p:cNvSpPr txBox="1"/>
            <p:nvPr/>
          </p:nvSpPr>
          <p:spPr>
            <a:xfrm>
              <a:off x="457200" y="1155901"/>
              <a:ext cx="6121262" cy="149271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FLEXA, developed by POLIMI GSoM and partners like the University of Padova, uses profile analysis to identify needed managerial skills. It curates personalized learning content from a vast ecosystem, including POLIMI GSoM courses and materials from partners like MIT Sloan and popular MOOC platforms, using advanced AI algorithms. FLEXA offers access to over 400,000 learning items and leverages cloud-native technologies like machine learning and streaming analytics.</a:t>
              </a:r>
              <a:endParaRPr lang="en-US" dirty="0">
                <a:solidFill>
                  <a:prstClr val="white"/>
                </a:solidFill>
              </a:endParaRPr>
            </a:p>
          </p:txBody>
        </p:sp>
        <p:cxnSp>
          <p:nvCxnSpPr>
            <p:cNvPr id="46" name="Straight Connector 45">
              <a:extLst>
                <a:ext uri="{FF2B5EF4-FFF2-40B4-BE49-F238E27FC236}">
                  <a16:creationId xmlns:a16="http://schemas.microsoft.com/office/drawing/2014/main" id="{D2A71051-2D74-8C4C-FF1E-9D654ED713F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42014"/>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49035"/>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3077766"/>
            <a:chOff x="457200" y="4291325"/>
            <a:chExt cx="4631595" cy="3077766"/>
          </a:xfrm>
        </p:grpSpPr>
        <p:sp>
          <p:nvSpPr>
            <p:cNvPr id="17" name="TextBox 16">
              <a:extLst>
                <a:ext uri="{FF2B5EF4-FFF2-40B4-BE49-F238E27FC236}">
                  <a16:creationId xmlns:a16="http://schemas.microsoft.com/office/drawing/2014/main" id="{3FBB2531-0FF2-F3B8-90CB-048C7CED8520}"/>
                </a:ext>
              </a:extLst>
            </p:cNvPr>
            <p:cNvSpPr txBox="1"/>
            <p:nvPr/>
          </p:nvSpPr>
          <p:spPr>
            <a:xfrm>
              <a:off x="457201" y="4291325"/>
              <a:ext cx="3949852" cy="3077766"/>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Enhanced user engagement:</a:t>
              </a:r>
              <a:r>
                <a:rPr lang="en-US" sz="1200" dirty="0">
                  <a:solidFill>
                    <a:prstClr val="black"/>
                  </a:solidFill>
                  <a:ea typeface="+mn-lt"/>
                  <a:cs typeface="+mn-lt"/>
                </a:rPr>
                <a:t> Over 6,500 users from 40 countries engage with FLEXA, with 79.91% rating the AI-recommended content as relevant and high-quality.</a:t>
              </a:r>
              <a:endParaRPr lang="en-US" sz="1200" b="1" i="0" u="none" strike="noStrike" kern="1200" cap="none" spc="0" normalizeH="0" baseline="0" noProof="0" dirty="0">
                <a:ln>
                  <a:noFill/>
                </a:ln>
                <a:solidFill>
                  <a:prstClr val="black"/>
                </a:solidFill>
                <a:effectLst/>
                <a:uLnTx/>
                <a:uFillTx/>
                <a:latin typeface="Arial" panose="020B0604020202020204"/>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Increased program value</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Integration of FLEXA into </a:t>
              </a:r>
              <a:r>
                <a:rPr lang="en-US" sz="1200" dirty="0" err="1">
                  <a:solidFill>
                    <a:prstClr val="black"/>
                  </a:solidFill>
                  <a:ea typeface="+mn-lt"/>
                  <a:cs typeface="+mn-lt"/>
                </a:rPr>
                <a:t>POLIMI</a:t>
              </a:r>
              <a:r>
                <a:rPr lang="en-US" sz="1200" dirty="0">
                  <a:solidFill>
                    <a:prstClr val="black"/>
                  </a:solidFill>
                  <a:ea typeface="+mn-lt"/>
                  <a:cs typeface="+mn-lt"/>
                </a:rPr>
                <a:t> </a:t>
              </a:r>
              <a:r>
                <a:rPr lang="en-US" sz="1200" dirty="0" err="1">
                  <a:solidFill>
                    <a:prstClr val="black"/>
                  </a:solidFill>
                  <a:ea typeface="+mn-lt"/>
                  <a:cs typeface="+mn-lt"/>
                </a:rPr>
                <a:t>GSoM’s</a:t>
              </a:r>
              <a:r>
                <a:rPr lang="en-US" sz="1200" dirty="0">
                  <a:solidFill>
                    <a:prstClr val="black"/>
                  </a:solidFill>
                  <a:ea typeface="+mn-lt"/>
                  <a:cs typeface="+mn-lt"/>
                </a:rPr>
                <a:t> master programs increased perceived value and boosted average tuition fees by 10%.</a:t>
              </a:r>
              <a:endParaRPr lang="en-US" sz="1200" i="0" u="none" strike="noStrike" kern="1200" cap="none" spc="0" normalizeH="0" baseline="0" noProof="0" dirty="0">
                <a:ln>
                  <a:noFill/>
                </a:ln>
                <a:solidFill>
                  <a:prstClr val="black"/>
                </a:solidFill>
                <a:effectLst/>
                <a:uLnTx/>
                <a:uFillTx/>
                <a:ea typeface="+mn-lt"/>
                <a:cs typeface="+mn-lt"/>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Improved personalization:</a:t>
              </a:r>
              <a:r>
                <a:rPr lang="en-US" sz="1200" dirty="0">
                  <a:solidFill>
                    <a:prstClr val="black"/>
                  </a:solidFill>
                  <a:ea typeface="+mn-lt"/>
                  <a:cs typeface="+mn-lt"/>
                </a:rPr>
                <a:t> Collection of student profile data enables personalized services from teachers and staff.</a:t>
              </a:r>
              <a:endParaRPr lang="en-US" sz="1200" b="1" i="0" u="none" strike="noStrike" kern="1200" cap="none" spc="0" normalizeH="0" baseline="0" noProof="0" dirty="0">
                <a:ln>
                  <a:noFill/>
                </a:ln>
                <a:solidFill>
                  <a:prstClr val="black"/>
                </a:solidFill>
                <a:effectLst/>
                <a:uLnTx/>
                <a:uFillTx/>
                <a:latin typeface="Arial" panose="020B0604020202020204"/>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lang="en-US" sz="1200" i="1" kern="0" dirty="0">
                <a:solidFill>
                  <a:srgbClr val="000000"/>
                </a:solidFill>
                <a:latin typeface="Arial"/>
                <a:cs typeface="Arial"/>
                <a:sym typeface="Arial"/>
              </a:rPr>
              <a:t>“</a:t>
            </a:r>
            <a:r>
              <a:rPr lang="en-US" sz="1200" i="1" kern="0" dirty="0">
                <a:solidFill>
                  <a:srgbClr val="000000"/>
                </a:solidFill>
                <a:ea typeface="+mn-lt"/>
                <a:cs typeface="+mn-lt"/>
                <a:sym typeface="Arial"/>
              </a:rPr>
              <a:t>This revolutionary digital mentor uses AI, data analytics and cloud services to design an individualized educational path for its users.”</a:t>
            </a:r>
            <a:endParaRPr lang="en-US" sz="1200" b="0" i="1" u="none" strike="noStrike" kern="0" cap="none" spc="0" normalizeH="0" baseline="0" noProof="0" dirty="0">
              <a:ln>
                <a:noFill/>
              </a:ln>
              <a:solidFill>
                <a:srgbClr val="000000"/>
              </a:solidFill>
              <a:effectLst/>
              <a:uLnTx/>
              <a:uFillTx/>
              <a:latin typeface="Arial"/>
              <a:cs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a:solidFill>
                  <a:srgbClr val="000000"/>
                </a:solidFill>
                <a:ea typeface="+mn-lt"/>
                <a:cs typeface="+mn-lt"/>
                <a:sym typeface="Arial"/>
              </a:rPr>
              <a:t>POLIMI Graduate School of Management</a:t>
            </a:r>
            <a:endParaRPr lang="en-US" sz="1200" b="0" i="0" u="none" strike="noStrike" kern="0" cap="none" spc="0" normalizeH="0" baseline="0" noProof="0" dirty="0">
              <a:ln>
                <a:noFill/>
              </a:ln>
              <a:solidFill>
                <a:srgbClr val="000000"/>
              </a:solidFill>
              <a:effectLst/>
              <a:uLnTx/>
              <a:uFillTx/>
              <a:ea typeface="+mn-lt"/>
              <a:cs typeface="+mn-lt"/>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2024 Eye on Innovation Awards for Higher Education, </a:t>
            </a:r>
            <a:r>
              <a:rPr lang="en-US" sz="800" dirty="0">
                <a:solidFill>
                  <a:prstClr val="white"/>
                </a:solidFill>
                <a:latin typeface="Arial" panose="020B0604020202020204"/>
              </a:rPr>
              <a:t>POLIMI Graduate School of Management, Milan,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Italy </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42AEB67B-A9FB-8741-DCBB-B274280CF306}"/>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sym typeface="Arial"/>
              </a:rPr>
              <a:t>Data and analytics</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Learning systems</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Natural language processing</a:t>
            </a: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26" name="Rectangle 25">
            <a:extLst>
              <a:ext uri="{FF2B5EF4-FFF2-40B4-BE49-F238E27FC236}">
                <a16:creationId xmlns:a16="http://schemas.microsoft.com/office/drawing/2014/main" id="{C169A4EF-1044-9BA3-624C-88406B14CE5D}"/>
              </a:ext>
            </a:extLst>
          </p:cNvPr>
          <p:cNvSpPr/>
          <p:nvPr/>
        </p:nvSpPr>
        <p:spPr>
          <a:xfrm>
            <a:off x="456787" y="4830677"/>
            <a:ext cx="2221992" cy="1046440"/>
          </a:xfrm>
          <a:prstGeom prst="rect">
            <a:avLst/>
          </a:prstGeom>
          <a:noFill/>
          <a:ln w="25400" cap="flat" cmpd="sng" algn="ctr">
            <a:noFill/>
            <a:prstDash val="solid"/>
          </a:ln>
          <a:effectLst/>
        </p:spPr>
        <p:txBody>
          <a:bodyPr wrap="square" lIns="0" tIns="0" rIns="0" bIns="0" rtlCol="0" anchor="ctr">
            <a:spAutoFit/>
          </a:bodyPr>
          <a:lstStyle/>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kumimoji="0" lang="en-US" sz="1200" b="0" i="0" u="none" strike="noStrike" kern="0" cap="none" spc="0" normalizeH="0" baseline="0" noProof="0" dirty="0">
                <a:ln>
                  <a:noFill/>
                </a:ln>
                <a:solidFill>
                  <a:prstClr val="white"/>
                </a:solidFill>
                <a:effectLst/>
                <a:uLnTx/>
                <a:uFillTx/>
                <a:latin typeface="Arial"/>
                <a:ea typeface="+mn-ea"/>
                <a:cs typeface="Arial"/>
                <a:sym typeface="Arial"/>
              </a:rPr>
              <a:t>Artificial Intelligence (AI)</a:t>
            </a:r>
          </a:p>
          <a:p>
            <a:pPr marL="171450" marR="0" lvl="0" indent="-171450" algn="l" defTabSz="914400" rtl="0" eaLnBrk="1" fontAlgn="auto" latinLnBrk="0" hangingPunct="1">
              <a:lnSpc>
                <a:spcPct val="100000"/>
              </a:lnSpc>
              <a:spcBef>
                <a:spcPts val="1200"/>
              </a:spcBef>
              <a:spcAft>
                <a:spcPts val="0"/>
              </a:spcAft>
              <a:buClr>
                <a:prstClr val="white"/>
              </a:buClr>
              <a:buSzTx/>
              <a:buFont typeface="Wingdings" panose="05000000000000000000" pitchFamily="2" charset="2"/>
              <a:buChar char="Ø"/>
              <a:tabLst/>
              <a:defRPr/>
            </a:pPr>
            <a:r>
              <a:rPr lang="en-US" sz="1200" kern="0" dirty="0">
                <a:solidFill>
                  <a:prstClr val="white"/>
                </a:solidFill>
                <a:latin typeface="Arial"/>
                <a:cs typeface="Arial"/>
              </a:rPr>
              <a:t>Cloud</a:t>
            </a:r>
            <a:endParaRPr lang="en-US" sz="1200" b="0" i="0" u="none" strike="noStrike" kern="0" cap="none" spc="0" normalizeH="0" baseline="0" noProof="0" dirty="0">
              <a:ln>
                <a:noFill/>
              </a:ln>
              <a:solidFill>
                <a:prstClr val="white"/>
              </a:solidFill>
              <a:effectLst/>
              <a:uLnTx/>
              <a:uFillTx/>
              <a:latin typeface="Arial"/>
              <a:cs typeface="Arial"/>
            </a:endParaRPr>
          </a:p>
          <a:p>
            <a:pPr marL="171450" indent="-171450">
              <a:spcBef>
                <a:spcPts val="1200"/>
              </a:spcBef>
              <a:buClr>
                <a:prstClr val="white"/>
              </a:buClr>
              <a:buFont typeface="Wingdings" panose="05000000000000000000" pitchFamily="2" charset="2"/>
              <a:buChar char="Ø"/>
              <a:defRPr/>
            </a:pPr>
            <a:r>
              <a:rPr lang="en-US" sz="1200" kern="0" dirty="0">
                <a:solidFill>
                  <a:prstClr val="white"/>
                </a:solidFill>
                <a:latin typeface="Arial"/>
                <a:cs typeface="Arial"/>
              </a:rPr>
              <a:t>Content/knowledge management</a:t>
            </a:r>
            <a:endParaRPr lang="en-US" sz="1200" b="0" i="0" u="none" strike="noStrike" kern="0" cap="none" spc="0" normalizeH="0" baseline="0" noProof="0" dirty="0">
              <a:ln>
                <a:noFill/>
              </a:ln>
              <a:solidFill>
                <a:prstClr val="white"/>
              </a:solidFill>
              <a:effectLst/>
              <a:uLnTx/>
              <a:uFillTx/>
              <a:latin typeface="Arial"/>
              <a:cs typeface="Arial"/>
            </a:endParaRPr>
          </a:p>
        </p:txBody>
      </p:sp>
      <p:sp>
        <p:nvSpPr>
          <p:cNvPr id="12" name="Freeform: Shape 11">
            <a:extLst>
              <a:ext uri="{FF2B5EF4-FFF2-40B4-BE49-F238E27FC236}">
                <a16:creationId xmlns:a16="http://schemas.microsoft.com/office/drawing/2014/main" id="{E29A3ECD-893A-8274-57E5-7C84BF866BD3}"/>
              </a:ext>
            </a:extLst>
          </p:cNvPr>
          <p:cNvSpPr/>
          <p:nvPr/>
        </p:nvSpPr>
        <p:spPr>
          <a:xfrm>
            <a:off x="11305951" y="2660795"/>
            <a:ext cx="533400" cy="542925"/>
          </a:xfrm>
          <a:custGeom>
            <a:avLst/>
            <a:gdLst>
              <a:gd name="connsiteX0" fmla="*/ 534162 w 533400"/>
              <a:gd name="connsiteY0" fmla="*/ 226219 h 542925"/>
              <a:gd name="connsiteX1" fmla="*/ 467106 w 533400"/>
              <a:gd name="connsiteY1" fmla="*/ 159544 h 542925"/>
              <a:gd name="connsiteX2" fmla="*/ 467106 w 533400"/>
              <a:gd name="connsiteY2" fmla="*/ 178594 h 542925"/>
              <a:gd name="connsiteX3" fmla="*/ 467106 w 533400"/>
              <a:gd name="connsiteY3" fmla="*/ 197644 h 542925"/>
              <a:gd name="connsiteX4" fmla="*/ 495872 w 533400"/>
              <a:gd name="connsiteY4" fmla="*/ 226219 h 542925"/>
              <a:gd name="connsiteX5" fmla="*/ 476822 w 533400"/>
              <a:gd name="connsiteY5" fmla="*/ 252984 h 542925"/>
              <a:gd name="connsiteX6" fmla="*/ 467106 w 533400"/>
              <a:gd name="connsiteY6" fmla="*/ 236411 h 542925"/>
              <a:gd name="connsiteX7" fmla="*/ 323374 w 533400"/>
              <a:gd name="connsiteY7" fmla="*/ 159544 h 542925"/>
              <a:gd name="connsiteX8" fmla="*/ 208788 w 533400"/>
              <a:gd name="connsiteY8" fmla="*/ 159544 h 542925"/>
              <a:gd name="connsiteX9" fmla="*/ 141351 w 533400"/>
              <a:gd name="connsiteY9" fmla="*/ 130969 h 542925"/>
              <a:gd name="connsiteX10" fmla="*/ 103061 w 533400"/>
              <a:gd name="connsiteY10" fmla="*/ 130969 h 542925"/>
              <a:gd name="connsiteX11" fmla="*/ 103061 w 533400"/>
              <a:gd name="connsiteY11" fmla="*/ 169069 h 542925"/>
              <a:gd name="connsiteX12" fmla="*/ 103061 w 533400"/>
              <a:gd name="connsiteY12" fmla="*/ 195453 h 542925"/>
              <a:gd name="connsiteX13" fmla="*/ 54007 w 533400"/>
              <a:gd name="connsiteY13" fmla="*/ 254794 h 542925"/>
              <a:gd name="connsiteX14" fmla="*/ 45434 w 533400"/>
              <a:gd name="connsiteY14" fmla="*/ 254794 h 542925"/>
              <a:gd name="connsiteX15" fmla="*/ 7144 w 533400"/>
              <a:gd name="connsiteY15" fmla="*/ 254794 h 542925"/>
              <a:gd name="connsiteX16" fmla="*/ 7144 w 533400"/>
              <a:gd name="connsiteY16" fmla="*/ 292894 h 542925"/>
              <a:gd name="connsiteX17" fmla="*/ 7144 w 533400"/>
              <a:gd name="connsiteY17" fmla="*/ 369094 h 542925"/>
              <a:gd name="connsiteX18" fmla="*/ 7144 w 533400"/>
              <a:gd name="connsiteY18" fmla="*/ 407194 h 542925"/>
              <a:gd name="connsiteX19" fmla="*/ 45434 w 533400"/>
              <a:gd name="connsiteY19" fmla="*/ 407194 h 542925"/>
              <a:gd name="connsiteX20" fmla="*/ 53912 w 533400"/>
              <a:gd name="connsiteY20" fmla="*/ 407194 h 542925"/>
              <a:gd name="connsiteX21" fmla="*/ 122111 w 533400"/>
              <a:gd name="connsiteY21" fmla="*/ 479298 h 542925"/>
              <a:gd name="connsiteX22" fmla="*/ 122111 w 533400"/>
              <a:gd name="connsiteY22" fmla="*/ 502444 h 542925"/>
              <a:gd name="connsiteX23" fmla="*/ 122111 w 533400"/>
              <a:gd name="connsiteY23" fmla="*/ 540544 h 542925"/>
              <a:gd name="connsiteX24" fmla="*/ 160401 w 533400"/>
              <a:gd name="connsiteY24" fmla="*/ 540544 h 542925"/>
              <a:gd name="connsiteX25" fmla="*/ 208312 w 533400"/>
              <a:gd name="connsiteY25" fmla="*/ 540544 h 542925"/>
              <a:gd name="connsiteX26" fmla="*/ 246602 w 533400"/>
              <a:gd name="connsiteY26" fmla="*/ 540544 h 542925"/>
              <a:gd name="connsiteX27" fmla="*/ 246602 w 533400"/>
              <a:gd name="connsiteY27" fmla="*/ 502444 h 542925"/>
              <a:gd name="connsiteX28" fmla="*/ 284893 w 533400"/>
              <a:gd name="connsiteY28" fmla="*/ 502444 h 542925"/>
              <a:gd name="connsiteX29" fmla="*/ 284893 w 533400"/>
              <a:gd name="connsiteY29" fmla="*/ 540544 h 542925"/>
              <a:gd name="connsiteX30" fmla="*/ 323183 w 533400"/>
              <a:gd name="connsiteY30" fmla="*/ 540544 h 542925"/>
              <a:gd name="connsiteX31" fmla="*/ 371094 w 533400"/>
              <a:gd name="connsiteY31" fmla="*/ 540544 h 542925"/>
              <a:gd name="connsiteX32" fmla="*/ 409385 w 533400"/>
              <a:gd name="connsiteY32" fmla="*/ 540544 h 542925"/>
              <a:gd name="connsiteX33" fmla="*/ 409385 w 533400"/>
              <a:gd name="connsiteY33" fmla="*/ 502444 h 542925"/>
              <a:gd name="connsiteX34" fmla="*/ 409385 w 533400"/>
              <a:gd name="connsiteY34" fmla="*/ 479298 h 542925"/>
              <a:gd name="connsiteX35" fmla="*/ 495586 w 533400"/>
              <a:gd name="connsiteY35" fmla="*/ 330994 h 542925"/>
              <a:gd name="connsiteX36" fmla="*/ 490061 w 533400"/>
              <a:gd name="connsiteY36" fmla="*/ 288703 h 542925"/>
              <a:gd name="connsiteX37" fmla="*/ 534162 w 533400"/>
              <a:gd name="connsiteY37" fmla="*/ 226219 h 542925"/>
              <a:gd name="connsiteX38" fmla="*/ 371285 w 533400"/>
              <a:gd name="connsiteY38" fmla="*/ 455390 h 542925"/>
              <a:gd name="connsiteX39" fmla="*/ 371285 w 533400"/>
              <a:gd name="connsiteY39" fmla="*/ 502444 h 542925"/>
              <a:gd name="connsiteX40" fmla="*/ 323374 w 533400"/>
              <a:gd name="connsiteY40" fmla="*/ 502444 h 542925"/>
              <a:gd name="connsiteX41" fmla="*/ 323374 w 533400"/>
              <a:gd name="connsiteY41" fmla="*/ 464344 h 542925"/>
              <a:gd name="connsiteX42" fmla="*/ 208407 w 533400"/>
              <a:gd name="connsiteY42" fmla="*/ 464344 h 542925"/>
              <a:gd name="connsiteX43" fmla="*/ 208407 w 533400"/>
              <a:gd name="connsiteY43" fmla="*/ 502444 h 542925"/>
              <a:gd name="connsiteX44" fmla="*/ 160496 w 533400"/>
              <a:gd name="connsiteY44" fmla="*/ 502444 h 542925"/>
              <a:gd name="connsiteX45" fmla="*/ 160496 w 533400"/>
              <a:gd name="connsiteY45" fmla="*/ 455390 h 542925"/>
              <a:gd name="connsiteX46" fmla="*/ 79915 w 533400"/>
              <a:gd name="connsiteY46" fmla="*/ 369094 h 542925"/>
              <a:gd name="connsiteX47" fmla="*/ 45434 w 533400"/>
              <a:gd name="connsiteY47" fmla="*/ 369094 h 542925"/>
              <a:gd name="connsiteX48" fmla="*/ 45434 w 533400"/>
              <a:gd name="connsiteY48" fmla="*/ 292894 h 542925"/>
              <a:gd name="connsiteX49" fmla="*/ 79820 w 533400"/>
              <a:gd name="connsiteY49" fmla="*/ 292894 h 542925"/>
              <a:gd name="connsiteX50" fmla="*/ 141256 w 533400"/>
              <a:gd name="connsiteY50" fmla="*/ 215646 h 542925"/>
              <a:gd name="connsiteX51" fmla="*/ 141256 w 533400"/>
              <a:gd name="connsiteY51" fmla="*/ 169069 h 542925"/>
              <a:gd name="connsiteX52" fmla="*/ 189167 w 533400"/>
              <a:gd name="connsiteY52" fmla="*/ 197644 h 542925"/>
              <a:gd name="connsiteX53" fmla="*/ 208312 w 533400"/>
              <a:gd name="connsiteY53" fmla="*/ 197644 h 542925"/>
              <a:gd name="connsiteX54" fmla="*/ 323374 w 533400"/>
              <a:gd name="connsiteY54" fmla="*/ 197644 h 542925"/>
              <a:gd name="connsiteX55" fmla="*/ 457486 w 533400"/>
              <a:gd name="connsiteY55" fmla="*/ 330994 h 542925"/>
              <a:gd name="connsiteX56" fmla="*/ 371285 w 533400"/>
              <a:gd name="connsiteY56" fmla="*/ 455390 h 542925"/>
              <a:gd name="connsiteX57" fmla="*/ 217170 w 533400"/>
              <a:gd name="connsiteY57" fmla="*/ 216694 h 542925"/>
              <a:gd name="connsiteX58" fmla="*/ 332137 w 533400"/>
              <a:gd name="connsiteY58" fmla="*/ 216694 h 542925"/>
              <a:gd name="connsiteX59" fmla="*/ 332137 w 533400"/>
              <a:gd name="connsiteY59" fmla="*/ 254794 h 542925"/>
              <a:gd name="connsiteX60" fmla="*/ 217170 w 533400"/>
              <a:gd name="connsiteY60" fmla="*/ 254794 h 542925"/>
              <a:gd name="connsiteX61" fmla="*/ 217170 w 533400"/>
              <a:gd name="connsiteY61" fmla="*/ 216694 h 542925"/>
              <a:gd name="connsiteX62" fmla="*/ 274701 w 533400"/>
              <a:gd name="connsiteY62" fmla="*/ 140494 h 542925"/>
              <a:gd name="connsiteX63" fmla="*/ 341757 w 533400"/>
              <a:gd name="connsiteY63" fmla="*/ 73819 h 542925"/>
              <a:gd name="connsiteX64" fmla="*/ 274701 w 533400"/>
              <a:gd name="connsiteY64" fmla="*/ 7144 h 542925"/>
              <a:gd name="connsiteX65" fmla="*/ 207645 w 533400"/>
              <a:gd name="connsiteY65" fmla="*/ 73819 h 542925"/>
              <a:gd name="connsiteX66" fmla="*/ 274701 w 533400"/>
              <a:gd name="connsiteY66" fmla="*/ 140494 h 542925"/>
              <a:gd name="connsiteX67" fmla="*/ 274701 w 533400"/>
              <a:gd name="connsiteY67" fmla="*/ 45244 h 542925"/>
              <a:gd name="connsiteX68" fmla="*/ 303467 w 533400"/>
              <a:gd name="connsiteY68" fmla="*/ 73819 h 542925"/>
              <a:gd name="connsiteX69" fmla="*/ 274701 w 533400"/>
              <a:gd name="connsiteY69" fmla="*/ 102394 h 542925"/>
              <a:gd name="connsiteX70" fmla="*/ 245936 w 533400"/>
              <a:gd name="connsiteY70" fmla="*/ 73819 h 542925"/>
              <a:gd name="connsiteX71" fmla="*/ 274701 w 533400"/>
              <a:gd name="connsiteY71" fmla="*/ 45244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33400" h="542925">
                <a:moveTo>
                  <a:pt x="534162" y="226219"/>
                </a:moveTo>
                <a:cubicBezTo>
                  <a:pt x="534162" y="189452"/>
                  <a:pt x="504063" y="159544"/>
                  <a:pt x="467106" y="159544"/>
                </a:cubicBezTo>
                <a:lnTo>
                  <a:pt x="467106" y="178594"/>
                </a:lnTo>
                <a:lnTo>
                  <a:pt x="467106" y="197644"/>
                </a:lnTo>
                <a:cubicBezTo>
                  <a:pt x="482918" y="197644"/>
                  <a:pt x="495872" y="210503"/>
                  <a:pt x="495872" y="226219"/>
                </a:cubicBezTo>
                <a:cubicBezTo>
                  <a:pt x="495872" y="238601"/>
                  <a:pt x="487871" y="249079"/>
                  <a:pt x="476822" y="252984"/>
                </a:cubicBezTo>
                <a:cubicBezTo>
                  <a:pt x="473869" y="247269"/>
                  <a:pt x="470725" y="241744"/>
                  <a:pt x="467106" y="236411"/>
                </a:cubicBezTo>
                <a:cubicBezTo>
                  <a:pt x="436150" y="190119"/>
                  <a:pt x="383286" y="159544"/>
                  <a:pt x="323374" y="159544"/>
                </a:cubicBezTo>
                <a:lnTo>
                  <a:pt x="208788" y="159544"/>
                </a:lnTo>
                <a:cubicBezTo>
                  <a:pt x="191834" y="141542"/>
                  <a:pt x="167640" y="130969"/>
                  <a:pt x="141351" y="130969"/>
                </a:cubicBezTo>
                <a:lnTo>
                  <a:pt x="103061" y="130969"/>
                </a:lnTo>
                <a:lnTo>
                  <a:pt x="103061" y="169069"/>
                </a:lnTo>
                <a:lnTo>
                  <a:pt x="103061" y="195453"/>
                </a:lnTo>
                <a:cubicBezTo>
                  <a:pt x="82296" y="211360"/>
                  <a:pt x="65532" y="231648"/>
                  <a:pt x="54007" y="254794"/>
                </a:cubicBezTo>
                <a:lnTo>
                  <a:pt x="45434" y="254794"/>
                </a:lnTo>
                <a:lnTo>
                  <a:pt x="7144" y="254794"/>
                </a:lnTo>
                <a:lnTo>
                  <a:pt x="7144" y="292894"/>
                </a:lnTo>
                <a:lnTo>
                  <a:pt x="7144" y="369094"/>
                </a:lnTo>
                <a:lnTo>
                  <a:pt x="7144" y="407194"/>
                </a:lnTo>
                <a:lnTo>
                  <a:pt x="45434" y="407194"/>
                </a:lnTo>
                <a:lnTo>
                  <a:pt x="53912" y="407194"/>
                </a:lnTo>
                <a:cubicBezTo>
                  <a:pt x="68961" y="437198"/>
                  <a:pt x="92869" y="462439"/>
                  <a:pt x="122111" y="479298"/>
                </a:cubicBezTo>
                <a:lnTo>
                  <a:pt x="122111" y="502444"/>
                </a:lnTo>
                <a:lnTo>
                  <a:pt x="122111" y="540544"/>
                </a:lnTo>
                <a:lnTo>
                  <a:pt x="160401" y="540544"/>
                </a:lnTo>
                <a:lnTo>
                  <a:pt x="208312" y="540544"/>
                </a:lnTo>
                <a:lnTo>
                  <a:pt x="246602" y="540544"/>
                </a:lnTo>
                <a:lnTo>
                  <a:pt x="246602" y="502444"/>
                </a:lnTo>
                <a:lnTo>
                  <a:pt x="284893" y="502444"/>
                </a:lnTo>
                <a:lnTo>
                  <a:pt x="284893" y="540544"/>
                </a:lnTo>
                <a:lnTo>
                  <a:pt x="323183" y="540544"/>
                </a:lnTo>
                <a:lnTo>
                  <a:pt x="371094" y="540544"/>
                </a:lnTo>
                <a:lnTo>
                  <a:pt x="409385" y="540544"/>
                </a:lnTo>
                <a:lnTo>
                  <a:pt x="409385" y="502444"/>
                </a:lnTo>
                <a:lnTo>
                  <a:pt x="409385" y="479298"/>
                </a:lnTo>
                <a:cubicBezTo>
                  <a:pt x="461867" y="449009"/>
                  <a:pt x="495586" y="392335"/>
                  <a:pt x="495586" y="330994"/>
                </a:cubicBezTo>
                <a:cubicBezTo>
                  <a:pt x="495586" y="316325"/>
                  <a:pt x="493490" y="302228"/>
                  <a:pt x="490061" y="288703"/>
                </a:cubicBezTo>
                <a:cubicBezTo>
                  <a:pt x="515874" y="279273"/>
                  <a:pt x="534162" y="254889"/>
                  <a:pt x="534162" y="226219"/>
                </a:cubicBezTo>
                <a:close/>
                <a:moveTo>
                  <a:pt x="371285" y="455390"/>
                </a:moveTo>
                <a:lnTo>
                  <a:pt x="371285" y="502444"/>
                </a:lnTo>
                <a:lnTo>
                  <a:pt x="323374" y="502444"/>
                </a:lnTo>
                <a:lnTo>
                  <a:pt x="323374" y="464344"/>
                </a:lnTo>
                <a:lnTo>
                  <a:pt x="208407" y="464344"/>
                </a:lnTo>
                <a:lnTo>
                  <a:pt x="208407" y="502444"/>
                </a:lnTo>
                <a:lnTo>
                  <a:pt x="160496" y="502444"/>
                </a:lnTo>
                <a:lnTo>
                  <a:pt x="160496" y="455390"/>
                </a:lnTo>
                <a:cubicBezTo>
                  <a:pt x="121825" y="440626"/>
                  <a:pt x="91821" y="408813"/>
                  <a:pt x="79915" y="369094"/>
                </a:cubicBezTo>
                <a:lnTo>
                  <a:pt x="45434" y="369094"/>
                </a:lnTo>
                <a:lnTo>
                  <a:pt x="45434" y="292894"/>
                </a:lnTo>
                <a:lnTo>
                  <a:pt x="79820" y="292894"/>
                </a:lnTo>
                <a:cubicBezTo>
                  <a:pt x="89630" y="260033"/>
                  <a:pt x="112014" y="232505"/>
                  <a:pt x="141256" y="215646"/>
                </a:cubicBezTo>
                <a:lnTo>
                  <a:pt x="141256" y="169069"/>
                </a:lnTo>
                <a:cubicBezTo>
                  <a:pt x="160401" y="169069"/>
                  <a:pt x="179546" y="178594"/>
                  <a:pt x="189167" y="197644"/>
                </a:cubicBezTo>
                <a:cubicBezTo>
                  <a:pt x="189167" y="197644"/>
                  <a:pt x="204978" y="197644"/>
                  <a:pt x="208312" y="197644"/>
                </a:cubicBezTo>
                <a:lnTo>
                  <a:pt x="323374" y="197644"/>
                </a:lnTo>
                <a:cubicBezTo>
                  <a:pt x="397478" y="197644"/>
                  <a:pt x="457486" y="257366"/>
                  <a:pt x="457486" y="330994"/>
                </a:cubicBezTo>
                <a:cubicBezTo>
                  <a:pt x="457486" y="387858"/>
                  <a:pt x="421672" y="436245"/>
                  <a:pt x="371285" y="455390"/>
                </a:cubicBezTo>
                <a:close/>
                <a:moveTo>
                  <a:pt x="217170" y="216694"/>
                </a:moveTo>
                <a:lnTo>
                  <a:pt x="332137" y="216694"/>
                </a:lnTo>
                <a:lnTo>
                  <a:pt x="332137" y="254794"/>
                </a:lnTo>
                <a:lnTo>
                  <a:pt x="217170" y="254794"/>
                </a:lnTo>
                <a:lnTo>
                  <a:pt x="217170" y="216694"/>
                </a:lnTo>
                <a:close/>
                <a:moveTo>
                  <a:pt x="274701" y="140494"/>
                </a:moveTo>
                <a:cubicBezTo>
                  <a:pt x="311658" y="140494"/>
                  <a:pt x="341757" y="110585"/>
                  <a:pt x="341757" y="73819"/>
                </a:cubicBezTo>
                <a:cubicBezTo>
                  <a:pt x="341757" y="37052"/>
                  <a:pt x="311658" y="7144"/>
                  <a:pt x="274701" y="7144"/>
                </a:cubicBezTo>
                <a:cubicBezTo>
                  <a:pt x="237744" y="7144"/>
                  <a:pt x="207645" y="37052"/>
                  <a:pt x="207645" y="73819"/>
                </a:cubicBezTo>
                <a:cubicBezTo>
                  <a:pt x="207645" y="110585"/>
                  <a:pt x="237649" y="140494"/>
                  <a:pt x="274701" y="140494"/>
                </a:cubicBezTo>
                <a:close/>
                <a:moveTo>
                  <a:pt x="274701" y="45244"/>
                </a:moveTo>
                <a:cubicBezTo>
                  <a:pt x="290513" y="45244"/>
                  <a:pt x="303467" y="58103"/>
                  <a:pt x="303467" y="73819"/>
                </a:cubicBezTo>
                <a:cubicBezTo>
                  <a:pt x="303467" y="89535"/>
                  <a:pt x="290608" y="102394"/>
                  <a:pt x="274701" y="102394"/>
                </a:cubicBezTo>
                <a:cubicBezTo>
                  <a:pt x="258890" y="102394"/>
                  <a:pt x="245936" y="89535"/>
                  <a:pt x="245936" y="73819"/>
                </a:cubicBezTo>
                <a:cubicBezTo>
                  <a:pt x="245936" y="58103"/>
                  <a:pt x="258794" y="45244"/>
                  <a:pt x="274701" y="45244"/>
                </a:cubicBezTo>
                <a:close/>
              </a:path>
            </a:pathLst>
          </a:custGeom>
          <a:solidFill>
            <a:srgbClr val="002856"/>
          </a:soli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DB005A98-4136-8A77-3505-E46E76BB27F4}"/>
              </a:ext>
            </a:extLst>
          </p:cNvPr>
          <p:cNvSpPr/>
          <p:nvPr/>
        </p:nvSpPr>
        <p:spPr>
          <a:xfrm>
            <a:off x="11385220" y="3588987"/>
            <a:ext cx="390525" cy="466725"/>
          </a:xfrm>
          <a:custGeom>
            <a:avLst/>
            <a:gdLst>
              <a:gd name="connsiteX0" fmla="*/ 279273 w 390525"/>
              <a:gd name="connsiteY0" fmla="*/ 245745 h 466725"/>
              <a:gd name="connsiteX1" fmla="*/ 330994 w 390525"/>
              <a:gd name="connsiteY1" fmla="*/ 140494 h 466725"/>
              <a:gd name="connsiteX2" fmla="*/ 197644 w 390525"/>
              <a:gd name="connsiteY2" fmla="*/ 7144 h 466725"/>
              <a:gd name="connsiteX3" fmla="*/ 64294 w 390525"/>
              <a:gd name="connsiteY3" fmla="*/ 140494 h 466725"/>
              <a:gd name="connsiteX4" fmla="*/ 116015 w 390525"/>
              <a:gd name="connsiteY4" fmla="*/ 245745 h 466725"/>
              <a:gd name="connsiteX5" fmla="*/ 7144 w 390525"/>
              <a:gd name="connsiteY5" fmla="*/ 245745 h 466725"/>
              <a:gd name="connsiteX6" fmla="*/ 7144 w 390525"/>
              <a:gd name="connsiteY6" fmla="*/ 464344 h 466725"/>
              <a:gd name="connsiteX7" fmla="*/ 45244 w 390525"/>
              <a:gd name="connsiteY7" fmla="*/ 464344 h 466725"/>
              <a:gd name="connsiteX8" fmla="*/ 45244 w 390525"/>
              <a:gd name="connsiteY8" fmla="*/ 283845 h 466725"/>
              <a:gd name="connsiteX9" fmla="*/ 350044 w 390525"/>
              <a:gd name="connsiteY9" fmla="*/ 283845 h 466725"/>
              <a:gd name="connsiteX10" fmla="*/ 350044 w 390525"/>
              <a:gd name="connsiteY10" fmla="*/ 464344 h 466725"/>
              <a:gd name="connsiteX11" fmla="*/ 388144 w 390525"/>
              <a:gd name="connsiteY11" fmla="*/ 464344 h 466725"/>
              <a:gd name="connsiteX12" fmla="*/ 388144 w 390525"/>
              <a:gd name="connsiteY12" fmla="*/ 245745 h 466725"/>
              <a:gd name="connsiteX13" fmla="*/ 279273 w 390525"/>
              <a:gd name="connsiteY13" fmla="*/ 245745 h 466725"/>
              <a:gd name="connsiteX14" fmla="*/ 102394 w 390525"/>
              <a:gd name="connsiteY14" fmla="*/ 140494 h 466725"/>
              <a:gd name="connsiteX15" fmla="*/ 197644 w 390525"/>
              <a:gd name="connsiteY15" fmla="*/ 45244 h 466725"/>
              <a:gd name="connsiteX16" fmla="*/ 292894 w 390525"/>
              <a:gd name="connsiteY16" fmla="*/ 140494 h 466725"/>
              <a:gd name="connsiteX17" fmla="*/ 197644 w 390525"/>
              <a:gd name="connsiteY17" fmla="*/ 235744 h 466725"/>
              <a:gd name="connsiteX18" fmla="*/ 102394 w 390525"/>
              <a:gd name="connsiteY18" fmla="*/ 140494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0525" h="466725">
                <a:moveTo>
                  <a:pt x="279273" y="245745"/>
                </a:moveTo>
                <a:cubicBezTo>
                  <a:pt x="310610" y="221361"/>
                  <a:pt x="330994" y="183261"/>
                  <a:pt x="330994" y="140494"/>
                </a:cubicBezTo>
                <a:cubicBezTo>
                  <a:pt x="330994" y="66961"/>
                  <a:pt x="271177" y="7144"/>
                  <a:pt x="197644" y="7144"/>
                </a:cubicBezTo>
                <a:cubicBezTo>
                  <a:pt x="124111" y="7144"/>
                  <a:pt x="64294" y="66961"/>
                  <a:pt x="64294" y="140494"/>
                </a:cubicBezTo>
                <a:cubicBezTo>
                  <a:pt x="64294" y="183261"/>
                  <a:pt x="84677" y="221361"/>
                  <a:pt x="116015" y="245745"/>
                </a:cubicBezTo>
                <a:lnTo>
                  <a:pt x="7144" y="245745"/>
                </a:lnTo>
                <a:lnTo>
                  <a:pt x="7144" y="464344"/>
                </a:lnTo>
                <a:lnTo>
                  <a:pt x="45244" y="464344"/>
                </a:lnTo>
                <a:lnTo>
                  <a:pt x="45244" y="283845"/>
                </a:lnTo>
                <a:lnTo>
                  <a:pt x="350044" y="283845"/>
                </a:lnTo>
                <a:lnTo>
                  <a:pt x="350044" y="464344"/>
                </a:lnTo>
                <a:lnTo>
                  <a:pt x="388144" y="464344"/>
                </a:lnTo>
                <a:lnTo>
                  <a:pt x="388144" y="245745"/>
                </a:lnTo>
                <a:lnTo>
                  <a:pt x="279273" y="245745"/>
                </a:lnTo>
                <a:close/>
                <a:moveTo>
                  <a:pt x="102394" y="140494"/>
                </a:moveTo>
                <a:cubicBezTo>
                  <a:pt x="102394" y="88011"/>
                  <a:pt x="145161" y="45244"/>
                  <a:pt x="197644" y="45244"/>
                </a:cubicBezTo>
                <a:cubicBezTo>
                  <a:pt x="250127" y="45244"/>
                  <a:pt x="292894" y="88011"/>
                  <a:pt x="292894" y="140494"/>
                </a:cubicBezTo>
                <a:cubicBezTo>
                  <a:pt x="292894" y="192977"/>
                  <a:pt x="250127" y="235744"/>
                  <a:pt x="197644" y="235744"/>
                </a:cubicBezTo>
                <a:cubicBezTo>
                  <a:pt x="145161" y="235744"/>
                  <a:pt x="102394" y="192977"/>
                  <a:pt x="102394" y="140494"/>
                </a:cubicBezTo>
                <a:close/>
              </a:path>
            </a:pathLst>
          </a:custGeom>
          <a:solidFill>
            <a:srgbClr val="002856"/>
          </a:solid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F5407BC9-1264-2A53-FB6C-FA68D411A445}"/>
              </a:ext>
            </a:extLst>
          </p:cNvPr>
          <p:cNvSpPr/>
          <p:nvPr/>
        </p:nvSpPr>
        <p:spPr>
          <a:xfrm>
            <a:off x="11317930" y="1776399"/>
            <a:ext cx="504825" cy="428625"/>
          </a:xfrm>
          <a:custGeom>
            <a:avLst/>
            <a:gdLst>
              <a:gd name="connsiteX0" fmla="*/ 502444 w 504825"/>
              <a:gd name="connsiteY0" fmla="*/ 388144 h 428625"/>
              <a:gd name="connsiteX1" fmla="*/ 502444 w 504825"/>
              <a:gd name="connsiteY1" fmla="*/ 426244 h 428625"/>
              <a:gd name="connsiteX2" fmla="*/ 7144 w 504825"/>
              <a:gd name="connsiteY2" fmla="*/ 426244 h 428625"/>
              <a:gd name="connsiteX3" fmla="*/ 7144 w 504825"/>
              <a:gd name="connsiteY3" fmla="*/ 7144 h 428625"/>
              <a:gd name="connsiteX4" fmla="*/ 45244 w 504825"/>
              <a:gd name="connsiteY4" fmla="*/ 7144 h 428625"/>
              <a:gd name="connsiteX5" fmla="*/ 45244 w 504825"/>
              <a:gd name="connsiteY5" fmla="*/ 388144 h 428625"/>
              <a:gd name="connsiteX6" fmla="*/ 502444 w 504825"/>
              <a:gd name="connsiteY6" fmla="*/ 388144 h 428625"/>
              <a:gd name="connsiteX7" fmla="*/ 235744 w 504825"/>
              <a:gd name="connsiteY7" fmla="*/ 224600 h 428625"/>
              <a:gd name="connsiteX8" fmla="*/ 292894 w 504825"/>
              <a:gd name="connsiteY8" fmla="*/ 281750 h 428625"/>
              <a:gd name="connsiteX9" fmla="*/ 445294 w 504825"/>
              <a:gd name="connsiteY9" fmla="*/ 129350 h 428625"/>
              <a:gd name="connsiteX10" fmla="*/ 445294 w 504825"/>
              <a:gd name="connsiteY10" fmla="*/ 216694 h 428625"/>
              <a:gd name="connsiteX11" fmla="*/ 483394 w 504825"/>
              <a:gd name="connsiteY11" fmla="*/ 216694 h 428625"/>
              <a:gd name="connsiteX12" fmla="*/ 483394 w 504825"/>
              <a:gd name="connsiteY12" fmla="*/ 64294 h 428625"/>
              <a:gd name="connsiteX13" fmla="*/ 330994 w 504825"/>
              <a:gd name="connsiteY13" fmla="*/ 64294 h 428625"/>
              <a:gd name="connsiteX14" fmla="*/ 330994 w 504825"/>
              <a:gd name="connsiteY14" fmla="*/ 102394 h 428625"/>
              <a:gd name="connsiteX15" fmla="*/ 418338 w 504825"/>
              <a:gd name="connsiteY15" fmla="*/ 102394 h 428625"/>
              <a:gd name="connsiteX16" fmla="*/ 292894 w 504825"/>
              <a:gd name="connsiteY16" fmla="*/ 227838 h 428625"/>
              <a:gd name="connsiteX17" fmla="*/ 235744 w 504825"/>
              <a:gd name="connsiteY17" fmla="*/ 170688 h 428625"/>
              <a:gd name="connsiteX18" fmla="*/ 84201 w 504825"/>
              <a:gd name="connsiteY18" fmla="*/ 322326 h 428625"/>
              <a:gd name="connsiteX19" fmla="*/ 111157 w 504825"/>
              <a:gd name="connsiteY19" fmla="*/ 349282 h 428625"/>
              <a:gd name="connsiteX20" fmla="*/ 235744 w 504825"/>
              <a:gd name="connsiteY20" fmla="*/ 22460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04825" h="428625">
                <a:moveTo>
                  <a:pt x="502444" y="388144"/>
                </a:moveTo>
                <a:lnTo>
                  <a:pt x="502444" y="426244"/>
                </a:lnTo>
                <a:lnTo>
                  <a:pt x="7144" y="426244"/>
                </a:lnTo>
                <a:lnTo>
                  <a:pt x="7144" y="7144"/>
                </a:lnTo>
                <a:lnTo>
                  <a:pt x="45244" y="7144"/>
                </a:lnTo>
                <a:lnTo>
                  <a:pt x="45244" y="388144"/>
                </a:lnTo>
                <a:lnTo>
                  <a:pt x="502444" y="388144"/>
                </a:lnTo>
                <a:close/>
                <a:moveTo>
                  <a:pt x="235744" y="224600"/>
                </a:moveTo>
                <a:lnTo>
                  <a:pt x="292894" y="281750"/>
                </a:lnTo>
                <a:lnTo>
                  <a:pt x="445294" y="129350"/>
                </a:lnTo>
                <a:lnTo>
                  <a:pt x="445294" y="216694"/>
                </a:lnTo>
                <a:lnTo>
                  <a:pt x="483394" y="216694"/>
                </a:lnTo>
                <a:lnTo>
                  <a:pt x="483394" y="64294"/>
                </a:lnTo>
                <a:lnTo>
                  <a:pt x="330994" y="64294"/>
                </a:lnTo>
                <a:lnTo>
                  <a:pt x="330994" y="102394"/>
                </a:lnTo>
                <a:lnTo>
                  <a:pt x="418338" y="102394"/>
                </a:lnTo>
                <a:lnTo>
                  <a:pt x="292894" y="227838"/>
                </a:lnTo>
                <a:lnTo>
                  <a:pt x="235744" y="170688"/>
                </a:lnTo>
                <a:lnTo>
                  <a:pt x="84201" y="322326"/>
                </a:lnTo>
                <a:lnTo>
                  <a:pt x="111157" y="349282"/>
                </a:lnTo>
                <a:lnTo>
                  <a:pt x="235744" y="224600"/>
                </a:lnTo>
                <a:close/>
              </a:path>
            </a:pathLst>
          </a:custGeom>
          <a:solidFill>
            <a:srgbClr val="002856"/>
          </a:solidFill>
          <a:ln w="9525" cap="flat">
            <a:noFill/>
            <a:prstDash val="solid"/>
            <a:miter/>
          </a:ln>
        </p:spPr>
        <p:txBody>
          <a:bodyPr rtlCol="0" anchor="ctr"/>
          <a:lstStyle/>
          <a:p>
            <a:endParaRPr lang="en-US" dirty="0"/>
          </a:p>
        </p:txBody>
      </p:sp>
      <p:pic>
        <p:nvPicPr>
          <p:cNvPr id="28" name="Picture 27" descr="POLIMI Graduate School of Management">
            <a:extLst>
              <a:ext uri="{FF2B5EF4-FFF2-40B4-BE49-F238E27FC236}">
                <a16:creationId xmlns:a16="http://schemas.microsoft.com/office/drawing/2014/main" id="{F2530BDA-8211-996F-807A-C16D390C2D71}"/>
              </a:ext>
            </a:extLst>
          </p:cNvPr>
          <p:cNvPicPr>
            <a:picLocks noChangeAspect="1"/>
          </p:cNvPicPr>
          <p:nvPr/>
        </p:nvPicPr>
        <p:blipFill>
          <a:blip r:embed="rId10"/>
          <a:stretch>
            <a:fillRect/>
          </a:stretch>
        </p:blipFill>
        <p:spPr>
          <a:xfrm>
            <a:off x="10341953" y="476515"/>
            <a:ext cx="1577924" cy="915756"/>
          </a:xfrm>
          <a:prstGeom prst="rect">
            <a:avLst/>
          </a:prstGeom>
        </p:spPr>
      </p:pic>
      <p:sp>
        <p:nvSpPr>
          <p:cNvPr id="2" name="TextBox 1">
            <a:extLst>
              <a:ext uri="{FF2B5EF4-FFF2-40B4-BE49-F238E27FC236}">
                <a16:creationId xmlns:a16="http://schemas.microsoft.com/office/drawing/2014/main" id="{0168D855-B296-6C21-C485-6467479A84D2}"/>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37</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9309809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DBFF78A5-A363-7FE8-CF85-DD41E9FA482F}"/>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14BC2DD-F50A-D3F7-0219-D55456E775D3}"/>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B0C5C24B-8B84-8B40-B5F7-959A1C01D79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B0C5C24B-8B84-8B40-B5F7-959A1C01D7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795063E-BCD3-DF16-7873-6030B9834267}"/>
              </a:ext>
            </a:extLst>
          </p:cNvPr>
          <p:cNvSpPr>
            <a:spLocks noGrp="1"/>
          </p:cNvSpPr>
          <p:nvPr>
            <p:ph type="title"/>
          </p:nvPr>
        </p:nvSpPr>
        <p:spPr>
          <a:xfrm>
            <a:off x="418632" y="158686"/>
            <a:ext cx="6519672" cy="588637"/>
          </a:xfrm>
        </p:spPr>
        <p:txBody>
          <a:bodyPr/>
          <a:lstStyle/>
          <a:p>
            <a:r>
              <a:rPr lang="en-US" dirty="0" err="1">
                <a:solidFill>
                  <a:schemeClr val="bg1"/>
                </a:solidFill>
              </a:rPr>
              <a:t>iSmartGuide</a:t>
            </a:r>
            <a:r>
              <a:rPr lang="en-US" dirty="0">
                <a:solidFill>
                  <a:schemeClr val="bg1"/>
                </a:solidFill>
              </a:rPr>
              <a:t>: AI-Driven Personalized Adult Learning</a:t>
            </a:r>
          </a:p>
        </p:txBody>
      </p:sp>
      <p:sp>
        <p:nvSpPr>
          <p:cNvPr id="7" name="TextBox 6">
            <a:extLst>
              <a:ext uri="{FF2B5EF4-FFF2-40B4-BE49-F238E27FC236}">
                <a16:creationId xmlns:a16="http://schemas.microsoft.com/office/drawing/2014/main" id="{FD8571F0-09FA-5372-EF6F-550A45E4B847}"/>
              </a:ext>
            </a:extLst>
          </p:cNvPr>
          <p:cNvSpPr txBox="1"/>
          <p:nvPr/>
        </p:nvSpPr>
        <p:spPr>
          <a:xfrm>
            <a:off x="7107172" y="232728"/>
            <a:ext cx="2983746" cy="738664"/>
          </a:xfrm>
          <a:prstGeom prst="rect">
            <a:avLst/>
          </a:prstGeom>
          <a:noFill/>
        </p:spPr>
        <p:txBody>
          <a:bodyPr wrap="square" lIns="91440" tIns="0" rIns="91440" bIns="0" rtlCol="0" anchor="ctr" anchorCtr="0">
            <a:spAutoFit/>
          </a:bodyPr>
          <a:lstStyle/>
          <a:p>
            <a:pPr>
              <a:buClr>
                <a:srgbClr val="000000"/>
              </a:buClr>
              <a:defRPr/>
            </a:pPr>
            <a:r>
              <a:rPr lang="en-US" sz="1600" b="1" kern="0" dirty="0">
                <a:solidFill>
                  <a:srgbClr val="FF540A"/>
                </a:solidFill>
                <a:latin typeface="Arial" panose="020B0604020202020204"/>
                <a:cs typeface="Arial"/>
                <a:sym typeface="Arial"/>
              </a:rPr>
              <a:t>Singapore University of Social Sciences</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600" b="1" kern="0" dirty="0">
                <a:solidFill>
                  <a:srgbClr val="FF540A"/>
                </a:solidFill>
                <a:latin typeface="Arial" panose="020B0604020202020204"/>
                <a:cs typeface="Arial"/>
                <a:sym typeface="Arial"/>
              </a:rPr>
              <a:t>Singapore</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26978596-03DD-64FA-A539-27169AAA0BD0}"/>
              </a:ext>
            </a:extLst>
          </p:cNvPr>
          <p:cNvGrpSpPr/>
          <p:nvPr/>
        </p:nvGrpSpPr>
        <p:grpSpPr>
          <a:xfrm>
            <a:off x="456787" y="1136923"/>
            <a:ext cx="6013682" cy="1308050"/>
            <a:chOff x="457200" y="1155901"/>
            <a:chExt cx="6013682" cy="1308050"/>
          </a:xfrm>
        </p:grpSpPr>
        <p:sp>
          <p:nvSpPr>
            <p:cNvPr id="40" name="TextBox 39">
              <a:extLst>
                <a:ext uri="{FF2B5EF4-FFF2-40B4-BE49-F238E27FC236}">
                  <a16:creationId xmlns:a16="http://schemas.microsoft.com/office/drawing/2014/main" id="{679D25E9-9ECE-FE55-2A96-C871AC86454B}"/>
                </a:ext>
              </a:extLst>
            </p:cNvPr>
            <p:cNvSpPr txBox="1"/>
            <p:nvPr/>
          </p:nvSpPr>
          <p:spPr>
            <a:xfrm>
              <a:off x="457200" y="1155901"/>
              <a:ext cx="6013682"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SUSS found that static digital materials fell short for adult learners juggling work, family, and study, especially during COVID-19. Fragmented resources and limited support hindered engagement and practical application. The solution: an AI-powered platform promoting interdisciplinary, personalized, and accessible lifelong learning, with real-time assistance and data-driven insights.</a:t>
              </a:r>
              <a:endParaRPr lang="en-US" dirty="0">
                <a:solidFill>
                  <a:prstClr val="white"/>
                </a:solidFill>
                <a:ea typeface="+mn-ea"/>
                <a:cs typeface="+mn-cs"/>
              </a:endParaRPr>
            </a:p>
          </p:txBody>
        </p:sp>
        <p:cxnSp>
          <p:nvCxnSpPr>
            <p:cNvPr id="42" name="Straight Connector 41">
              <a:extLst>
                <a:ext uri="{FF2B5EF4-FFF2-40B4-BE49-F238E27FC236}">
                  <a16:creationId xmlns:a16="http://schemas.microsoft.com/office/drawing/2014/main" id="{7BCBC3E9-E0CB-1759-F24A-DED4BDCDB45D}"/>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6EEEBE0B-4E64-245E-A3C1-AD2615985273}"/>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Data and Analytics</a:t>
            </a:r>
            <a:endParaRPr lang="en-US" dirty="0">
              <a:solidFill>
                <a:srgbClr val="000000"/>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Digital Experience</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Cloud</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F958ADD8-FF7A-9C4A-327F-32BBA0A4F842}"/>
              </a:ext>
            </a:extLst>
          </p:cNvPr>
          <p:cNvGrpSpPr/>
          <p:nvPr/>
        </p:nvGrpSpPr>
        <p:grpSpPr>
          <a:xfrm>
            <a:off x="456787" y="2637129"/>
            <a:ext cx="6007564" cy="1308050"/>
            <a:chOff x="457200" y="1155901"/>
            <a:chExt cx="6007564" cy="1308050"/>
          </a:xfrm>
        </p:grpSpPr>
        <p:sp>
          <p:nvSpPr>
            <p:cNvPr id="45" name="TextBox 44">
              <a:extLst>
                <a:ext uri="{FF2B5EF4-FFF2-40B4-BE49-F238E27FC236}">
                  <a16:creationId xmlns:a16="http://schemas.microsoft.com/office/drawing/2014/main" id="{7A832BD6-EBF6-3553-6411-9B6197EA645F}"/>
                </a:ext>
              </a:extLst>
            </p:cNvPr>
            <p:cNvSpPr txBox="1"/>
            <p:nvPr/>
          </p:nvSpPr>
          <p:spPr>
            <a:xfrm>
              <a:off x="457200" y="1155901"/>
              <a:ext cx="5992440" cy="1308050"/>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The team at SUSS developed </a:t>
              </a:r>
              <a:r>
                <a:rPr lang="en-US" sz="1200" dirty="0" err="1">
                  <a:solidFill>
                    <a:prstClr val="white"/>
                  </a:solidFill>
                  <a:ea typeface="+mn-lt"/>
                  <a:cs typeface="+mn-lt"/>
                </a:rPr>
                <a:t>iSmartGuide</a:t>
              </a:r>
              <a:r>
                <a:rPr lang="en-US" sz="1200" dirty="0">
                  <a:solidFill>
                    <a:prstClr val="white"/>
                  </a:solidFill>
                  <a:ea typeface="+mn-lt"/>
                  <a:cs typeface="+mn-lt"/>
                </a:rPr>
                <a:t>, an AI-powered platform using Generative AI and Retrieval-Augmented Generation (RAG) to deliver real-time, personalized support. Drawing from 860+ guides and 10,000 Open Education Resources (OER), </a:t>
              </a:r>
              <a:r>
                <a:rPr lang="en-US" sz="1200" dirty="0" err="1">
                  <a:solidFill>
                    <a:prstClr val="white"/>
                  </a:solidFill>
                  <a:ea typeface="+mn-lt"/>
                  <a:cs typeface="+mn-lt"/>
                </a:rPr>
                <a:t>iSmartGuide</a:t>
              </a:r>
              <a:r>
                <a:rPr lang="en-US" sz="1200" dirty="0">
                  <a:solidFill>
                    <a:prstClr val="white"/>
                  </a:solidFill>
                  <a:ea typeface="+mn-lt"/>
                  <a:cs typeface="+mn-lt"/>
                </a:rPr>
                <a:t> offers adaptive quizzes, multilingual access, gamification, and analytics, enabling inclusive, flexible, and data-informed lifelong learning.</a:t>
              </a:r>
              <a:endParaRPr lang="en-US" dirty="0">
                <a:solidFill>
                  <a:prstClr val="white"/>
                </a:solidFill>
                <a:ea typeface="+mn-ea"/>
                <a:cs typeface="+mn-cs"/>
              </a:endParaRPr>
            </a:p>
          </p:txBody>
        </p:sp>
        <p:cxnSp>
          <p:nvCxnSpPr>
            <p:cNvPr id="46" name="Straight Connector 45">
              <a:extLst>
                <a:ext uri="{FF2B5EF4-FFF2-40B4-BE49-F238E27FC236}">
                  <a16:creationId xmlns:a16="http://schemas.microsoft.com/office/drawing/2014/main" id="{F677797C-F103-45FF-A7EE-5D1DAFC417B0}"/>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60257593-FE38-7F49-E2FD-44C68DEAFFF1}"/>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269712E9-18CB-F731-BABF-BC9B3F5E2A78}"/>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605BF428-D6BF-4349-2D76-436214E1F5C6}"/>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FC4D7E1-AE26-326D-C82A-B38387696CDD}"/>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428638BB-8037-AF67-3BE9-9EE68E24E495}"/>
              </a:ext>
            </a:extLst>
          </p:cNvPr>
          <p:cNvSpPr/>
          <p:nvPr/>
        </p:nvSpPr>
        <p:spPr>
          <a:xfrm>
            <a:off x="3239537" y="492263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Generative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Large Language Models (LLM)</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API</a:t>
            </a:r>
            <a:endParaRPr lang="en-US" dirty="0">
              <a:solidFill>
                <a:prstClr val="white"/>
              </a:solidFill>
              <a:cs typeface="Arial"/>
            </a:endParaRPr>
          </a:p>
        </p:txBody>
      </p:sp>
      <p:sp>
        <p:nvSpPr>
          <p:cNvPr id="5" name="TextBox 4">
            <a:extLst>
              <a:ext uri="{FF2B5EF4-FFF2-40B4-BE49-F238E27FC236}">
                <a16:creationId xmlns:a16="http://schemas.microsoft.com/office/drawing/2014/main" id="{8C8AF4CD-8CC4-8850-4B9F-4DE860DA389F}"/>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38</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grpSp>
        <p:nvGrpSpPr>
          <p:cNvPr id="16" name="Group 15">
            <a:extLst>
              <a:ext uri="{FF2B5EF4-FFF2-40B4-BE49-F238E27FC236}">
                <a16:creationId xmlns:a16="http://schemas.microsoft.com/office/drawing/2014/main" id="{CAAA4872-CB26-6DCB-5B95-30E3104F851C}"/>
              </a:ext>
            </a:extLst>
          </p:cNvPr>
          <p:cNvGrpSpPr/>
          <p:nvPr/>
        </p:nvGrpSpPr>
        <p:grpSpPr>
          <a:xfrm>
            <a:off x="7181063" y="1138435"/>
            <a:ext cx="4631595" cy="2708434"/>
            <a:chOff x="457200" y="4291325"/>
            <a:chExt cx="4631595" cy="2708434"/>
          </a:xfrm>
        </p:grpSpPr>
        <p:sp>
          <p:nvSpPr>
            <p:cNvPr id="17" name="TextBox 16">
              <a:extLst>
                <a:ext uri="{FF2B5EF4-FFF2-40B4-BE49-F238E27FC236}">
                  <a16:creationId xmlns:a16="http://schemas.microsoft.com/office/drawing/2014/main" id="{4ABCD67E-5F1F-0032-9613-8AE6E5E9E905}"/>
                </a:ext>
              </a:extLst>
            </p:cNvPr>
            <p:cNvSpPr txBox="1"/>
            <p:nvPr/>
          </p:nvSpPr>
          <p:spPr>
            <a:xfrm>
              <a:off x="457201" y="4291325"/>
              <a:ext cx="3949852" cy="270843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Learner Engagement</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Engaged 20,000+ learners; 32,000+ queries made after AI Tutor rollout.</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Quiz Usage</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14,000+ quizzes completed within four months of launch; usage peaks during exams and deadlines.</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Academic Support: </a:t>
              </a:r>
              <a:r>
                <a:rPr lang="en-US" sz="1200" dirty="0">
                  <a:solidFill>
                    <a:prstClr val="black"/>
                  </a:solidFill>
                  <a:ea typeface="+mn-lt"/>
                  <a:cs typeface="+mn-lt"/>
                </a:rPr>
                <a:t>High engagement during key periods highlights effectiveness in supporting readiness and lifelong learning.</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FB213981-5E73-7A2F-9E89-1B2A3D03C1FA}"/>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5866AE74-211C-BF8D-A4AA-DB2D9292232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CDD45B3-F807-A317-44A9-CA60EA28915A}"/>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The platform fostered greater learner autonomy and enhanced teaching responsiveness, reinforcing SUSS’s commitment to inclusive, learner-centered education.</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lvl="0" algn="r" defTabSz="914400">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 Senior Executive at </a:t>
            </a:r>
            <a:r>
              <a:rPr lang="en-US" sz="1200" kern="0" dirty="0" err="1">
                <a:solidFill>
                  <a:srgbClr val="000000"/>
                </a:solidFill>
                <a:latin typeface="Arial"/>
                <a:cs typeface="Arial"/>
                <a:sym typeface="Arial"/>
              </a:rPr>
              <a:t>SUSS</a:t>
            </a:r>
            <a:endParaRPr kumimoji="0" lang="en-US" sz="12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C8E401A0-822E-31EC-59AE-A5B366F209F6}"/>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81BD66B2-4670-C47F-34AD-0919A3228478}"/>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8E803247-8E5A-AFAA-A22D-ED46FF2E7090}"/>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3F050571-8553-9CA6-B856-92A9CECA8B64}"/>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ea typeface="+mn-lt"/>
                <a:cs typeface="+mn-lt"/>
              </a:rPr>
              <a:t>Singapore University of Social Sciences, Singapore</a:t>
            </a:r>
            <a:endParaRPr lang="en-US" dirty="0">
              <a:solidFill>
                <a:prstClr val="white"/>
              </a:solidFill>
              <a:cs typeface="Arial"/>
            </a:endParaRPr>
          </a:p>
        </p:txBody>
      </p:sp>
      <p:pic>
        <p:nvPicPr>
          <p:cNvPr id="13" name="Picture 12" descr="File:SUSS new logo.png - Wikipedia">
            <a:extLst>
              <a:ext uri="{FF2B5EF4-FFF2-40B4-BE49-F238E27FC236}">
                <a16:creationId xmlns:a16="http://schemas.microsoft.com/office/drawing/2014/main" id="{AA05B26A-5B88-E1F4-B7AA-229E0186E8C4}"/>
              </a:ext>
            </a:extLst>
          </p:cNvPr>
          <p:cNvPicPr>
            <a:picLocks noChangeAspect="1"/>
          </p:cNvPicPr>
          <p:nvPr/>
        </p:nvPicPr>
        <p:blipFill>
          <a:blip r:embed="rId10"/>
          <a:stretch>
            <a:fillRect/>
          </a:stretch>
        </p:blipFill>
        <p:spPr>
          <a:xfrm>
            <a:off x="10082848" y="267653"/>
            <a:ext cx="1779905" cy="887095"/>
          </a:xfrm>
          <a:prstGeom prst="rect">
            <a:avLst/>
          </a:prstGeom>
        </p:spPr>
      </p:pic>
      <p:pic>
        <p:nvPicPr>
          <p:cNvPr id="2" name="Picture 1" descr="A blue and black logo&#10;&#10;AI-generated content may be incorrect.">
            <a:extLst>
              <a:ext uri="{FF2B5EF4-FFF2-40B4-BE49-F238E27FC236}">
                <a16:creationId xmlns:a16="http://schemas.microsoft.com/office/drawing/2014/main" id="{EAE8CD57-9F15-28C5-8363-78222BB62BDC}"/>
              </a:ext>
            </a:extLst>
          </p:cNvPr>
          <p:cNvPicPr>
            <a:picLocks noChangeAspect="1"/>
          </p:cNvPicPr>
          <p:nvPr/>
        </p:nvPicPr>
        <p:blipFill>
          <a:blip r:embed="rId11"/>
          <a:stretch>
            <a:fillRect/>
          </a:stretch>
        </p:blipFill>
        <p:spPr>
          <a:xfrm>
            <a:off x="11407966" y="1713008"/>
            <a:ext cx="373105" cy="301358"/>
          </a:xfrm>
          <a:prstGeom prst="rect">
            <a:avLst/>
          </a:prstGeom>
        </p:spPr>
      </p:pic>
      <p:sp>
        <p:nvSpPr>
          <p:cNvPr id="11" name="Freeform: Shape 10">
            <a:extLst>
              <a:ext uri="{FF2B5EF4-FFF2-40B4-BE49-F238E27FC236}">
                <a16:creationId xmlns:a16="http://schemas.microsoft.com/office/drawing/2014/main" id="{B531E0B6-3251-4166-A718-541893AE1B34}"/>
              </a:ext>
            </a:extLst>
          </p:cNvPr>
          <p:cNvSpPr>
            <a:spLocks noChangeAspect="1"/>
          </p:cNvSpPr>
          <p:nvPr/>
        </p:nvSpPr>
        <p:spPr>
          <a:xfrm>
            <a:off x="11421737" y="2363100"/>
            <a:ext cx="339572" cy="357842"/>
          </a:xfrm>
          <a:custGeom>
            <a:avLst/>
            <a:gdLst>
              <a:gd name="connsiteX0" fmla="*/ 388144 w 504825"/>
              <a:gd name="connsiteY0" fmla="*/ 130969 h 542925"/>
              <a:gd name="connsiteX1" fmla="*/ 197644 w 504825"/>
              <a:gd name="connsiteY1" fmla="*/ 130969 h 542925"/>
              <a:gd name="connsiteX2" fmla="*/ 197644 w 504825"/>
              <a:gd name="connsiteY2" fmla="*/ 92869 h 542925"/>
              <a:gd name="connsiteX3" fmla="*/ 388144 w 504825"/>
              <a:gd name="connsiteY3" fmla="*/ 92869 h 542925"/>
              <a:gd name="connsiteX4" fmla="*/ 388144 w 504825"/>
              <a:gd name="connsiteY4" fmla="*/ 130969 h 542925"/>
              <a:gd name="connsiteX5" fmla="*/ 426244 w 504825"/>
              <a:gd name="connsiteY5" fmla="*/ 159544 h 542925"/>
              <a:gd name="connsiteX6" fmla="*/ 197644 w 504825"/>
              <a:gd name="connsiteY6" fmla="*/ 159544 h 542925"/>
              <a:gd name="connsiteX7" fmla="*/ 197644 w 504825"/>
              <a:gd name="connsiteY7" fmla="*/ 197644 h 542925"/>
              <a:gd name="connsiteX8" fmla="*/ 426244 w 504825"/>
              <a:gd name="connsiteY8" fmla="*/ 197644 h 542925"/>
              <a:gd name="connsiteX9" fmla="*/ 426244 w 504825"/>
              <a:gd name="connsiteY9" fmla="*/ 159544 h 542925"/>
              <a:gd name="connsiteX10" fmla="*/ 502444 w 504825"/>
              <a:gd name="connsiteY10" fmla="*/ 7144 h 542925"/>
              <a:gd name="connsiteX11" fmla="*/ 502444 w 504825"/>
              <a:gd name="connsiteY11" fmla="*/ 364331 h 542925"/>
              <a:gd name="connsiteX12" fmla="*/ 383381 w 504825"/>
              <a:gd name="connsiteY12" fmla="*/ 483394 h 542925"/>
              <a:gd name="connsiteX13" fmla="*/ 249841 w 504825"/>
              <a:gd name="connsiteY13" fmla="*/ 483394 h 542925"/>
              <a:gd name="connsiteX14" fmla="*/ 140494 w 504825"/>
              <a:gd name="connsiteY14" fmla="*/ 540544 h 542925"/>
              <a:gd name="connsiteX15" fmla="*/ 7144 w 504825"/>
              <a:gd name="connsiteY15" fmla="*/ 407194 h 542925"/>
              <a:gd name="connsiteX16" fmla="*/ 121444 w 504825"/>
              <a:gd name="connsiteY16" fmla="*/ 275368 h 542925"/>
              <a:gd name="connsiteX17" fmla="*/ 121444 w 504825"/>
              <a:gd name="connsiteY17" fmla="*/ 7144 h 542925"/>
              <a:gd name="connsiteX18" fmla="*/ 502444 w 504825"/>
              <a:gd name="connsiteY18" fmla="*/ 7144 h 542925"/>
              <a:gd name="connsiteX19" fmla="*/ 197358 w 504825"/>
              <a:gd name="connsiteY19" fmla="*/ 483394 h 542925"/>
              <a:gd name="connsiteX20" fmla="*/ 227648 w 504825"/>
              <a:gd name="connsiteY20" fmla="*/ 445294 h 542925"/>
              <a:gd name="connsiteX21" fmla="*/ 235649 w 504825"/>
              <a:gd name="connsiteY21" fmla="*/ 407194 h 542925"/>
              <a:gd name="connsiteX22" fmla="*/ 159449 w 504825"/>
              <a:gd name="connsiteY22" fmla="*/ 313849 h 542925"/>
              <a:gd name="connsiteX23" fmla="*/ 140399 w 504825"/>
              <a:gd name="connsiteY23" fmla="*/ 311944 h 542925"/>
              <a:gd name="connsiteX24" fmla="*/ 121349 w 504825"/>
              <a:gd name="connsiteY24" fmla="*/ 313849 h 542925"/>
              <a:gd name="connsiteX25" fmla="*/ 45149 w 504825"/>
              <a:gd name="connsiteY25" fmla="*/ 407194 h 542925"/>
              <a:gd name="connsiteX26" fmla="*/ 140399 w 504825"/>
              <a:gd name="connsiteY26" fmla="*/ 502444 h 542925"/>
              <a:gd name="connsiteX27" fmla="*/ 197358 w 504825"/>
              <a:gd name="connsiteY27" fmla="*/ 483394 h 542925"/>
              <a:gd name="connsiteX28" fmla="*/ 273844 w 504825"/>
              <a:gd name="connsiteY28" fmla="*/ 407194 h 542925"/>
              <a:gd name="connsiteX29" fmla="*/ 268224 w 504825"/>
              <a:gd name="connsiteY29" fmla="*/ 445294 h 542925"/>
              <a:gd name="connsiteX30" fmla="*/ 340519 w 504825"/>
              <a:gd name="connsiteY30" fmla="*/ 445294 h 542925"/>
              <a:gd name="connsiteX31" fmla="*/ 340519 w 504825"/>
              <a:gd name="connsiteY31" fmla="*/ 321469 h 542925"/>
              <a:gd name="connsiteX32" fmla="*/ 464344 w 504825"/>
              <a:gd name="connsiteY32" fmla="*/ 321469 h 542925"/>
              <a:gd name="connsiteX33" fmla="*/ 464344 w 504825"/>
              <a:gd name="connsiteY33" fmla="*/ 45244 h 542925"/>
              <a:gd name="connsiteX34" fmla="*/ 159544 w 504825"/>
              <a:gd name="connsiteY34" fmla="*/ 45244 h 542925"/>
              <a:gd name="connsiteX35" fmla="*/ 159544 w 504825"/>
              <a:gd name="connsiteY35" fmla="*/ 275368 h 542925"/>
              <a:gd name="connsiteX36" fmla="*/ 273844 w 504825"/>
              <a:gd name="connsiteY36" fmla="*/ 407194 h 542925"/>
              <a:gd name="connsiteX37" fmla="*/ 453295 w 504825"/>
              <a:gd name="connsiteY37" fmla="*/ 359569 h 542925"/>
              <a:gd name="connsiteX38" fmla="*/ 378619 w 504825"/>
              <a:gd name="connsiteY38" fmla="*/ 359569 h 542925"/>
              <a:gd name="connsiteX39" fmla="*/ 378619 w 504825"/>
              <a:gd name="connsiteY39" fmla="*/ 434245 h 542925"/>
              <a:gd name="connsiteX40" fmla="*/ 453295 w 504825"/>
              <a:gd name="connsiteY40" fmla="*/ 359569 h 542925"/>
              <a:gd name="connsiteX41" fmla="*/ 159544 w 504825"/>
              <a:gd name="connsiteY41" fmla="*/ 370618 h 542925"/>
              <a:gd name="connsiteX42" fmla="*/ 123634 w 504825"/>
              <a:gd name="connsiteY42" fmla="*/ 413385 h 542925"/>
              <a:gd name="connsiteX43" fmla="*/ 121444 w 504825"/>
              <a:gd name="connsiteY43" fmla="*/ 411575 h 542925"/>
              <a:gd name="connsiteX44" fmla="*/ 92583 w 504825"/>
              <a:gd name="connsiteY44" fmla="*/ 387382 h 542925"/>
              <a:gd name="connsiteX45" fmla="*/ 68104 w 504825"/>
              <a:gd name="connsiteY45" fmla="*/ 416528 h 542925"/>
              <a:gd name="connsiteX46" fmla="*/ 121444 w 504825"/>
              <a:gd name="connsiteY46" fmla="*/ 461296 h 542925"/>
              <a:gd name="connsiteX47" fmla="*/ 128397 w 504825"/>
              <a:gd name="connsiteY47" fmla="*/ 467106 h 542925"/>
              <a:gd name="connsiteX48" fmla="*/ 159544 w 504825"/>
              <a:gd name="connsiteY48" fmla="*/ 429959 h 542925"/>
              <a:gd name="connsiteX49" fmla="*/ 204883 w 504825"/>
              <a:gd name="connsiteY49" fmla="*/ 375857 h 542925"/>
              <a:gd name="connsiteX50" fmla="*/ 175736 w 504825"/>
              <a:gd name="connsiteY50" fmla="*/ 351377 h 542925"/>
              <a:gd name="connsiteX51" fmla="*/ 159544 w 504825"/>
              <a:gd name="connsiteY51" fmla="*/ 370618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4825" h="542925">
                <a:moveTo>
                  <a:pt x="388144" y="130969"/>
                </a:moveTo>
                <a:lnTo>
                  <a:pt x="197644" y="130969"/>
                </a:lnTo>
                <a:lnTo>
                  <a:pt x="197644" y="92869"/>
                </a:lnTo>
                <a:lnTo>
                  <a:pt x="388144" y="92869"/>
                </a:lnTo>
                <a:lnTo>
                  <a:pt x="388144" y="130969"/>
                </a:lnTo>
                <a:close/>
                <a:moveTo>
                  <a:pt x="426244" y="159544"/>
                </a:moveTo>
                <a:lnTo>
                  <a:pt x="197644" y="159544"/>
                </a:lnTo>
                <a:lnTo>
                  <a:pt x="197644" y="197644"/>
                </a:lnTo>
                <a:lnTo>
                  <a:pt x="426244" y="197644"/>
                </a:lnTo>
                <a:lnTo>
                  <a:pt x="426244" y="159544"/>
                </a:lnTo>
                <a:close/>
                <a:moveTo>
                  <a:pt x="502444" y="7144"/>
                </a:moveTo>
                <a:lnTo>
                  <a:pt x="502444" y="364331"/>
                </a:lnTo>
                <a:lnTo>
                  <a:pt x="383381" y="483394"/>
                </a:lnTo>
                <a:lnTo>
                  <a:pt x="249841" y="483394"/>
                </a:lnTo>
                <a:cubicBezTo>
                  <a:pt x="225743" y="517874"/>
                  <a:pt x="185833" y="540544"/>
                  <a:pt x="140494" y="540544"/>
                </a:cubicBezTo>
                <a:cubicBezTo>
                  <a:pt x="66866" y="540544"/>
                  <a:pt x="7144" y="480822"/>
                  <a:pt x="7144" y="407194"/>
                </a:cubicBezTo>
                <a:cubicBezTo>
                  <a:pt x="7144" y="340043"/>
                  <a:pt x="56864" y="284607"/>
                  <a:pt x="121444" y="275368"/>
                </a:cubicBezTo>
                <a:lnTo>
                  <a:pt x="121444" y="7144"/>
                </a:lnTo>
                <a:lnTo>
                  <a:pt x="502444" y="7144"/>
                </a:lnTo>
                <a:close/>
                <a:moveTo>
                  <a:pt x="197358" y="483394"/>
                </a:moveTo>
                <a:cubicBezTo>
                  <a:pt x="210503" y="473583"/>
                  <a:pt x="221075" y="460534"/>
                  <a:pt x="227648" y="445294"/>
                </a:cubicBezTo>
                <a:cubicBezTo>
                  <a:pt x="232791" y="433578"/>
                  <a:pt x="235649" y="420719"/>
                  <a:pt x="235649" y="407194"/>
                </a:cubicBezTo>
                <a:cubicBezTo>
                  <a:pt x="235649" y="361188"/>
                  <a:pt x="202883" y="322707"/>
                  <a:pt x="159449" y="313849"/>
                </a:cubicBezTo>
                <a:cubicBezTo>
                  <a:pt x="153257" y="312611"/>
                  <a:pt x="146876" y="311944"/>
                  <a:pt x="140399" y="311944"/>
                </a:cubicBezTo>
                <a:cubicBezTo>
                  <a:pt x="133922" y="311944"/>
                  <a:pt x="127540" y="312611"/>
                  <a:pt x="121349" y="313849"/>
                </a:cubicBezTo>
                <a:cubicBezTo>
                  <a:pt x="77915" y="322707"/>
                  <a:pt x="45149" y="361188"/>
                  <a:pt x="45149" y="407194"/>
                </a:cubicBezTo>
                <a:cubicBezTo>
                  <a:pt x="45149" y="459677"/>
                  <a:pt x="87916" y="502444"/>
                  <a:pt x="140399" y="502444"/>
                </a:cubicBezTo>
                <a:cubicBezTo>
                  <a:pt x="161830" y="502444"/>
                  <a:pt x="181547" y="495300"/>
                  <a:pt x="197358" y="483394"/>
                </a:cubicBezTo>
                <a:close/>
                <a:moveTo>
                  <a:pt x="273844" y="407194"/>
                </a:moveTo>
                <a:cubicBezTo>
                  <a:pt x="273844" y="420434"/>
                  <a:pt x="271844" y="433197"/>
                  <a:pt x="268224" y="445294"/>
                </a:cubicBezTo>
                <a:lnTo>
                  <a:pt x="340519" y="445294"/>
                </a:lnTo>
                <a:lnTo>
                  <a:pt x="340519" y="321469"/>
                </a:lnTo>
                <a:lnTo>
                  <a:pt x="464344" y="321469"/>
                </a:lnTo>
                <a:lnTo>
                  <a:pt x="464344" y="45244"/>
                </a:lnTo>
                <a:lnTo>
                  <a:pt x="159544" y="45244"/>
                </a:lnTo>
                <a:lnTo>
                  <a:pt x="159544" y="275368"/>
                </a:lnTo>
                <a:cubicBezTo>
                  <a:pt x="224123" y="284607"/>
                  <a:pt x="273844" y="340043"/>
                  <a:pt x="273844" y="407194"/>
                </a:cubicBezTo>
                <a:close/>
                <a:moveTo>
                  <a:pt x="453295" y="359569"/>
                </a:moveTo>
                <a:lnTo>
                  <a:pt x="378619" y="359569"/>
                </a:lnTo>
                <a:lnTo>
                  <a:pt x="378619" y="434245"/>
                </a:lnTo>
                <a:lnTo>
                  <a:pt x="453295" y="359569"/>
                </a:lnTo>
                <a:close/>
                <a:moveTo>
                  <a:pt x="159544" y="370618"/>
                </a:moveTo>
                <a:lnTo>
                  <a:pt x="123634" y="413385"/>
                </a:lnTo>
                <a:lnTo>
                  <a:pt x="121444" y="411575"/>
                </a:lnTo>
                <a:lnTo>
                  <a:pt x="92583" y="387382"/>
                </a:lnTo>
                <a:lnTo>
                  <a:pt x="68104" y="416528"/>
                </a:lnTo>
                <a:lnTo>
                  <a:pt x="121444" y="461296"/>
                </a:lnTo>
                <a:lnTo>
                  <a:pt x="128397" y="467106"/>
                </a:lnTo>
                <a:lnTo>
                  <a:pt x="159544" y="429959"/>
                </a:lnTo>
                <a:lnTo>
                  <a:pt x="204883" y="375857"/>
                </a:lnTo>
                <a:lnTo>
                  <a:pt x="175736" y="351377"/>
                </a:lnTo>
                <a:lnTo>
                  <a:pt x="159544" y="370618"/>
                </a:lnTo>
                <a:close/>
              </a:path>
            </a:pathLst>
          </a:custGeom>
          <a:solidFill>
            <a:srgbClr val="002856"/>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pic>
        <p:nvPicPr>
          <p:cNvPr id="15" name="Picture 14" descr="A blue and black logo&#10;&#10;AI-generated content may be incorrect.">
            <a:extLst>
              <a:ext uri="{FF2B5EF4-FFF2-40B4-BE49-F238E27FC236}">
                <a16:creationId xmlns:a16="http://schemas.microsoft.com/office/drawing/2014/main" id="{D8CD71A1-73CC-678C-5786-3550F07597AA}"/>
              </a:ext>
            </a:extLst>
          </p:cNvPr>
          <p:cNvPicPr>
            <a:picLocks noChangeAspect="1"/>
          </p:cNvPicPr>
          <p:nvPr/>
        </p:nvPicPr>
        <p:blipFill>
          <a:blip r:embed="rId12"/>
          <a:stretch>
            <a:fillRect/>
          </a:stretch>
        </p:blipFill>
        <p:spPr>
          <a:xfrm>
            <a:off x="11407966" y="3206138"/>
            <a:ext cx="373105" cy="188664"/>
          </a:xfrm>
          <a:prstGeom prst="rect">
            <a:avLst/>
          </a:prstGeom>
        </p:spPr>
      </p:pic>
    </p:spTree>
    <p:extLst>
      <p:ext uri="{BB962C8B-B14F-4D97-AF65-F5344CB8AC3E}">
        <p14:creationId xmlns:p14="http://schemas.microsoft.com/office/powerpoint/2010/main" val="37852078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0" y="7737"/>
            <a:ext cx="6941968" cy="6858296"/>
          </a:xfrm>
          <a:prstGeom prst="rect">
            <a:avLst/>
          </a:prstGeom>
          <a:solidFill>
            <a:schemeClr val="accent1"/>
          </a:solidFill>
        </p:spPr>
        <p:txBody>
          <a:bodyPr wrap="square" lIns="91440" tIns="91440" rIns="91440" bIns="91440" rtlCol="0">
            <a:noAutofit/>
          </a:bodyPr>
          <a:lstStyle/>
          <a:p>
            <a:pPr>
              <a:spcBef>
                <a:spcPts val="600"/>
              </a:spcBef>
            </a:pPr>
            <a:r>
              <a:rPr lang="en-US" sz="1400" b="0" noProof="0" dirty="0">
                <a:solidFill>
                  <a:srgbClr val="002856"/>
                </a:solidFill>
                <a:latin typeface="+mj-lt"/>
              </a:rPr>
              <a:t>				</a:t>
            </a:r>
          </a:p>
          <a:p>
            <a:pPr>
              <a:spcBef>
                <a:spcPts val="600"/>
              </a:spcBef>
            </a:pPr>
            <a:endParaRPr lang="en-US" sz="1400" b="0" noProof="0" dirty="0">
              <a:solidFill>
                <a:srgbClr val="6F7878"/>
              </a:solidFill>
              <a:latin typeface="+mj-lt"/>
            </a:endParaRPr>
          </a:p>
          <a:p>
            <a:pPr algn="l">
              <a:spcBef>
                <a:spcPts val="600"/>
              </a:spcBef>
            </a:pPr>
            <a:endParaRPr lang="en-US" sz="1400" dirty="0"/>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22506" y="94910"/>
            <a:ext cx="5819775" cy="451231"/>
          </a:xfrm>
        </p:spPr>
        <p:txBody>
          <a:bodyPr/>
          <a:lstStyle/>
          <a:p>
            <a:r>
              <a:rPr lang="en-US" sz="2800" dirty="0">
                <a:solidFill>
                  <a:schemeClr val="bg1"/>
                </a:solidFill>
              </a:rPr>
              <a:t>Shaping the Strategic Integration of Emerging AI in Teaching and Learning</a:t>
            </a:r>
          </a:p>
        </p:txBody>
      </p:sp>
      <p:sp>
        <p:nvSpPr>
          <p:cNvPr id="7" name="TextBox 6">
            <a:extLst>
              <a:ext uri="{FF2B5EF4-FFF2-40B4-BE49-F238E27FC236}">
                <a16:creationId xmlns:a16="http://schemas.microsoft.com/office/drawing/2014/main" id="{8D21CB09-BCBB-5D55-6F98-A6C974764DBF}"/>
              </a:ext>
            </a:extLst>
          </p:cNvPr>
          <p:cNvSpPr txBox="1"/>
          <p:nvPr/>
        </p:nvSpPr>
        <p:spPr>
          <a:xfrm>
            <a:off x="7102362" y="247269"/>
            <a:ext cx="2956037" cy="553998"/>
          </a:xfrm>
          <a:prstGeom prst="rect">
            <a:avLst/>
          </a:prstGeom>
          <a:noFill/>
        </p:spPr>
        <p:txBody>
          <a:bodyPr wrap="square" lIns="91440" tIns="0" rIns="91440" bIns="0" rtlCol="0" anchor="ctr" anchorCtr="0">
            <a:spAutoFit/>
          </a:bodyPr>
          <a:lstStyle/>
          <a:p>
            <a:pPr>
              <a:defRPr/>
            </a:pPr>
            <a:r>
              <a:rPr lang="en-US" b="1" kern="0" dirty="0">
                <a:solidFill>
                  <a:schemeClr val="accent5"/>
                </a:solidFill>
                <a:latin typeface="Arial" panose="020B0604020202020204"/>
                <a:cs typeface="Arial"/>
                <a:sym typeface="Arial"/>
              </a:rPr>
              <a:t>University of Delaware</a:t>
            </a:r>
            <a:endParaRPr lang="en-US" dirty="0"/>
          </a:p>
          <a:p>
            <a:pPr>
              <a:defRPr/>
            </a:pPr>
            <a:r>
              <a:rPr lang="en-US" b="1" kern="0" dirty="0">
                <a:solidFill>
                  <a:schemeClr val="accent5"/>
                </a:solidFill>
                <a:latin typeface="Arial" panose="020B0604020202020204"/>
                <a:cs typeface="Arial"/>
                <a:sym typeface="Arial"/>
              </a:rPr>
              <a:t>Delaware, USA</a:t>
            </a:r>
            <a:endParaRPr lang="en-US" dirty="0"/>
          </a:p>
        </p:txBody>
      </p:sp>
      <p:sp>
        <p:nvSpPr>
          <p:cNvPr id="40" name="TextBox 39">
            <a:extLst>
              <a:ext uri="{FF2B5EF4-FFF2-40B4-BE49-F238E27FC236}">
                <a16:creationId xmlns:a16="http://schemas.microsoft.com/office/drawing/2014/main" id="{8BDBAD64-9C5A-F913-FEB8-3F512B749AE3}"/>
              </a:ext>
            </a:extLst>
          </p:cNvPr>
          <p:cNvSpPr txBox="1"/>
          <p:nvPr/>
        </p:nvSpPr>
        <p:spPr>
          <a:xfrm>
            <a:off x="456787" y="1295947"/>
            <a:ext cx="6013682" cy="1308050"/>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Problem/Opportunity</a:t>
            </a:r>
          </a:p>
          <a:p>
            <a:pPr>
              <a:spcBef>
                <a:spcPts val="600"/>
              </a:spcBef>
            </a:pPr>
            <a:r>
              <a:rPr lang="en-US" sz="1200" dirty="0">
                <a:solidFill>
                  <a:schemeClr val="bg1"/>
                </a:solidFill>
                <a:cs typeface="Arial"/>
              </a:rPr>
              <a:t>University of Delaware (UD) recognized the potential to provide personal learning experiences and study tools to students through the development of a platform that would integrate GenAI and knowledge graphs with the intellectual property of UD faculty. Such a tool could extend the impact of faculty beyond the confines of class time and office hours.</a:t>
            </a: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6787" y="1589860"/>
            <a:ext cx="6007564" cy="0"/>
          </a:xfrm>
          <a:prstGeom prst="line">
            <a:avLst/>
          </a:prstGeom>
          <a:noFill/>
          <a:ln w="12700" cap="flat" cmpd="sng">
            <a:solidFill>
              <a:srgbClr val="6F7878"/>
            </a:solidFill>
            <a:prstDash val="solid"/>
            <a:round/>
            <a:headEnd type="none" w="lg" len="med"/>
            <a:tailEnd type="none" w="lg" len="med"/>
          </a:ln>
        </p:spPr>
      </p:cxnSp>
      <p:sp>
        <p:nvSpPr>
          <p:cNvPr id="48" name="TextBox 47">
            <a:extLst>
              <a:ext uri="{FF2B5EF4-FFF2-40B4-BE49-F238E27FC236}">
                <a16:creationId xmlns:a16="http://schemas.microsoft.com/office/drawing/2014/main" id="{F97AFF9E-89B0-809A-857A-9986D3C95B15}"/>
              </a:ext>
            </a:extLst>
          </p:cNvPr>
          <p:cNvSpPr txBox="1"/>
          <p:nvPr/>
        </p:nvSpPr>
        <p:spPr>
          <a:xfrm>
            <a:off x="457200" y="4571243"/>
            <a:ext cx="6013682" cy="307777"/>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Key Technologies Used</a:t>
            </a:r>
            <a:endParaRPr lang="en-US" sz="1200" dirty="0"/>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860092"/>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273222"/>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287520"/>
            <a:ext cx="4631595" cy="2446824"/>
            <a:chOff x="457200" y="4291325"/>
            <a:chExt cx="4631595" cy="2446824"/>
          </a:xfrm>
        </p:grpSpPr>
        <p:sp>
          <p:nvSpPr>
            <p:cNvPr id="17" name="TextBox 16">
              <a:extLst>
                <a:ext uri="{FF2B5EF4-FFF2-40B4-BE49-F238E27FC236}">
                  <a16:creationId xmlns:a16="http://schemas.microsoft.com/office/drawing/2014/main" id="{3FBB2531-0FF2-F3B8-90CB-048C7CED8520}"/>
                </a:ext>
              </a:extLst>
            </p:cNvPr>
            <p:cNvSpPr txBox="1"/>
            <p:nvPr/>
          </p:nvSpPr>
          <p:spPr>
            <a:xfrm>
              <a:off x="457200" y="4291325"/>
              <a:ext cx="4041291" cy="2446824"/>
            </a:xfrm>
            <a:prstGeom prst="rect">
              <a:avLst/>
            </a:prstGeom>
            <a:noFill/>
          </p:spPr>
          <p:txBody>
            <a:bodyPr wrap="square" lIns="0" tIns="45720" rIns="0" bIns="45720" rtlCol="0" anchor="t">
              <a:spAutoFit/>
            </a:bodyPr>
            <a:lstStyle/>
            <a:p>
              <a:pPr algn="l">
                <a:spcBef>
                  <a:spcPts val="600"/>
                </a:spcBef>
              </a:pPr>
              <a:r>
                <a:rPr lang="en-US" sz="1400" dirty="0">
                  <a:solidFill>
                    <a:schemeClr val="tx2"/>
                  </a:solidFill>
                  <a:latin typeface="+mj-lt"/>
                </a:rPr>
                <a:t>Outcomes</a:t>
              </a:r>
            </a:p>
            <a:p>
              <a:pPr algn="l">
                <a:spcBef>
                  <a:spcPts val="600"/>
                </a:spcBef>
              </a:pPr>
              <a:endParaRPr lang="en-US" sz="1400" dirty="0">
                <a:solidFill>
                  <a:schemeClr val="tx2"/>
                </a:solidFill>
                <a:latin typeface="+mj-lt"/>
              </a:endParaRPr>
            </a:p>
            <a:p>
              <a:pPr marL="182880" indent="-182880">
                <a:buFont typeface="Wingdings" panose="05000000000000000000" pitchFamily="2" charset="2"/>
                <a:buChar char="Ø"/>
              </a:pPr>
              <a:r>
                <a:rPr lang="en-US" sz="1200" b="1" dirty="0"/>
                <a:t>Enhanced student experience</a:t>
              </a:r>
              <a:endParaRPr lang="en-US" dirty="0">
                <a:cs typeface="Arial"/>
              </a:endParaRPr>
            </a:p>
            <a:p>
              <a:pPr marL="640080" lvl="1" indent="-182880">
                <a:buFont typeface="Wingdings" panose="05000000000000000000" pitchFamily="2" charset="2"/>
                <a:buChar char="Ø"/>
              </a:pPr>
              <a:r>
                <a:rPr lang="en-US" sz="1200" dirty="0"/>
                <a:t>Recorded lecture transcript content is transformed into tools that students currently value for their own study process. </a:t>
              </a:r>
            </a:p>
            <a:p>
              <a:pPr marL="640080" lvl="1" indent="-182880">
                <a:buFont typeface="Wingdings" panose="05000000000000000000" pitchFamily="2" charset="2"/>
                <a:buChar char="Ø"/>
              </a:pPr>
              <a:r>
                <a:rPr lang="en-US" sz="1200" dirty="0"/>
                <a:t>Education research partners and student focus groups will provide important feedback for the development priorities of AI use in teaching and learning.</a:t>
              </a:r>
            </a:p>
            <a:p>
              <a:pPr marL="640080" lvl="1" indent="-182880">
                <a:buFont typeface="Wingdings" panose="05000000000000000000" pitchFamily="2" charset="2"/>
                <a:buChar char="Ø"/>
              </a:pPr>
              <a:endParaRPr lang="en-US" sz="1200" dirty="0"/>
            </a:p>
            <a:p>
              <a:endParaRPr lang="en-US" sz="1200" b="1" dirty="0">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514235"/>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182880" bIns="91440" rtlCol="0" anchor="ctr"/>
          <a:lstStyle/>
          <a:p>
            <a:pPr algn="r">
              <a:buClr>
                <a:srgbClr val="000000"/>
              </a:buClr>
              <a:defRPr/>
            </a:pP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latin typeface="Arial"/>
                <a:cs typeface="Arial"/>
                <a:sym typeface="Arial"/>
              </a:rPr>
              <a:t>We didn't just want to build it first; we wanted to build it right.”</a:t>
            </a:r>
            <a:br>
              <a:rPr lang="en-US" sz="1200" i="1" u="none" strike="noStrike" kern="0" cap="none" spc="0" normalizeH="0" baseline="0" noProof="0" dirty="0">
                <a:ln>
                  <a:noFill/>
                </a:ln>
                <a:effectLst/>
                <a:uLnTx/>
                <a:uFillTx/>
                <a:latin typeface="Arial"/>
                <a:cs typeface="Arial"/>
              </a:rPr>
            </a:br>
            <a:r>
              <a:rPr kumimoji="0" lang="en-US" sz="1200" i="1" u="none" strike="noStrike" kern="0" cap="none" spc="0" normalizeH="0" baseline="0" noProof="0" dirty="0">
                <a:ln>
                  <a:noFill/>
                </a:ln>
                <a:solidFill>
                  <a:srgbClr val="000000"/>
                </a:solidFill>
                <a:effectLst/>
                <a:uLnTx/>
                <a:uFillTx/>
                <a:latin typeface="Arial"/>
                <a:ea typeface="+mn-ea"/>
                <a:cs typeface="Arial"/>
                <a:sym typeface="Arial"/>
              </a:rPr>
              <a:t> </a:t>
            </a:r>
            <a:br>
              <a:rPr lang="en-US" sz="120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i="0" u="none" strike="noStrike" kern="0" cap="none" spc="0" normalizeH="0" baseline="0" noProof="0" dirty="0">
                <a:ln>
                  <a:noFill/>
                </a:ln>
                <a:solidFill>
                  <a:srgbClr val="000000"/>
                </a:solidFill>
                <a:effectLst/>
                <a:uLnTx/>
                <a:uFillTx/>
                <a:latin typeface="Arial"/>
                <a:ea typeface="+mn-ea"/>
                <a:cs typeface="Arial"/>
                <a:sym typeface="Arial"/>
              </a:rPr>
              <a:t> Educational software </a:t>
            </a:r>
            <a:r>
              <a:rPr lang="en-US" sz="1200" kern="0" dirty="0">
                <a:solidFill>
                  <a:srgbClr val="000000"/>
                </a:solidFill>
                <a:latin typeface="Arial"/>
                <a:cs typeface="Arial"/>
                <a:sym typeface="Arial"/>
              </a:rPr>
              <a:t>e</a:t>
            </a:r>
            <a:r>
              <a:rPr kumimoji="0" lang="en-US" sz="1200" i="0" u="none" strike="noStrike" kern="0" cap="none" spc="0" normalizeH="0" baseline="0" noProof="0" dirty="0">
                <a:ln>
                  <a:noFill/>
                </a:ln>
                <a:solidFill>
                  <a:srgbClr val="000000"/>
                </a:solidFill>
                <a:effectLst/>
                <a:uLnTx/>
                <a:uFillTx/>
                <a:latin typeface="Arial"/>
                <a:ea typeface="+mn-ea"/>
                <a:cs typeface="Arial"/>
                <a:sym typeface="Arial"/>
              </a:rPr>
              <a:t>ngineering </a:t>
            </a:r>
            <a:r>
              <a:rPr lang="en-US" sz="1200" kern="0" dirty="0">
                <a:solidFill>
                  <a:srgbClr val="000000"/>
                </a:solidFill>
                <a:latin typeface="Arial"/>
                <a:cs typeface="Arial"/>
                <a:sym typeface="Arial"/>
              </a:rPr>
              <a:t>t</a:t>
            </a:r>
            <a:r>
              <a:rPr kumimoji="0" lang="en-US" sz="1200" i="0" u="none" strike="noStrike" kern="0" cap="none" spc="0" normalizeH="0" baseline="0" noProof="0" dirty="0">
                <a:ln>
                  <a:noFill/>
                </a:ln>
                <a:solidFill>
                  <a:srgbClr val="000000"/>
                </a:solidFill>
                <a:effectLst/>
                <a:uLnTx/>
                <a:uFillTx/>
                <a:latin typeface="Arial"/>
                <a:ea typeface="+mn-ea"/>
                <a:cs typeface="Arial"/>
                <a:sym typeface="Arial"/>
              </a:rPr>
              <a:t>eam </a:t>
            </a:r>
            <a:r>
              <a:rPr lang="en-US" sz="1200" kern="0" dirty="0">
                <a:solidFill>
                  <a:srgbClr val="000000"/>
                </a:solidFill>
                <a:latin typeface="Arial"/>
                <a:cs typeface="Arial"/>
                <a:sym typeface="Arial"/>
              </a:rPr>
              <a:t>l</a:t>
            </a:r>
            <a:r>
              <a:rPr kumimoji="0" lang="en-US" sz="1200" i="0" u="none" strike="noStrike" kern="0" cap="none" spc="0" normalizeH="0" baseline="0" noProof="0" dirty="0">
                <a:ln>
                  <a:noFill/>
                </a:ln>
                <a:solidFill>
                  <a:srgbClr val="000000"/>
                </a:solidFill>
                <a:effectLst/>
                <a:uLnTx/>
                <a:uFillTx/>
                <a:latin typeface="Arial"/>
                <a:ea typeface="+mn-ea"/>
                <a:cs typeface="Arial"/>
                <a:sym typeface="Arial"/>
              </a:rPr>
              <a:t>ead</a:t>
            </a:r>
          </a:p>
          <a:p>
            <a:pPr algn="r">
              <a:buClr>
                <a:srgbClr val="000000"/>
              </a:buClr>
              <a:defRPr/>
            </a:pPr>
            <a:r>
              <a:rPr lang="en-US" sz="1200" kern="0" dirty="0">
                <a:solidFill>
                  <a:srgbClr val="000000"/>
                </a:solidFill>
                <a:latin typeface="Arial"/>
                <a:cs typeface="Arial"/>
                <a:sym typeface="Arial"/>
              </a:rPr>
              <a:t>at University of Delaware</a:t>
            </a:r>
            <a:endParaRPr kumimoji="0" lang="en-US" sz="1200" i="0" u="none" strike="noStrike" kern="0" cap="none" spc="0" normalizeH="0" baseline="0" noProof="0" dirty="0">
              <a:ln>
                <a:noFill/>
              </a:ln>
              <a:solidFill>
                <a:srgbClr val="000000"/>
              </a:solidFill>
              <a:effectLst/>
              <a:uLnTx/>
              <a:uFillTx/>
              <a:latin typeface="Arial"/>
              <a:ea typeface="+mn-ea"/>
              <a:cs typeface="Arial"/>
              <a:sym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573857"/>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algn="l">
                <a:spcBef>
                  <a:spcPts val="600"/>
                </a:spcBef>
              </a:pPr>
              <a:endParaRPr lang="en-US" dirty="0"/>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56787" y="6049097"/>
            <a:ext cx="5968375" cy="215444"/>
          </a:xfrm>
          <a:prstGeom prst="rect">
            <a:avLst/>
          </a:prstGeom>
          <a:noFill/>
        </p:spPr>
        <p:txBody>
          <a:bodyPr wrap="square" lIns="0" tIns="45720" rIns="0" bIns="45720" rtlCol="0" anchor="t">
            <a:spAutoFit/>
          </a:bodyPr>
          <a:lstStyle/>
          <a:p>
            <a:r>
              <a:rPr lang="en-US" sz="800" dirty="0">
                <a:solidFill>
                  <a:schemeClr val="bg1"/>
                </a:solidFill>
              </a:rPr>
              <a:t>Source: Gartner 2024 Eye on Innovation Awards for Higher Education, University of Delaware</a:t>
            </a:r>
            <a:endParaRPr lang="en-US" sz="800" dirty="0">
              <a:solidFill>
                <a:schemeClr val="bg1"/>
              </a:solidFill>
              <a:cs typeface="Arial"/>
            </a:endParaRPr>
          </a:p>
        </p:txBody>
      </p:sp>
      <p:sp>
        <p:nvSpPr>
          <p:cNvPr id="24" name="Rectangle 23">
            <a:extLst>
              <a:ext uri="{FF2B5EF4-FFF2-40B4-BE49-F238E27FC236}">
                <a16:creationId xmlns:a16="http://schemas.microsoft.com/office/drawing/2014/main" id="{E3EFB814-7A18-4B08-7C12-5FAC4590F980}"/>
              </a:ext>
            </a:extLst>
          </p:cNvPr>
          <p:cNvSpPr/>
          <p:nvPr/>
        </p:nvSpPr>
        <p:spPr>
          <a:xfrm>
            <a:off x="3332393" y="5167238"/>
            <a:ext cx="2437785" cy="523220"/>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Data and analytics</a:t>
            </a:r>
            <a:endParaRPr lang="en-US" sz="1200" kern="0" dirty="0">
              <a:solidFill>
                <a:schemeClr val="bg1"/>
              </a:solidFil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Large Language Models (LLM)</a:t>
            </a:r>
          </a:p>
        </p:txBody>
      </p:sp>
      <p:sp>
        <p:nvSpPr>
          <p:cNvPr id="26" name="TextBox 25">
            <a:extLst>
              <a:ext uri="{FF2B5EF4-FFF2-40B4-BE49-F238E27FC236}">
                <a16:creationId xmlns:a16="http://schemas.microsoft.com/office/drawing/2014/main" id="{0AB6A2AB-163F-1571-1BAA-236DB792AEDF}"/>
              </a:ext>
            </a:extLst>
          </p:cNvPr>
          <p:cNvSpPr txBox="1"/>
          <p:nvPr/>
        </p:nvSpPr>
        <p:spPr>
          <a:xfrm>
            <a:off x="456787" y="2637129"/>
            <a:ext cx="6121262" cy="1862048"/>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Solution</a:t>
            </a:r>
          </a:p>
          <a:p>
            <a:pPr>
              <a:spcBef>
                <a:spcPts val="600"/>
              </a:spcBef>
            </a:pPr>
            <a:r>
              <a:rPr lang="en-US" sz="1200" dirty="0">
                <a:solidFill>
                  <a:schemeClr val="bg1"/>
                </a:solidFill>
              </a:rPr>
              <a:t>UD </a:t>
            </a:r>
            <a:r>
              <a:rPr lang="en-US" sz="1200" dirty="0">
                <a:solidFill>
                  <a:schemeClr val="bg1"/>
                </a:solidFill>
                <a:cs typeface="Arial"/>
              </a:rPr>
              <a:t>leveraged its access to stored video content to build a private, internal platform for UD students. It features a comprehensive prompt repository that includes a prompt-building learning object "wizard" and a dashboard for faculty to review topics the model pulled from the recording transcripts. Students will be able to use predictive AI and the tool’s data to learn more about their own study habits, providing them with greater self-advocacy. These complex processes, when combined, populate the knowledge graph for a given course. The graphs can make interdisciplinary data connections </a:t>
            </a:r>
            <a:r>
              <a:rPr lang="en-US" sz="1200" dirty="0">
                <a:solidFill>
                  <a:schemeClr val="bg1"/>
                </a:solidFill>
              </a:rPr>
              <a:t>that will uncover how to best support learning outside of the classroom.</a:t>
            </a:r>
            <a:endParaRPr lang="en-US" sz="1200" dirty="0">
              <a:solidFill>
                <a:schemeClr val="bg1"/>
              </a:solidFill>
              <a:cs typeface="Arial"/>
            </a:endParaRPr>
          </a:p>
        </p:txBody>
      </p:sp>
      <p:cxnSp>
        <p:nvCxnSpPr>
          <p:cNvPr id="2" name="Straight Connector 1">
            <a:extLst>
              <a:ext uri="{FF2B5EF4-FFF2-40B4-BE49-F238E27FC236}">
                <a16:creationId xmlns:a16="http://schemas.microsoft.com/office/drawing/2014/main" id="{5A0E706B-CA39-B189-ED9F-89E87484660D}"/>
              </a:ext>
            </a:extLst>
          </p:cNvPr>
          <p:cNvCxnSpPr>
            <a:cxnSpLocks/>
          </p:cNvCxnSpPr>
          <p:nvPr/>
        </p:nvCxnSpPr>
        <p:spPr>
          <a:xfrm>
            <a:off x="456787" y="2921838"/>
            <a:ext cx="6007564" cy="0"/>
          </a:xfrm>
          <a:prstGeom prst="line">
            <a:avLst/>
          </a:prstGeom>
          <a:noFill/>
          <a:ln w="12700" cap="flat" cmpd="sng">
            <a:solidFill>
              <a:srgbClr val="6F7878"/>
            </a:solidFill>
            <a:prstDash val="solid"/>
            <a:round/>
            <a:headEnd type="none" w="lg" len="med"/>
            <a:tailEnd type="none" w="lg" len="med"/>
          </a:ln>
        </p:spPr>
      </p:cxnSp>
      <p:pic>
        <p:nvPicPr>
          <p:cNvPr id="13" name="Picture 12" descr="A blue and white logo&#10;&#10;Description automatically generated">
            <a:extLst>
              <a:ext uri="{FF2B5EF4-FFF2-40B4-BE49-F238E27FC236}">
                <a16:creationId xmlns:a16="http://schemas.microsoft.com/office/drawing/2014/main" id="{CBF471E5-8AC9-58CA-A94A-21031118B5AB}"/>
              </a:ext>
            </a:extLst>
          </p:cNvPr>
          <p:cNvPicPr>
            <a:picLocks noChangeAspect="1"/>
          </p:cNvPicPr>
          <p:nvPr/>
        </p:nvPicPr>
        <p:blipFill>
          <a:blip r:embed="rId10"/>
          <a:stretch>
            <a:fillRect/>
          </a:stretch>
        </p:blipFill>
        <p:spPr>
          <a:xfrm>
            <a:off x="10393143" y="211875"/>
            <a:ext cx="1436846" cy="784837"/>
          </a:xfrm>
          <a:prstGeom prst="rect">
            <a:avLst/>
          </a:prstGeom>
        </p:spPr>
      </p:pic>
      <p:pic>
        <p:nvPicPr>
          <p:cNvPr id="27" name="Picture 26" descr="A group of blue people&#10;&#10;Description automatically generated">
            <a:extLst>
              <a:ext uri="{FF2B5EF4-FFF2-40B4-BE49-F238E27FC236}">
                <a16:creationId xmlns:a16="http://schemas.microsoft.com/office/drawing/2014/main" id="{5E412463-EDEF-A9CF-18F4-A13969797250}"/>
              </a:ext>
            </a:extLst>
          </p:cNvPr>
          <p:cNvPicPr>
            <a:picLocks noChangeAspect="1"/>
          </p:cNvPicPr>
          <p:nvPr/>
        </p:nvPicPr>
        <p:blipFill>
          <a:blip r:embed="rId11"/>
          <a:stretch>
            <a:fillRect/>
          </a:stretch>
        </p:blipFill>
        <p:spPr>
          <a:xfrm>
            <a:off x="11307233" y="1803772"/>
            <a:ext cx="463762" cy="393189"/>
          </a:xfrm>
          <a:prstGeom prst="rect">
            <a:avLst/>
          </a:prstGeom>
        </p:spPr>
      </p:pic>
      <p:sp>
        <p:nvSpPr>
          <p:cNvPr id="8" name="Rectangle 7">
            <a:extLst>
              <a:ext uri="{FF2B5EF4-FFF2-40B4-BE49-F238E27FC236}">
                <a16:creationId xmlns:a16="http://schemas.microsoft.com/office/drawing/2014/main" id="{849D6025-FCD3-D771-4FFF-A5921341AA38}"/>
              </a:ext>
            </a:extLst>
          </p:cNvPr>
          <p:cNvSpPr/>
          <p:nvPr/>
        </p:nvSpPr>
        <p:spPr>
          <a:xfrm>
            <a:off x="493949" y="5167238"/>
            <a:ext cx="2221992" cy="523220"/>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dirty="0">
                <a:solidFill>
                  <a:schemeClr val="bg1"/>
                </a:solidFill>
                <a:cs typeface="Arial"/>
              </a:rPr>
              <a:t>Generative AI</a:t>
            </a:r>
          </a:p>
          <a:p>
            <a:pPr marL="171450" indent="-171450">
              <a:spcBef>
                <a:spcPts val="1200"/>
              </a:spcBef>
              <a:buClr>
                <a:srgbClr val="FFFFFF"/>
              </a:buClr>
              <a:buFont typeface="Wingdings" panose="05000000000000000000" pitchFamily="2" charset="2"/>
              <a:buChar char="Ø"/>
              <a:defRPr/>
            </a:pPr>
            <a:r>
              <a:rPr lang="en-US" sz="1200" dirty="0">
                <a:solidFill>
                  <a:schemeClr val="bg1"/>
                </a:solidFill>
                <a:cs typeface="Arial"/>
              </a:rPr>
              <a:t>Knowledge graphs</a:t>
            </a:r>
          </a:p>
        </p:txBody>
      </p:sp>
      <p:sp>
        <p:nvSpPr>
          <p:cNvPr id="4" name="TextBox 3">
            <a:extLst>
              <a:ext uri="{FF2B5EF4-FFF2-40B4-BE49-F238E27FC236}">
                <a16:creationId xmlns:a16="http://schemas.microsoft.com/office/drawing/2014/main" id="{BA8F1634-EB9E-24FC-D5F3-040AB8D1EFC5}"/>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39</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3440054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B7E3F651-C046-ACBE-BCBE-75D901A8F7D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653CF8A-89F5-2AF3-BEAF-E769AF0DA61B}"/>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				</a:t>
            </a: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6F7878"/>
              </a:solidFill>
              <a:effectLst/>
              <a:uLnTx/>
              <a:uFillTx/>
              <a:latin typeface="Arial Black" panose="020B0A04020102020204"/>
              <a:ea typeface="+mn-ea"/>
              <a:cs typeface="+mn-cs"/>
            </a:endParaRPr>
          </a:p>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aphicFrame>
        <p:nvGraphicFramePr>
          <p:cNvPr id="10" name="Object 9" hidden="1">
            <a:extLst>
              <a:ext uri="{FF2B5EF4-FFF2-40B4-BE49-F238E27FC236}">
                <a16:creationId xmlns:a16="http://schemas.microsoft.com/office/drawing/2014/main" id="{DE213557-B1C7-2199-210A-80D80B08CF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DE213557-B1C7-2199-210A-80D80B08CF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E968691-F1F4-148E-8DCE-A835A8CC7017}"/>
              </a:ext>
            </a:extLst>
          </p:cNvPr>
          <p:cNvSpPr>
            <a:spLocks noGrp="1"/>
          </p:cNvSpPr>
          <p:nvPr>
            <p:ph type="title"/>
          </p:nvPr>
        </p:nvSpPr>
        <p:spPr>
          <a:xfrm>
            <a:off x="456787" y="424481"/>
            <a:ext cx="6519672" cy="588637"/>
          </a:xfrm>
        </p:spPr>
        <p:txBody>
          <a:bodyPr/>
          <a:lstStyle/>
          <a:p>
            <a:r>
              <a:rPr lang="en-US" dirty="0" err="1">
                <a:solidFill>
                  <a:schemeClr val="bg1"/>
                </a:solidFill>
              </a:rPr>
              <a:t>RobParson</a:t>
            </a:r>
            <a:r>
              <a:rPr lang="en-US" dirty="0">
                <a:solidFill>
                  <a:schemeClr val="bg1"/>
                </a:solidFill>
              </a:rPr>
              <a:t> Bot</a:t>
            </a:r>
          </a:p>
        </p:txBody>
      </p:sp>
      <p:sp>
        <p:nvSpPr>
          <p:cNvPr id="7" name="TextBox 6">
            <a:extLst>
              <a:ext uri="{FF2B5EF4-FFF2-40B4-BE49-F238E27FC236}">
                <a16:creationId xmlns:a16="http://schemas.microsoft.com/office/drawing/2014/main" id="{693EBC8E-2B51-CBDF-ED29-95D70EAADA51}"/>
              </a:ext>
            </a:extLst>
          </p:cNvPr>
          <p:cNvSpPr txBox="1"/>
          <p:nvPr/>
        </p:nvSpPr>
        <p:spPr>
          <a:xfrm>
            <a:off x="7107172" y="232728"/>
            <a:ext cx="2983746" cy="738664"/>
          </a:xfrm>
          <a:prstGeom prst="rect">
            <a:avLst/>
          </a:prstGeom>
          <a:noFill/>
        </p:spPr>
        <p:txBody>
          <a:bodyPr wrap="square" lIns="91440" tIns="0" rIns="91440" bIns="0" rtlCol="0" anchor="ctr" anchorCtr="0">
            <a:spAutoFit/>
          </a:bodyPr>
          <a:lstStyle/>
          <a:p>
            <a:pPr>
              <a:buClr>
                <a:srgbClr val="000000"/>
              </a:buClr>
              <a:defRPr/>
            </a:pPr>
            <a:r>
              <a:rPr lang="en-US" sz="1600" b="1" kern="0" dirty="0">
                <a:solidFill>
                  <a:srgbClr val="FF540A"/>
                </a:solidFill>
                <a:latin typeface="Arial" panose="020B0604020202020204"/>
                <a:cs typeface="Arial"/>
                <a:sym typeface="Arial"/>
              </a:rPr>
              <a:t>UCLA Anderson School of Management</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sym typeface="Arial"/>
            </a:endParaRPr>
          </a:p>
          <a:p>
            <a:pPr>
              <a:buClr>
                <a:srgbClr val="000000"/>
              </a:buClr>
              <a:defRPr/>
            </a:pPr>
            <a:r>
              <a:rPr lang="en-US" sz="1600" b="1" kern="0" dirty="0">
                <a:solidFill>
                  <a:srgbClr val="FF540A"/>
                </a:solidFill>
                <a:latin typeface="Arial" panose="020B0604020202020204"/>
                <a:cs typeface="Arial"/>
                <a:sym typeface="Arial"/>
              </a:rPr>
              <a:t>Los Angeles, USA</a:t>
            </a:r>
            <a:endParaRPr kumimoji="0" lang="en-US" sz="1600" b="1" i="0" u="none" strike="noStrike" kern="0" cap="none" spc="0" normalizeH="0" baseline="0" noProof="0" dirty="0">
              <a:ln>
                <a:noFill/>
              </a:ln>
              <a:solidFill>
                <a:srgbClr val="FF540A"/>
              </a:solidFill>
              <a:effectLst/>
              <a:uLnTx/>
              <a:uFillTx/>
              <a:latin typeface="Arial" panose="020B0604020202020204"/>
              <a:ea typeface="+mn-ea"/>
              <a:cs typeface="Arial"/>
            </a:endParaRPr>
          </a:p>
        </p:txBody>
      </p:sp>
      <p:grpSp>
        <p:nvGrpSpPr>
          <p:cNvPr id="43" name="Group 42">
            <a:extLst>
              <a:ext uri="{FF2B5EF4-FFF2-40B4-BE49-F238E27FC236}">
                <a16:creationId xmlns:a16="http://schemas.microsoft.com/office/drawing/2014/main" id="{0A220F0D-A79F-D458-F5B0-AA5B166504B3}"/>
              </a:ext>
            </a:extLst>
          </p:cNvPr>
          <p:cNvGrpSpPr/>
          <p:nvPr/>
        </p:nvGrpSpPr>
        <p:grpSpPr>
          <a:xfrm>
            <a:off x="456787" y="1136923"/>
            <a:ext cx="6013682" cy="1677382"/>
            <a:chOff x="457200" y="1155901"/>
            <a:chExt cx="6013682" cy="1677382"/>
          </a:xfrm>
        </p:grpSpPr>
        <p:sp>
          <p:nvSpPr>
            <p:cNvPr id="40" name="TextBox 39">
              <a:extLst>
                <a:ext uri="{FF2B5EF4-FFF2-40B4-BE49-F238E27FC236}">
                  <a16:creationId xmlns:a16="http://schemas.microsoft.com/office/drawing/2014/main" id="{06281802-D917-737B-085D-82E290F61287}"/>
                </a:ext>
              </a:extLst>
            </p:cNvPr>
            <p:cNvSpPr txBox="1"/>
            <p:nvPr/>
          </p:nvSpPr>
          <p:spPr>
            <a:xfrm>
              <a:off x="457200" y="1155901"/>
              <a:ext cx="6013682" cy="1677382"/>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Problem/Opportunity</a:t>
              </a:r>
            </a:p>
            <a:p>
              <a:pPr defTabSz="457200">
                <a:spcBef>
                  <a:spcPts val="600"/>
                </a:spcBef>
                <a:defRPr/>
              </a:pPr>
              <a:r>
                <a:rPr lang="en-US" sz="1200" dirty="0">
                  <a:solidFill>
                    <a:prstClr val="white"/>
                  </a:solidFill>
                  <a:ea typeface="+mn-lt"/>
                  <a:cs typeface="+mn-lt"/>
                </a:rPr>
                <a:t>Traditional role-play in the case :Rob Parson at Morgan Stanley” in Organizational Behavior classes limited student participation and feedback opportunities. Students in the case are given the opportunity to “role-play” a difficult conversation between a boss and employee, but the in-person nature meant only a handful of students could participate. By developing a personalized simulation, every student could experience challenging conversations and receive tailored coaching feedback, expanding experiential learning beyond a select few.</a:t>
              </a:r>
              <a:endParaRPr lang="en-US" dirty="0">
                <a:solidFill>
                  <a:prstClr val="white"/>
                </a:solidFill>
                <a:ea typeface="+mn-ea"/>
                <a:cs typeface="+mn-cs"/>
              </a:endParaRPr>
            </a:p>
          </p:txBody>
        </p:sp>
        <p:cxnSp>
          <p:nvCxnSpPr>
            <p:cNvPr id="42" name="Straight Connector 41">
              <a:extLst>
                <a:ext uri="{FF2B5EF4-FFF2-40B4-BE49-F238E27FC236}">
                  <a16:creationId xmlns:a16="http://schemas.microsoft.com/office/drawing/2014/main" id="{EB33860A-7612-F6F9-F5CE-69C40FBC8639}"/>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8" name="Rectangle 7">
            <a:extLst>
              <a:ext uri="{FF2B5EF4-FFF2-40B4-BE49-F238E27FC236}">
                <a16:creationId xmlns:a16="http://schemas.microsoft.com/office/drawing/2014/main" id="{E91AEC02-46C6-1C73-A503-7075D1586246}"/>
              </a:ext>
            </a:extLst>
          </p:cNvPr>
          <p:cNvSpPr/>
          <p:nvPr/>
        </p:nvSpPr>
        <p:spPr>
          <a:xfrm>
            <a:off x="456787" y="4923010"/>
            <a:ext cx="2221992"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Artificial Intelligence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Agentic AI</a:t>
            </a:r>
            <a:endParaRPr lang="en-US" dirty="0">
              <a:solidFill>
                <a:prstClr val="white"/>
              </a:solidFill>
              <a:ea typeface="+mn-lt"/>
              <a:cs typeface="+mn-lt"/>
              <a:sym typeface="Arial"/>
            </a:endParaRPr>
          </a:p>
          <a:p>
            <a:pPr marL="171450" indent="-171450">
              <a:spcBef>
                <a:spcPts val="1200"/>
              </a:spcBef>
              <a:buClr>
                <a:srgbClr val="FFFFFF"/>
              </a:buClr>
              <a:buFont typeface="Wingdings" panose="05000000000000000000" pitchFamily="2" charset="2"/>
              <a:buChar char="Ø"/>
              <a:defRPr/>
            </a:pPr>
            <a:r>
              <a:rPr lang="en-US" sz="1200" kern="0" dirty="0">
                <a:solidFill>
                  <a:prstClr val="white"/>
                </a:solidFill>
                <a:ea typeface="+mn-lt"/>
                <a:cs typeface="+mn-lt"/>
                <a:sym typeface="Arial"/>
              </a:rPr>
              <a:t>Generative AI</a:t>
            </a:r>
            <a:endParaRPr lang="en-US" dirty="0">
              <a:solidFill>
                <a:prstClr val="white"/>
              </a:solidFill>
              <a:cs typeface="Arial"/>
            </a:endParaRPr>
          </a:p>
        </p:txBody>
      </p:sp>
      <p:grpSp>
        <p:nvGrpSpPr>
          <p:cNvPr id="44" name="Group 43">
            <a:extLst>
              <a:ext uri="{FF2B5EF4-FFF2-40B4-BE49-F238E27FC236}">
                <a16:creationId xmlns:a16="http://schemas.microsoft.com/office/drawing/2014/main" id="{D8B790BC-DB68-4BD1-F898-9E456903EF7D}"/>
              </a:ext>
            </a:extLst>
          </p:cNvPr>
          <p:cNvGrpSpPr/>
          <p:nvPr/>
        </p:nvGrpSpPr>
        <p:grpSpPr>
          <a:xfrm>
            <a:off x="456787" y="2865937"/>
            <a:ext cx="6121262" cy="1123384"/>
            <a:chOff x="457200" y="1155901"/>
            <a:chExt cx="6121262" cy="1123384"/>
          </a:xfrm>
        </p:grpSpPr>
        <p:sp>
          <p:nvSpPr>
            <p:cNvPr id="45" name="TextBox 44">
              <a:extLst>
                <a:ext uri="{FF2B5EF4-FFF2-40B4-BE49-F238E27FC236}">
                  <a16:creationId xmlns:a16="http://schemas.microsoft.com/office/drawing/2014/main" id="{61AE83E9-0AE0-5590-DC51-63A766876FDD}"/>
                </a:ext>
              </a:extLst>
            </p:cNvPr>
            <p:cNvSpPr txBox="1"/>
            <p:nvPr/>
          </p:nvSpPr>
          <p:spPr>
            <a:xfrm>
              <a:off x="457200" y="1155901"/>
              <a:ext cx="6121262" cy="1123384"/>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Solution</a:t>
              </a:r>
            </a:p>
            <a:p>
              <a:pPr defTabSz="457200">
                <a:spcBef>
                  <a:spcPts val="600"/>
                </a:spcBef>
                <a:defRPr/>
              </a:pPr>
              <a:r>
                <a:rPr lang="en-US" sz="1200" dirty="0">
                  <a:solidFill>
                    <a:prstClr val="white"/>
                  </a:solidFill>
                  <a:ea typeface="+mn-lt"/>
                  <a:cs typeface="+mn-lt"/>
                </a:rPr>
                <a:t>The team designed a generative AI-powered simulation for students to role-play the Rob Parson case, using a six-page system prompt and up to 15 interactive iterations. At the end, students receive personalized feedback structured around the HEAR framework, deepening their coaching skills and conversational receptiveness.</a:t>
              </a:r>
              <a:endParaRPr lang="en-US" dirty="0">
                <a:solidFill>
                  <a:prstClr val="white"/>
                </a:solidFill>
                <a:ea typeface="+mn-ea"/>
                <a:cs typeface="+mn-cs"/>
              </a:endParaRPr>
            </a:p>
          </p:txBody>
        </p:sp>
        <p:cxnSp>
          <p:nvCxnSpPr>
            <p:cNvPr id="46" name="Straight Connector 45">
              <a:extLst>
                <a:ext uri="{FF2B5EF4-FFF2-40B4-BE49-F238E27FC236}">
                  <a16:creationId xmlns:a16="http://schemas.microsoft.com/office/drawing/2014/main" id="{4BD8654C-2C4C-AB93-A72E-27F14C59608E}"/>
                </a:ext>
              </a:extLst>
            </p:cNvPr>
            <p:cNvCxnSpPr>
              <a:cxnSpLocks/>
            </p:cNvCxnSpPr>
            <p:nvPr/>
          </p:nvCxnSpPr>
          <p:spPr>
            <a:xfrm>
              <a:off x="457200" y="1449814"/>
              <a:ext cx="6007564" cy="0"/>
            </a:xfrm>
            <a:prstGeom prst="line">
              <a:avLst/>
            </a:prstGeom>
            <a:noFill/>
            <a:ln w="12700" cap="flat" cmpd="sng">
              <a:solidFill>
                <a:srgbClr val="6F7878"/>
              </a:solidFill>
              <a:prstDash val="solid"/>
              <a:round/>
              <a:headEnd type="none" w="lg" len="med"/>
              <a:tailEnd type="none" w="lg" len="med"/>
            </a:ln>
          </p:spPr>
        </p:cxnSp>
      </p:grpSp>
      <p:sp>
        <p:nvSpPr>
          <p:cNvPr id="48" name="TextBox 47">
            <a:extLst>
              <a:ext uri="{FF2B5EF4-FFF2-40B4-BE49-F238E27FC236}">
                <a16:creationId xmlns:a16="http://schemas.microsoft.com/office/drawing/2014/main" id="{366E7024-6FCE-7D9A-3B92-2437BE964A5A}"/>
              </a:ext>
            </a:extLst>
          </p:cNvPr>
          <p:cNvSpPr txBox="1"/>
          <p:nvPr/>
        </p:nvSpPr>
        <p:spPr>
          <a:xfrm>
            <a:off x="457200" y="4428022"/>
            <a:ext cx="6013682" cy="307777"/>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540A"/>
                </a:solidFill>
                <a:effectLst/>
                <a:uLnTx/>
                <a:uFillTx/>
                <a:latin typeface="Arial Black" panose="020B0A04020102020204"/>
                <a:ea typeface="+mn-ea"/>
                <a:cs typeface="+mn-cs"/>
              </a:rPr>
              <a:t>Key Technologies Used</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cxnSp>
        <p:nvCxnSpPr>
          <p:cNvPr id="49" name="Straight Connector 48">
            <a:extLst>
              <a:ext uri="{FF2B5EF4-FFF2-40B4-BE49-F238E27FC236}">
                <a16:creationId xmlns:a16="http://schemas.microsoft.com/office/drawing/2014/main" id="{9478BAA9-1333-D6ED-12B4-1A33CAD3622C}"/>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A44F6DB7-AA1F-49C2-99D8-EBF856CD1AF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D27A065-587D-1FBC-FCB8-513920733870}"/>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778533"/>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88E0FAF5-4FE2-A454-45E5-A110B3DECA97}"/>
              </a:ext>
            </a:extLst>
          </p:cNvPr>
          <p:cNvSpPr/>
          <p:nvPr/>
        </p:nvSpPr>
        <p:spPr>
          <a:xfrm>
            <a:off x="3239537" y="4925910"/>
            <a:ext cx="3329949" cy="184666"/>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prstClr val="white"/>
              </a:buClr>
              <a:buFont typeface="Wingdings" panose="05000000000000000000" pitchFamily="2" charset="2"/>
              <a:buChar char="Ø"/>
              <a:defRPr/>
            </a:pPr>
            <a:r>
              <a:rPr lang="en-US" sz="1200" kern="0" dirty="0">
                <a:solidFill>
                  <a:prstClr val="white"/>
                </a:solidFill>
                <a:ea typeface="+mn-lt"/>
                <a:cs typeface="+mn-lt"/>
                <a:sym typeface="Arial"/>
              </a:rPr>
              <a:t>Large Language Models (LLM)</a:t>
            </a:r>
            <a:endParaRPr lang="en-US" dirty="0">
              <a:ea typeface="+mn-ea"/>
            </a:endParaRPr>
          </a:p>
        </p:txBody>
      </p:sp>
      <p:sp>
        <p:nvSpPr>
          <p:cNvPr id="5" name="TextBox 4">
            <a:extLst>
              <a:ext uri="{FF2B5EF4-FFF2-40B4-BE49-F238E27FC236}">
                <a16:creationId xmlns:a16="http://schemas.microsoft.com/office/drawing/2014/main" id="{AE1CB3D2-F12B-A886-1DCE-E0880E7000CF}"/>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40</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a:t>
            </a:r>
            <a:r>
              <a:rPr lang="en-US" sz="700" dirty="0">
                <a:solidFill>
                  <a:prstClr val="white"/>
                </a:solidFill>
                <a:latin typeface="Arial" panose="020B0604020202020204"/>
              </a:rPr>
              <a:t>6</a:t>
            </a:r>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Gartner, Inc. and/or its affiliates. All rights reserved.				</a:t>
            </a:r>
          </a:p>
        </p:txBody>
      </p:sp>
      <p:grpSp>
        <p:nvGrpSpPr>
          <p:cNvPr id="16" name="Group 15">
            <a:extLst>
              <a:ext uri="{FF2B5EF4-FFF2-40B4-BE49-F238E27FC236}">
                <a16:creationId xmlns:a16="http://schemas.microsoft.com/office/drawing/2014/main" id="{9037EF31-AA9E-8397-79EB-04F1E457769B}"/>
              </a:ext>
            </a:extLst>
          </p:cNvPr>
          <p:cNvGrpSpPr/>
          <p:nvPr/>
        </p:nvGrpSpPr>
        <p:grpSpPr>
          <a:xfrm>
            <a:off x="7181063" y="1138435"/>
            <a:ext cx="4631595" cy="2523768"/>
            <a:chOff x="457200" y="4291325"/>
            <a:chExt cx="4631595" cy="2523768"/>
          </a:xfrm>
        </p:grpSpPr>
        <p:sp>
          <p:nvSpPr>
            <p:cNvPr id="17" name="TextBox 16">
              <a:extLst>
                <a:ext uri="{FF2B5EF4-FFF2-40B4-BE49-F238E27FC236}">
                  <a16:creationId xmlns:a16="http://schemas.microsoft.com/office/drawing/2014/main" id="{1D983B30-3637-3C20-0599-CA908DFD4E87}"/>
                </a:ext>
              </a:extLst>
            </p:cNvPr>
            <p:cNvSpPr txBox="1"/>
            <p:nvPr/>
          </p:nvSpPr>
          <p:spPr>
            <a:xfrm>
              <a:off x="457201" y="4291325"/>
              <a:ext cx="3949852" cy="2523768"/>
            </a:xfrm>
            <a:prstGeom prst="rect">
              <a:avLst/>
            </a:prstGeom>
            <a:noFill/>
          </p:spPr>
          <p:txBody>
            <a:bodyPr wrap="square" lIns="0" tIns="45720" rIns="0" bIns="45720" rtlCol="0" anchor="t">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2856"/>
                  </a:solidFill>
                  <a:effectLst/>
                  <a:uLnTx/>
                  <a:uFillTx/>
                  <a:latin typeface="Arial Black" panose="020B0A04020102020204"/>
                  <a:ea typeface="+mn-ea"/>
                  <a:cs typeface="+mn-cs"/>
                </a:rPr>
                <a:t>Outcomes</a:t>
              </a: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Engagement</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&gt;600 student-agent conversations recorded, exceeding usage of other AI agents.</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Positive Feedback</a:t>
              </a:r>
              <a:r>
                <a:rPr kumimoji="0" lang="en-US" sz="1200" b="1" i="0" u="none" strike="noStrike" kern="1200" cap="none" spc="0" normalizeH="0" baseline="0" noProof="0" dirty="0">
                  <a:ln>
                    <a:noFill/>
                  </a:ln>
                  <a:solidFill>
                    <a:prstClr val="black"/>
                  </a:solidFill>
                  <a:effectLst/>
                  <a:uLnTx/>
                  <a:uFillTx/>
                  <a:ea typeface="+mn-lt"/>
                  <a:cs typeface="+mn-lt"/>
                </a:rPr>
                <a:t>:</a:t>
              </a:r>
              <a:r>
                <a:rPr kumimoji="0" lang="en-US" sz="1200" i="0" u="none" strike="noStrike" kern="1200" cap="none" spc="0" normalizeH="0" baseline="0" noProof="0" dirty="0">
                  <a:ln>
                    <a:noFill/>
                  </a:ln>
                  <a:solidFill>
                    <a:prstClr val="black"/>
                  </a:solidFill>
                  <a:effectLst/>
                  <a:uLnTx/>
                  <a:uFillTx/>
                  <a:ea typeface="+mn-lt"/>
                  <a:cs typeface="+mn-lt"/>
                </a:rPr>
                <a:t> </a:t>
              </a:r>
              <a:r>
                <a:rPr lang="en-US" sz="1200" dirty="0">
                  <a:solidFill>
                    <a:prstClr val="black"/>
                  </a:solidFill>
                  <a:ea typeface="+mn-lt"/>
                  <a:cs typeface="+mn-lt"/>
                </a:rPr>
                <a:t>100% of participating students reported positive experiences with the simulation.</a:t>
              </a:r>
              <a:endParaRPr kumimoji="0" lang="en-US" sz="12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182880" indent="-182880" defTabSz="457200">
                <a:spcBef>
                  <a:spcPts val="2400"/>
                </a:spcBef>
                <a:buFont typeface="Wingdings" panose="05000000000000000000" pitchFamily="2" charset="2"/>
                <a:buChar char="Ø"/>
                <a:defRPr/>
              </a:pPr>
              <a:r>
                <a:rPr lang="en-US" sz="1200" b="1" dirty="0">
                  <a:solidFill>
                    <a:prstClr val="black"/>
                  </a:solidFill>
                  <a:ea typeface="+mn-lt"/>
                  <a:cs typeface="+mn-lt"/>
                </a:rPr>
                <a:t>Adoption:</a:t>
              </a:r>
              <a:r>
                <a:rPr lang="en-US" sz="1200" dirty="0">
                  <a:solidFill>
                    <a:prstClr val="black"/>
                  </a:solidFill>
                  <a:ea typeface="+mn-lt"/>
                  <a:cs typeface="+mn-lt"/>
                </a:rPr>
                <a:t> High agent usage demonstrated strong demand for personalized role-play and feedback in course work.</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a:endParaRPr>
            </a:p>
          </p:txBody>
        </p:sp>
        <p:cxnSp>
          <p:nvCxnSpPr>
            <p:cNvPr id="18" name="Straight Connector 17">
              <a:extLst>
                <a:ext uri="{FF2B5EF4-FFF2-40B4-BE49-F238E27FC236}">
                  <a16:creationId xmlns:a16="http://schemas.microsoft.com/office/drawing/2014/main" id="{F57EA0F5-3874-DF80-5BAB-F5333E798A29}"/>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C5FDE52F-8D9B-EBE4-10D5-20B37755C5B3}"/>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BEBDEB6-D0DC-21D9-975E-76F2208B0409}"/>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91440" bIns="91440" rtlCol="0" anchor="ctr"/>
          <a:lstStyle/>
          <a:p>
            <a:pPr algn="ctr">
              <a:buClr>
                <a:srgbClr val="000000"/>
              </a:buClr>
              <a:defRPr/>
            </a:pPr>
            <a:r>
              <a:rPr kumimoji="0" lang="en-US" sz="1200" b="0" i="1" u="none" strike="noStrike" kern="0" cap="none" spc="0" normalizeH="0" baseline="0" noProof="0" dirty="0">
                <a:ln>
                  <a:noFill/>
                </a:ln>
                <a:solidFill>
                  <a:srgbClr val="000000"/>
                </a:solidFill>
                <a:effectLst/>
                <a:uLnTx/>
                <a:uFillTx/>
                <a:latin typeface="Arial"/>
                <a:ea typeface="+mn-ea"/>
                <a:cs typeface="Arial"/>
                <a:sym typeface="Arial"/>
              </a:rPr>
              <a:t>“</a:t>
            </a:r>
            <a:r>
              <a:rPr lang="en-US" sz="1200" i="1" kern="0" dirty="0">
                <a:solidFill>
                  <a:srgbClr val="000000"/>
                </a:solidFill>
                <a:ea typeface="+mn-lt"/>
                <a:cs typeface="+mn-lt"/>
                <a:sym typeface="Arial"/>
              </a:rPr>
              <a:t>The model was wildly successful. We saw usage spike in the 2-week period during the quarter when the case was being taught.</a:t>
            </a:r>
            <a:r>
              <a:rPr lang="en-US" sz="1200" i="1" kern="0" dirty="0">
                <a:solidFill>
                  <a:srgbClr val="000000"/>
                </a:solidFill>
                <a:latin typeface="Arial"/>
                <a:cs typeface="Arial"/>
                <a:sym typeface="Arial"/>
              </a:rPr>
              <a:t>”</a:t>
            </a:r>
            <a:endParaRPr kumimoji="0" lang="en-US" sz="1200" b="0" i="1" u="none" strike="noStrike" kern="0" cap="none" spc="0" normalizeH="0" baseline="0" noProof="0" dirty="0">
              <a:ln>
                <a:noFill/>
              </a:ln>
              <a:solidFill>
                <a:srgbClr val="000000"/>
              </a:solidFill>
              <a:effectLst/>
              <a:uLnTx/>
              <a:uFillTx/>
              <a:latin typeface="Arial"/>
              <a:ea typeface="+mn-ea"/>
              <a:cs typeface="Arial"/>
              <a:sym typeface="Arial"/>
            </a:endParaRPr>
          </a:p>
          <a:p>
            <a:pPr algn="r">
              <a:buClr>
                <a:srgbClr val="000000"/>
              </a:buClr>
              <a:defRPr/>
            </a:pPr>
            <a:br>
              <a:rPr lang="en-US" sz="1200" b="0" i="0"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 </a:t>
            </a:r>
            <a:r>
              <a:rPr kumimoji="0" lang="en-US" sz="1200" b="0" i="0" u="none" strike="noStrike" kern="0" cap="none" spc="0" normalizeH="0" baseline="0" noProof="0" dirty="0">
                <a:ln>
                  <a:noFill/>
                </a:ln>
                <a:solidFill>
                  <a:srgbClr val="000000"/>
                </a:solidFill>
                <a:effectLst/>
                <a:uLnTx/>
                <a:uFillTx/>
                <a:latin typeface="Arial"/>
                <a:ea typeface="+mn-ea"/>
                <a:cs typeface="Arial"/>
                <a:sym typeface="Arial"/>
              </a:rPr>
              <a:t>Senior Executive at </a:t>
            </a:r>
            <a:r>
              <a:rPr lang="en-US" sz="1200" kern="0" dirty="0">
                <a:solidFill>
                  <a:srgbClr val="000000"/>
                </a:solidFill>
                <a:latin typeface="Arial"/>
                <a:cs typeface="Arial"/>
                <a:sym typeface="Arial"/>
              </a:rPr>
              <a:t>UCLA Anderson School of Management</a:t>
            </a:r>
            <a:endParaRPr lang="en-US" sz="1200" b="0" i="0" u="none" strike="noStrike" kern="0" cap="none" spc="0" normalizeH="0" baseline="0" noProof="0" dirty="0">
              <a:ln>
                <a:noFill/>
              </a:ln>
              <a:solidFill>
                <a:srgbClr val="000000"/>
              </a:solidFill>
              <a:effectLst/>
              <a:uLnTx/>
              <a:uFillTx/>
              <a:latin typeface="Arial"/>
              <a:cs typeface="Arial"/>
            </a:endParaRPr>
          </a:p>
        </p:txBody>
      </p:sp>
      <p:grpSp>
        <p:nvGrpSpPr>
          <p:cNvPr id="20" name="Group 19">
            <a:extLst>
              <a:ext uri="{FF2B5EF4-FFF2-40B4-BE49-F238E27FC236}">
                <a16:creationId xmlns:a16="http://schemas.microsoft.com/office/drawing/2014/main" id="{BDD3F840-E714-AF8E-02E0-38B20227E351}"/>
              </a:ext>
            </a:extLst>
          </p:cNvPr>
          <p:cNvGrpSpPr/>
          <p:nvPr/>
        </p:nvGrpSpPr>
        <p:grpSpPr>
          <a:xfrm>
            <a:off x="11130915" y="4552218"/>
            <a:ext cx="640080" cy="548640"/>
            <a:chOff x="7214616" y="4478699"/>
            <a:chExt cx="640080" cy="548640"/>
          </a:xfrm>
        </p:grpSpPr>
        <p:sp>
          <p:nvSpPr>
            <p:cNvPr id="19" name="TextBox 18">
              <a:extLst>
                <a:ext uri="{FF2B5EF4-FFF2-40B4-BE49-F238E27FC236}">
                  <a16:creationId xmlns:a16="http://schemas.microsoft.com/office/drawing/2014/main" id="{B046CD12-3171-F047-B922-A2FDEEEC7DEC}"/>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pic>
          <p:nvPicPr>
            <p:cNvPr id="14" name="Picture 2">
              <a:extLst>
                <a:ext uri="{FF2B5EF4-FFF2-40B4-BE49-F238E27FC236}">
                  <a16:creationId xmlns:a16="http://schemas.microsoft.com/office/drawing/2014/main" id="{A2D65DE4-8B55-A787-3B47-850990F22E4A}"/>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B0FEB55D-8BB0-B2BB-B3BA-2CED93726C9E}"/>
              </a:ext>
            </a:extLst>
          </p:cNvPr>
          <p:cNvSpPr txBox="1"/>
          <p:nvPr/>
        </p:nvSpPr>
        <p:spPr>
          <a:xfrm>
            <a:off x="456787" y="6076805"/>
            <a:ext cx="6121262" cy="215444"/>
          </a:xfrm>
          <a:prstGeom prst="rect">
            <a:avLst/>
          </a:prstGeom>
          <a:noFill/>
        </p:spPr>
        <p:txBody>
          <a:bodyPr wrap="square" lIns="0" tIns="45720" rIns="0" bIns="45720" rtlCol="0" anchor="t">
            <a:spAutoFit/>
          </a:bodyPr>
          <a:lstStyle/>
          <a:p>
            <a:pPr defTabSz="457200">
              <a:spcBef>
                <a:spcPts val="600"/>
              </a:spcBef>
              <a:defRPr/>
            </a:pP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Source: Gartner 2026 Eye on Innovation Awards for </a:t>
            </a:r>
            <a:r>
              <a:rPr lang="en-US" sz="800" dirty="0">
                <a:solidFill>
                  <a:prstClr val="white"/>
                </a:solidFill>
                <a:latin typeface="Arial" panose="020B0604020202020204"/>
              </a:rPr>
              <a:t>Education</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UCLA Anderson School of Management</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Los Angeles</a:t>
            </a:r>
            <a:r>
              <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rPr>
              <a:t>, </a:t>
            </a:r>
            <a:r>
              <a:rPr lang="en-US" sz="800" dirty="0">
                <a:solidFill>
                  <a:prstClr val="white"/>
                </a:solidFill>
                <a:latin typeface="Arial" panose="020B0604020202020204"/>
              </a:rPr>
              <a:t>USA</a:t>
            </a:r>
            <a:endParaRPr kumimoji="0" lang="en-US" sz="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pic>
        <p:nvPicPr>
          <p:cNvPr id="15" name="Picture 14" descr="File:UCLA Anderson School of Management logo.svg - Wikimedia Commons">
            <a:extLst>
              <a:ext uri="{FF2B5EF4-FFF2-40B4-BE49-F238E27FC236}">
                <a16:creationId xmlns:a16="http://schemas.microsoft.com/office/drawing/2014/main" id="{D22CA348-5DED-C80C-B392-1EDA14A3B430}"/>
              </a:ext>
            </a:extLst>
          </p:cNvPr>
          <p:cNvPicPr>
            <a:picLocks noChangeAspect="1"/>
          </p:cNvPicPr>
          <p:nvPr/>
        </p:nvPicPr>
        <p:blipFill>
          <a:blip r:embed="rId10"/>
          <a:stretch>
            <a:fillRect/>
          </a:stretch>
        </p:blipFill>
        <p:spPr>
          <a:xfrm>
            <a:off x="9960472" y="369435"/>
            <a:ext cx="1871644" cy="526232"/>
          </a:xfrm>
          <a:prstGeom prst="rect">
            <a:avLst/>
          </a:prstGeom>
        </p:spPr>
      </p:pic>
      <p:pic>
        <p:nvPicPr>
          <p:cNvPr id="2" name="Picture 1" descr="A blue and black logo&#10;&#10;AI-generated content may be incorrect.">
            <a:extLst>
              <a:ext uri="{FF2B5EF4-FFF2-40B4-BE49-F238E27FC236}">
                <a16:creationId xmlns:a16="http://schemas.microsoft.com/office/drawing/2014/main" id="{DBC9AB0D-7FFF-F5F1-3146-ECFC8E65E8BC}"/>
              </a:ext>
            </a:extLst>
          </p:cNvPr>
          <p:cNvPicPr>
            <a:picLocks noChangeAspect="1"/>
          </p:cNvPicPr>
          <p:nvPr/>
        </p:nvPicPr>
        <p:blipFill>
          <a:blip r:embed="rId11"/>
          <a:stretch>
            <a:fillRect/>
          </a:stretch>
        </p:blipFill>
        <p:spPr>
          <a:xfrm>
            <a:off x="11410721" y="1716795"/>
            <a:ext cx="367597" cy="266241"/>
          </a:xfrm>
          <a:prstGeom prst="rect">
            <a:avLst/>
          </a:prstGeom>
        </p:spPr>
      </p:pic>
      <p:sp>
        <p:nvSpPr>
          <p:cNvPr id="13" name="Freeform 525">
            <a:extLst>
              <a:ext uri="{FF2B5EF4-FFF2-40B4-BE49-F238E27FC236}">
                <a16:creationId xmlns:a16="http://schemas.microsoft.com/office/drawing/2014/main" id="{29A437E1-9D6E-F2F3-5BD7-5B4653C6A265}"/>
              </a:ext>
            </a:extLst>
          </p:cNvPr>
          <p:cNvSpPr>
            <a:spLocks noChangeAspect="1"/>
          </p:cNvSpPr>
          <p:nvPr/>
        </p:nvSpPr>
        <p:spPr bwMode="black">
          <a:xfrm>
            <a:off x="11410671" y="2357388"/>
            <a:ext cx="362681" cy="368913"/>
          </a:xfrm>
          <a:custGeom>
            <a:avLst/>
            <a:gdLst>
              <a:gd name="T0" fmla="*/ 176 w 186"/>
              <a:gd name="T1" fmla="*/ 60 h 188"/>
              <a:gd name="T2" fmla="*/ 128 w 186"/>
              <a:gd name="T3" fmla="*/ 60 h 188"/>
              <a:gd name="T4" fmla="*/ 133 w 186"/>
              <a:gd name="T5" fmla="*/ 44 h 188"/>
              <a:gd name="T6" fmla="*/ 111 w 186"/>
              <a:gd name="T7" fmla="*/ 4 h 188"/>
              <a:gd name="T8" fmla="*/ 96 w 186"/>
              <a:gd name="T9" fmla="*/ 0 h 188"/>
              <a:gd name="T10" fmla="*/ 60 w 186"/>
              <a:gd name="T11" fmla="*/ 76 h 188"/>
              <a:gd name="T12" fmla="*/ 40 w 186"/>
              <a:gd name="T13" fmla="*/ 76 h 188"/>
              <a:gd name="T14" fmla="*/ 40 w 186"/>
              <a:gd name="T15" fmla="*/ 59 h 188"/>
              <a:gd name="T16" fmla="*/ 0 w 186"/>
              <a:gd name="T17" fmla="*/ 59 h 188"/>
              <a:gd name="T18" fmla="*/ 0 w 186"/>
              <a:gd name="T19" fmla="*/ 75 h 188"/>
              <a:gd name="T20" fmla="*/ 24 w 186"/>
              <a:gd name="T21" fmla="*/ 75 h 188"/>
              <a:gd name="T22" fmla="*/ 24 w 186"/>
              <a:gd name="T23" fmla="*/ 76 h 188"/>
              <a:gd name="T24" fmla="*/ 24 w 186"/>
              <a:gd name="T25" fmla="*/ 172 h 188"/>
              <a:gd name="T26" fmla="*/ 0 w 186"/>
              <a:gd name="T27" fmla="*/ 172 h 188"/>
              <a:gd name="T28" fmla="*/ 0 w 186"/>
              <a:gd name="T29" fmla="*/ 188 h 188"/>
              <a:gd name="T30" fmla="*/ 40 w 186"/>
              <a:gd name="T31" fmla="*/ 188 h 188"/>
              <a:gd name="T32" fmla="*/ 40 w 186"/>
              <a:gd name="T33" fmla="*/ 172 h 188"/>
              <a:gd name="T34" fmla="*/ 156 w 186"/>
              <a:gd name="T35" fmla="*/ 172 h 188"/>
              <a:gd name="T36" fmla="*/ 157 w 186"/>
              <a:gd name="T37" fmla="*/ 171 h 188"/>
              <a:gd name="T38" fmla="*/ 176 w 186"/>
              <a:gd name="T39" fmla="*/ 60 h 188"/>
              <a:gd name="T40" fmla="*/ 147 w 186"/>
              <a:gd name="T41" fmla="*/ 156 h 188"/>
              <a:gd name="T42" fmla="*/ 40 w 186"/>
              <a:gd name="T43" fmla="*/ 156 h 188"/>
              <a:gd name="T44" fmla="*/ 40 w 186"/>
              <a:gd name="T45" fmla="*/ 92 h 188"/>
              <a:gd name="T46" fmla="*/ 60 w 186"/>
              <a:gd name="T47" fmla="*/ 92 h 188"/>
              <a:gd name="T48" fmla="*/ 70 w 186"/>
              <a:gd name="T49" fmla="*/ 92 h 188"/>
              <a:gd name="T50" fmla="*/ 74 w 186"/>
              <a:gd name="T51" fmla="*/ 83 h 188"/>
              <a:gd name="T52" fmla="*/ 105 w 186"/>
              <a:gd name="T53" fmla="*/ 19 h 188"/>
              <a:gd name="T54" fmla="*/ 107 w 186"/>
              <a:gd name="T55" fmla="*/ 19 h 188"/>
              <a:gd name="T56" fmla="*/ 117 w 186"/>
              <a:gd name="T57" fmla="*/ 27 h 188"/>
              <a:gd name="T58" fmla="*/ 118 w 186"/>
              <a:gd name="T59" fmla="*/ 39 h 188"/>
              <a:gd name="T60" fmla="*/ 113 w 186"/>
              <a:gd name="T61" fmla="*/ 55 h 188"/>
              <a:gd name="T62" fmla="*/ 106 w 186"/>
              <a:gd name="T63" fmla="*/ 76 h 188"/>
              <a:gd name="T64" fmla="*/ 128 w 186"/>
              <a:gd name="T65" fmla="*/ 76 h 188"/>
              <a:gd name="T66" fmla="*/ 163 w 186"/>
              <a:gd name="T67" fmla="*/ 76 h 188"/>
              <a:gd name="T68" fmla="*/ 147 w 186"/>
              <a:gd name="T69" fmla="*/ 15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6" h="188">
                <a:moveTo>
                  <a:pt x="176" y="60"/>
                </a:moveTo>
                <a:cubicBezTo>
                  <a:pt x="128" y="60"/>
                  <a:pt x="128" y="60"/>
                  <a:pt x="128" y="60"/>
                </a:cubicBezTo>
                <a:cubicBezTo>
                  <a:pt x="133" y="44"/>
                  <a:pt x="133" y="44"/>
                  <a:pt x="133" y="44"/>
                </a:cubicBezTo>
                <a:cubicBezTo>
                  <a:pt x="139" y="27"/>
                  <a:pt x="129" y="8"/>
                  <a:pt x="111" y="4"/>
                </a:cubicBezTo>
                <a:cubicBezTo>
                  <a:pt x="96" y="0"/>
                  <a:pt x="96" y="0"/>
                  <a:pt x="96" y="0"/>
                </a:cubicBezTo>
                <a:cubicBezTo>
                  <a:pt x="60" y="76"/>
                  <a:pt x="60" y="76"/>
                  <a:pt x="60" y="76"/>
                </a:cubicBezTo>
                <a:cubicBezTo>
                  <a:pt x="40" y="76"/>
                  <a:pt x="40" y="76"/>
                  <a:pt x="40" y="76"/>
                </a:cubicBezTo>
                <a:cubicBezTo>
                  <a:pt x="40" y="59"/>
                  <a:pt x="40" y="59"/>
                  <a:pt x="40" y="59"/>
                </a:cubicBezTo>
                <a:cubicBezTo>
                  <a:pt x="0" y="59"/>
                  <a:pt x="0" y="59"/>
                  <a:pt x="0" y="59"/>
                </a:cubicBezTo>
                <a:cubicBezTo>
                  <a:pt x="0" y="75"/>
                  <a:pt x="0" y="75"/>
                  <a:pt x="0" y="75"/>
                </a:cubicBezTo>
                <a:cubicBezTo>
                  <a:pt x="24" y="75"/>
                  <a:pt x="24" y="75"/>
                  <a:pt x="24" y="75"/>
                </a:cubicBezTo>
                <a:cubicBezTo>
                  <a:pt x="24" y="76"/>
                  <a:pt x="24" y="76"/>
                  <a:pt x="24" y="76"/>
                </a:cubicBezTo>
                <a:cubicBezTo>
                  <a:pt x="24" y="172"/>
                  <a:pt x="24" y="172"/>
                  <a:pt x="24" y="172"/>
                </a:cubicBezTo>
                <a:cubicBezTo>
                  <a:pt x="0" y="172"/>
                  <a:pt x="0" y="172"/>
                  <a:pt x="0" y="172"/>
                </a:cubicBezTo>
                <a:cubicBezTo>
                  <a:pt x="0" y="188"/>
                  <a:pt x="0" y="188"/>
                  <a:pt x="0" y="188"/>
                </a:cubicBezTo>
                <a:cubicBezTo>
                  <a:pt x="40" y="188"/>
                  <a:pt x="40" y="188"/>
                  <a:pt x="40" y="188"/>
                </a:cubicBezTo>
                <a:cubicBezTo>
                  <a:pt x="40" y="172"/>
                  <a:pt x="40" y="172"/>
                  <a:pt x="40" y="172"/>
                </a:cubicBezTo>
                <a:cubicBezTo>
                  <a:pt x="156" y="172"/>
                  <a:pt x="156" y="172"/>
                  <a:pt x="156" y="172"/>
                </a:cubicBezTo>
                <a:cubicBezTo>
                  <a:pt x="157" y="171"/>
                  <a:pt x="157" y="171"/>
                  <a:pt x="157" y="171"/>
                </a:cubicBezTo>
                <a:cubicBezTo>
                  <a:pt x="179" y="139"/>
                  <a:pt x="186" y="98"/>
                  <a:pt x="176" y="60"/>
                </a:cubicBezTo>
                <a:moveTo>
                  <a:pt x="147" y="156"/>
                </a:moveTo>
                <a:cubicBezTo>
                  <a:pt x="40" y="156"/>
                  <a:pt x="40" y="156"/>
                  <a:pt x="40" y="156"/>
                </a:cubicBezTo>
                <a:cubicBezTo>
                  <a:pt x="40" y="92"/>
                  <a:pt x="40" y="92"/>
                  <a:pt x="40" y="92"/>
                </a:cubicBezTo>
                <a:cubicBezTo>
                  <a:pt x="60" y="92"/>
                  <a:pt x="60" y="92"/>
                  <a:pt x="60" y="92"/>
                </a:cubicBezTo>
                <a:cubicBezTo>
                  <a:pt x="70" y="92"/>
                  <a:pt x="70" y="92"/>
                  <a:pt x="70" y="92"/>
                </a:cubicBezTo>
                <a:cubicBezTo>
                  <a:pt x="74" y="83"/>
                  <a:pt x="74" y="83"/>
                  <a:pt x="74" y="83"/>
                </a:cubicBezTo>
                <a:cubicBezTo>
                  <a:pt x="105" y="19"/>
                  <a:pt x="105" y="19"/>
                  <a:pt x="105" y="19"/>
                </a:cubicBezTo>
                <a:cubicBezTo>
                  <a:pt x="107" y="19"/>
                  <a:pt x="107" y="19"/>
                  <a:pt x="107" y="19"/>
                </a:cubicBezTo>
                <a:cubicBezTo>
                  <a:pt x="111" y="20"/>
                  <a:pt x="115" y="23"/>
                  <a:pt x="117" y="27"/>
                </a:cubicBezTo>
                <a:cubicBezTo>
                  <a:pt x="119" y="31"/>
                  <a:pt x="119" y="35"/>
                  <a:pt x="118" y="39"/>
                </a:cubicBezTo>
                <a:cubicBezTo>
                  <a:pt x="113" y="55"/>
                  <a:pt x="113" y="55"/>
                  <a:pt x="113" y="55"/>
                </a:cubicBezTo>
                <a:cubicBezTo>
                  <a:pt x="106" y="76"/>
                  <a:pt x="106" y="76"/>
                  <a:pt x="106" y="76"/>
                </a:cubicBezTo>
                <a:cubicBezTo>
                  <a:pt x="128" y="76"/>
                  <a:pt x="128" y="76"/>
                  <a:pt x="128" y="76"/>
                </a:cubicBezTo>
                <a:cubicBezTo>
                  <a:pt x="163" y="76"/>
                  <a:pt x="163" y="76"/>
                  <a:pt x="163" y="76"/>
                </a:cubicBezTo>
                <a:cubicBezTo>
                  <a:pt x="167" y="104"/>
                  <a:pt x="162" y="132"/>
                  <a:pt x="147" y="156"/>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Freeform 429">
            <a:extLst>
              <a:ext uri="{FF2B5EF4-FFF2-40B4-BE49-F238E27FC236}">
                <a16:creationId xmlns:a16="http://schemas.microsoft.com/office/drawing/2014/main" id="{00F9E939-B3C2-A622-FD6A-86A745D0EC96}"/>
              </a:ext>
            </a:extLst>
          </p:cNvPr>
          <p:cNvSpPr>
            <a:spLocks noChangeAspect="1"/>
          </p:cNvSpPr>
          <p:nvPr/>
        </p:nvSpPr>
        <p:spPr bwMode="black">
          <a:xfrm>
            <a:off x="11398286" y="3176596"/>
            <a:ext cx="369089" cy="243978"/>
          </a:xfrm>
          <a:custGeom>
            <a:avLst/>
            <a:gdLst>
              <a:gd name="T0" fmla="*/ 122 w 378"/>
              <a:gd name="T1" fmla="*/ 154 h 252"/>
              <a:gd name="T2" fmla="*/ 104 w 378"/>
              <a:gd name="T3" fmla="*/ 136 h 252"/>
              <a:gd name="T4" fmla="*/ 168 w 378"/>
              <a:gd name="T5" fmla="*/ 71 h 252"/>
              <a:gd name="T6" fmla="*/ 203 w 378"/>
              <a:gd name="T7" fmla="*/ 106 h 252"/>
              <a:gd name="T8" fmla="*/ 255 w 378"/>
              <a:gd name="T9" fmla="*/ 52 h 252"/>
              <a:gd name="T10" fmla="*/ 274 w 378"/>
              <a:gd name="T11" fmla="*/ 71 h 252"/>
              <a:gd name="T12" fmla="*/ 203 w 378"/>
              <a:gd name="T13" fmla="*/ 142 h 252"/>
              <a:gd name="T14" fmla="*/ 168 w 378"/>
              <a:gd name="T15" fmla="*/ 107 h 252"/>
              <a:gd name="T16" fmla="*/ 122 w 378"/>
              <a:gd name="T17" fmla="*/ 154 h 252"/>
              <a:gd name="T18" fmla="*/ 378 w 378"/>
              <a:gd name="T19" fmla="*/ 227 h 252"/>
              <a:gd name="T20" fmla="*/ 0 w 378"/>
              <a:gd name="T21" fmla="*/ 227 h 252"/>
              <a:gd name="T22" fmla="*/ 0 w 378"/>
              <a:gd name="T23" fmla="*/ 252 h 252"/>
              <a:gd name="T24" fmla="*/ 378 w 378"/>
              <a:gd name="T25" fmla="*/ 252 h 252"/>
              <a:gd name="T26" fmla="*/ 378 w 378"/>
              <a:gd name="T27" fmla="*/ 227 h 252"/>
              <a:gd name="T28" fmla="*/ 302 w 378"/>
              <a:gd name="T29" fmla="*/ 25 h 252"/>
              <a:gd name="T30" fmla="*/ 75 w 378"/>
              <a:gd name="T31" fmla="*/ 25 h 252"/>
              <a:gd name="T32" fmla="*/ 75 w 378"/>
              <a:gd name="T33" fmla="*/ 177 h 252"/>
              <a:gd name="T34" fmla="*/ 302 w 378"/>
              <a:gd name="T35" fmla="*/ 177 h 252"/>
              <a:gd name="T36" fmla="*/ 302 w 378"/>
              <a:gd name="T37" fmla="*/ 25 h 252"/>
              <a:gd name="T38" fmla="*/ 327 w 378"/>
              <a:gd name="T39" fmla="*/ 202 h 252"/>
              <a:gd name="T40" fmla="*/ 50 w 378"/>
              <a:gd name="T41" fmla="*/ 202 h 252"/>
              <a:gd name="T42" fmla="*/ 50 w 378"/>
              <a:gd name="T43" fmla="*/ 0 h 252"/>
              <a:gd name="T44" fmla="*/ 327 w 378"/>
              <a:gd name="T45" fmla="*/ 0 h 252"/>
              <a:gd name="T46" fmla="*/ 327 w 378"/>
              <a:gd name="T47" fmla="*/ 20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8" h="252">
                <a:moveTo>
                  <a:pt x="122" y="154"/>
                </a:moveTo>
                <a:lnTo>
                  <a:pt x="104" y="136"/>
                </a:lnTo>
                <a:lnTo>
                  <a:pt x="168" y="71"/>
                </a:lnTo>
                <a:lnTo>
                  <a:pt x="203" y="106"/>
                </a:lnTo>
                <a:lnTo>
                  <a:pt x="255" y="52"/>
                </a:lnTo>
                <a:lnTo>
                  <a:pt x="274" y="71"/>
                </a:lnTo>
                <a:lnTo>
                  <a:pt x="203" y="142"/>
                </a:lnTo>
                <a:lnTo>
                  <a:pt x="168" y="107"/>
                </a:lnTo>
                <a:lnTo>
                  <a:pt x="122" y="154"/>
                </a:lnTo>
                <a:close/>
                <a:moveTo>
                  <a:pt x="378" y="227"/>
                </a:moveTo>
                <a:lnTo>
                  <a:pt x="0" y="227"/>
                </a:lnTo>
                <a:lnTo>
                  <a:pt x="0" y="252"/>
                </a:lnTo>
                <a:lnTo>
                  <a:pt x="378" y="252"/>
                </a:lnTo>
                <a:lnTo>
                  <a:pt x="378" y="227"/>
                </a:lnTo>
                <a:close/>
                <a:moveTo>
                  <a:pt x="302" y="25"/>
                </a:moveTo>
                <a:lnTo>
                  <a:pt x="75" y="25"/>
                </a:lnTo>
                <a:lnTo>
                  <a:pt x="75" y="177"/>
                </a:lnTo>
                <a:lnTo>
                  <a:pt x="302" y="177"/>
                </a:lnTo>
                <a:lnTo>
                  <a:pt x="302" y="25"/>
                </a:lnTo>
                <a:close/>
                <a:moveTo>
                  <a:pt x="327" y="202"/>
                </a:moveTo>
                <a:lnTo>
                  <a:pt x="50" y="202"/>
                </a:lnTo>
                <a:lnTo>
                  <a:pt x="50" y="0"/>
                </a:lnTo>
                <a:lnTo>
                  <a:pt x="327" y="0"/>
                </a:lnTo>
                <a:lnTo>
                  <a:pt x="327" y="20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1531939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TextBox 8">
            <a:extLst>
              <a:ext uri="{FF2B5EF4-FFF2-40B4-BE49-F238E27FC236}">
                <a16:creationId xmlns:a16="http://schemas.microsoft.com/office/drawing/2014/main" id="{CEEFC2F8-DF3E-A5EC-1BDC-02CC62D4B46F}"/>
              </a:ext>
            </a:extLst>
          </p:cNvPr>
          <p:cNvSpPr txBox="1"/>
          <p:nvPr/>
        </p:nvSpPr>
        <p:spPr>
          <a:xfrm>
            <a:off x="-3664" y="-296"/>
            <a:ext cx="6941968" cy="6858296"/>
          </a:xfrm>
          <a:prstGeom prst="rect">
            <a:avLst/>
          </a:prstGeom>
          <a:solidFill>
            <a:schemeClr val="accent1"/>
          </a:solidFill>
        </p:spPr>
        <p:txBody>
          <a:bodyPr wrap="square" lIns="91440" tIns="91440" rIns="91440" bIns="91440" rtlCol="0">
            <a:noAutofit/>
          </a:bodyPr>
          <a:lstStyle/>
          <a:p>
            <a:pPr>
              <a:spcBef>
                <a:spcPts val="600"/>
              </a:spcBef>
            </a:pPr>
            <a:r>
              <a:rPr lang="en-US" sz="1400" b="0" noProof="0" dirty="0">
                <a:solidFill>
                  <a:srgbClr val="002856"/>
                </a:solidFill>
                <a:latin typeface="+mj-lt"/>
              </a:rPr>
              <a:t>				</a:t>
            </a:r>
          </a:p>
          <a:p>
            <a:pPr>
              <a:spcBef>
                <a:spcPts val="600"/>
              </a:spcBef>
            </a:pPr>
            <a:endParaRPr lang="en-US" sz="1400" b="0" noProof="0" dirty="0">
              <a:solidFill>
                <a:srgbClr val="6F7878"/>
              </a:solidFill>
              <a:latin typeface="+mj-lt"/>
            </a:endParaRPr>
          </a:p>
          <a:p>
            <a:pPr algn="l">
              <a:spcBef>
                <a:spcPts val="600"/>
              </a:spcBef>
            </a:pPr>
            <a:endParaRPr lang="en-US" sz="1400" dirty="0"/>
          </a:p>
        </p:txBody>
      </p:sp>
      <p:graphicFrame>
        <p:nvGraphicFramePr>
          <p:cNvPr id="10" name="Object 9" hidden="1">
            <a:extLst>
              <a:ext uri="{FF2B5EF4-FFF2-40B4-BE49-F238E27FC236}">
                <a16:creationId xmlns:a16="http://schemas.microsoft.com/office/drawing/2014/main" id="{03F3EC45-A2DC-49C0-3C22-8A4CB3A078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03F3EC45-A2DC-49C0-3C22-8A4CB3A078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18AFBD8-873C-532D-780B-1BBFE048B34B}"/>
              </a:ext>
            </a:extLst>
          </p:cNvPr>
          <p:cNvSpPr>
            <a:spLocks noGrp="1"/>
          </p:cNvSpPr>
          <p:nvPr>
            <p:ph type="title"/>
          </p:nvPr>
        </p:nvSpPr>
        <p:spPr>
          <a:xfrm>
            <a:off x="422507" y="238047"/>
            <a:ext cx="5819775" cy="451231"/>
          </a:xfrm>
        </p:spPr>
        <p:txBody>
          <a:bodyPr/>
          <a:lstStyle/>
          <a:p>
            <a:r>
              <a:rPr lang="en-US" dirty="0">
                <a:solidFill>
                  <a:schemeClr val="bg1"/>
                </a:solidFill>
              </a:rPr>
              <a:t>SofIA: Student Virtual Assistant</a:t>
            </a:r>
          </a:p>
        </p:txBody>
      </p:sp>
      <p:sp>
        <p:nvSpPr>
          <p:cNvPr id="7" name="TextBox 6">
            <a:extLst>
              <a:ext uri="{FF2B5EF4-FFF2-40B4-BE49-F238E27FC236}">
                <a16:creationId xmlns:a16="http://schemas.microsoft.com/office/drawing/2014/main" id="{8D21CB09-BCBB-5D55-6F98-A6C974764DBF}"/>
              </a:ext>
            </a:extLst>
          </p:cNvPr>
          <p:cNvSpPr txBox="1"/>
          <p:nvPr/>
        </p:nvSpPr>
        <p:spPr>
          <a:xfrm>
            <a:off x="7102362" y="247269"/>
            <a:ext cx="2956037" cy="553998"/>
          </a:xfrm>
          <a:prstGeom prst="rect">
            <a:avLst/>
          </a:prstGeom>
          <a:noFill/>
        </p:spPr>
        <p:txBody>
          <a:bodyPr wrap="square" lIns="91440" tIns="0" rIns="91440" bIns="0" rtlCol="0" anchor="ctr" anchorCtr="0">
            <a:spAutoFit/>
          </a:bodyPr>
          <a:lstStyle/>
          <a:p>
            <a:pPr>
              <a:defRPr/>
            </a:pPr>
            <a:r>
              <a:rPr lang="en-US" b="1" kern="0" dirty="0">
                <a:solidFill>
                  <a:schemeClr val="accent5"/>
                </a:solidFill>
                <a:ea typeface="+mn-lt"/>
                <a:cs typeface="+mn-lt"/>
                <a:sym typeface="Arial"/>
              </a:rPr>
              <a:t>Vitru Educação</a:t>
            </a:r>
            <a:endParaRPr lang="en-US" b="1" dirty="0">
              <a:solidFill>
                <a:schemeClr val="accent5"/>
              </a:solidFill>
              <a:cs typeface="Arial"/>
            </a:endParaRPr>
          </a:p>
          <a:p>
            <a:pPr>
              <a:defRPr/>
            </a:pPr>
            <a:r>
              <a:rPr lang="en-US" b="1" kern="0" dirty="0">
                <a:solidFill>
                  <a:schemeClr val="accent5"/>
                </a:solidFill>
                <a:latin typeface="Arial" panose="020B0604020202020204"/>
                <a:cs typeface="Arial"/>
                <a:sym typeface="Arial"/>
              </a:rPr>
              <a:t>Florianopolis, Brazil</a:t>
            </a:r>
            <a:endParaRPr lang="en-US" kern="0" dirty="0">
              <a:solidFill>
                <a:schemeClr val="accent5"/>
              </a:solidFill>
              <a:latin typeface="Arial" panose="020B0604020202020204"/>
              <a:cs typeface="Arial"/>
              <a:sym typeface="Arial"/>
            </a:endParaRPr>
          </a:p>
        </p:txBody>
      </p:sp>
      <p:sp>
        <p:nvSpPr>
          <p:cNvPr id="40" name="TextBox 39">
            <a:extLst>
              <a:ext uri="{FF2B5EF4-FFF2-40B4-BE49-F238E27FC236}">
                <a16:creationId xmlns:a16="http://schemas.microsoft.com/office/drawing/2014/main" id="{8BDBAD64-9C5A-F913-FEB8-3F512B749AE3}"/>
              </a:ext>
            </a:extLst>
          </p:cNvPr>
          <p:cNvSpPr txBox="1"/>
          <p:nvPr/>
        </p:nvSpPr>
        <p:spPr>
          <a:xfrm>
            <a:off x="456787" y="1136923"/>
            <a:ext cx="6013682" cy="1308050"/>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Problem/Opportunity</a:t>
            </a:r>
          </a:p>
          <a:p>
            <a:pPr>
              <a:spcBef>
                <a:spcPts val="600"/>
              </a:spcBef>
            </a:pPr>
            <a:r>
              <a:rPr lang="en-US" sz="1200" dirty="0">
                <a:solidFill>
                  <a:schemeClr val="bg1"/>
                </a:solidFill>
                <a:cs typeface="Arial"/>
              </a:rPr>
              <a:t>Students often search unreliable websites and materials when studying, leading to distraction and information confusion. Additionally, students face both a lack of personalization in student support and the need for continuous and efficient assistance. Vitru Educação saw an opportunity to address these challenges by integrating AI to enhance the learning experience and student interaction throughout their journey.</a:t>
            </a:r>
          </a:p>
        </p:txBody>
      </p:sp>
      <p:cxnSp>
        <p:nvCxnSpPr>
          <p:cNvPr id="42" name="Straight Connector 41">
            <a:extLst>
              <a:ext uri="{FF2B5EF4-FFF2-40B4-BE49-F238E27FC236}">
                <a16:creationId xmlns:a16="http://schemas.microsoft.com/office/drawing/2014/main" id="{9FD18514-C2AB-3BEC-4DA8-C953AFFF02FB}"/>
              </a:ext>
            </a:extLst>
          </p:cNvPr>
          <p:cNvCxnSpPr>
            <a:cxnSpLocks/>
          </p:cNvCxnSpPr>
          <p:nvPr/>
        </p:nvCxnSpPr>
        <p:spPr>
          <a:xfrm>
            <a:off x="456787" y="1430836"/>
            <a:ext cx="6007564" cy="0"/>
          </a:xfrm>
          <a:prstGeom prst="line">
            <a:avLst/>
          </a:prstGeom>
          <a:noFill/>
          <a:ln w="12700" cap="flat" cmpd="sng">
            <a:solidFill>
              <a:srgbClr val="6F7878"/>
            </a:solidFill>
            <a:prstDash val="solid"/>
            <a:round/>
            <a:headEnd type="none" w="lg" len="med"/>
            <a:tailEnd type="none" w="lg" len="med"/>
          </a:ln>
        </p:spPr>
      </p:cxnSp>
      <p:sp>
        <p:nvSpPr>
          <p:cNvPr id="48" name="TextBox 47">
            <a:extLst>
              <a:ext uri="{FF2B5EF4-FFF2-40B4-BE49-F238E27FC236}">
                <a16:creationId xmlns:a16="http://schemas.microsoft.com/office/drawing/2014/main" id="{F97AFF9E-89B0-809A-857A-9986D3C95B15}"/>
              </a:ext>
            </a:extLst>
          </p:cNvPr>
          <p:cNvSpPr txBox="1"/>
          <p:nvPr/>
        </p:nvSpPr>
        <p:spPr>
          <a:xfrm>
            <a:off x="457200" y="4428022"/>
            <a:ext cx="6013682" cy="307777"/>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Key Technologies Used</a:t>
            </a:r>
            <a:endParaRPr lang="en-US" sz="1200" dirty="0"/>
          </a:p>
        </p:txBody>
      </p:sp>
      <p:cxnSp>
        <p:nvCxnSpPr>
          <p:cNvPr id="49" name="Straight Connector 48">
            <a:extLst>
              <a:ext uri="{FF2B5EF4-FFF2-40B4-BE49-F238E27FC236}">
                <a16:creationId xmlns:a16="http://schemas.microsoft.com/office/drawing/2014/main" id="{854EA9A0-715D-EE41-B19F-82B919CAE0D3}"/>
              </a:ext>
            </a:extLst>
          </p:cNvPr>
          <p:cNvCxnSpPr>
            <a:cxnSpLocks/>
          </p:cNvCxnSpPr>
          <p:nvPr/>
        </p:nvCxnSpPr>
        <p:spPr>
          <a:xfrm>
            <a:off x="457200" y="4716871"/>
            <a:ext cx="6007564" cy="0"/>
          </a:xfrm>
          <a:prstGeom prst="line">
            <a:avLst/>
          </a:prstGeom>
          <a:noFill/>
          <a:ln w="12700" cap="flat" cmpd="sng">
            <a:solidFill>
              <a:srgbClr val="6F7878"/>
            </a:solidFill>
            <a:prstDash val="solid"/>
            <a:round/>
            <a:headEnd type="none" w="lg" len="med"/>
            <a:tailEnd type="none" w="lg" len="med"/>
          </a:ln>
        </p:spPr>
      </p:cxnSp>
      <p:pic>
        <p:nvPicPr>
          <p:cNvPr id="2050" name="Picture 2">
            <a:extLst>
              <a:ext uri="{FF2B5EF4-FFF2-40B4-BE49-F238E27FC236}">
                <a16:creationId xmlns:a16="http://schemas.microsoft.com/office/drawing/2014/main" id="{9750EB3F-173A-AB27-38B9-BDB4AB8D9E2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6013682" y="1114198"/>
            <a:ext cx="457200" cy="2939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356D472-14D9-D484-6C73-91738B635283}"/>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6059402" y="2542557"/>
            <a:ext cx="365760" cy="365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4C2C8947-387F-DB69-9501-18C3C213C6D5}"/>
              </a:ext>
            </a:extLst>
          </p:cNvPr>
          <p:cNvGrpSpPr/>
          <p:nvPr/>
        </p:nvGrpSpPr>
        <p:grpSpPr>
          <a:xfrm>
            <a:off x="7181063" y="1138435"/>
            <a:ext cx="4631595" cy="2446824"/>
            <a:chOff x="457200" y="4291325"/>
            <a:chExt cx="4631595" cy="2446824"/>
          </a:xfrm>
        </p:grpSpPr>
        <p:sp>
          <p:nvSpPr>
            <p:cNvPr id="17" name="TextBox 16">
              <a:extLst>
                <a:ext uri="{FF2B5EF4-FFF2-40B4-BE49-F238E27FC236}">
                  <a16:creationId xmlns:a16="http://schemas.microsoft.com/office/drawing/2014/main" id="{3FBB2531-0FF2-F3B8-90CB-048C7CED8520}"/>
                </a:ext>
              </a:extLst>
            </p:cNvPr>
            <p:cNvSpPr txBox="1"/>
            <p:nvPr/>
          </p:nvSpPr>
          <p:spPr>
            <a:xfrm>
              <a:off x="457200" y="4291325"/>
              <a:ext cx="4041291" cy="2446824"/>
            </a:xfrm>
            <a:prstGeom prst="rect">
              <a:avLst/>
            </a:prstGeom>
            <a:noFill/>
          </p:spPr>
          <p:txBody>
            <a:bodyPr wrap="square" lIns="0" tIns="45720" rIns="0" bIns="45720" rtlCol="0" anchor="t">
              <a:spAutoFit/>
            </a:bodyPr>
            <a:lstStyle/>
            <a:p>
              <a:pPr algn="l">
                <a:spcBef>
                  <a:spcPts val="600"/>
                </a:spcBef>
              </a:pPr>
              <a:r>
                <a:rPr lang="en-US" sz="1400" dirty="0">
                  <a:solidFill>
                    <a:schemeClr val="tx2"/>
                  </a:solidFill>
                  <a:latin typeface="+mj-lt"/>
                </a:rPr>
                <a:t>Outcomes</a:t>
              </a:r>
            </a:p>
            <a:p>
              <a:pPr>
                <a:spcBef>
                  <a:spcPts val="600"/>
                </a:spcBef>
              </a:pPr>
              <a:endParaRPr lang="en-US" sz="1400" dirty="0">
                <a:solidFill>
                  <a:schemeClr val="tx2"/>
                </a:solidFill>
                <a:latin typeface="Arial Black"/>
              </a:endParaRPr>
            </a:p>
            <a:p>
              <a:pPr marL="182880" indent="-182880">
                <a:buFont typeface="Wingdings" panose="05000000000000000000" pitchFamily="2" charset="2"/>
                <a:buChar char="Ø"/>
              </a:pPr>
              <a:r>
                <a:rPr lang="en-US" sz="1200" b="1" dirty="0"/>
                <a:t>Improved user experience</a:t>
              </a:r>
              <a:endParaRPr lang="en-US" dirty="0">
                <a:cs typeface="Arial"/>
              </a:endParaRPr>
            </a:p>
            <a:p>
              <a:pPr marL="640080" lvl="1" indent="-182880">
                <a:buFont typeface="Wingdings" panose="05000000000000000000" pitchFamily="2" charset="2"/>
                <a:buChar char="Ø"/>
              </a:pPr>
              <a:r>
                <a:rPr lang="en-US" sz="1200" dirty="0">
                  <a:cs typeface="Arial" panose="020B0604020202020204"/>
                </a:rPr>
                <a:t>9.2/10 average student satisfaction with SofIA.</a:t>
              </a:r>
            </a:p>
            <a:p>
              <a:pPr marL="640080" lvl="1" indent="-182880">
                <a:buFont typeface="Wingdings" panose="05000000000000000000" pitchFamily="2" charset="2"/>
                <a:buChar char="Ø"/>
              </a:pPr>
              <a:r>
                <a:rPr lang="en-US" sz="1200" dirty="0">
                  <a:cs typeface="Arial" panose="020B0604020202020204"/>
                </a:rPr>
                <a:t>Students have reported a more tailored and effective learning journey, praising the accessibility and interactivity facilitated by AI.</a:t>
              </a:r>
            </a:p>
            <a:p>
              <a:pPr lvl="1"/>
              <a:endParaRPr lang="en-US" sz="1200" dirty="0">
                <a:cs typeface="Arial" panose="020B0604020202020204"/>
              </a:endParaRPr>
            </a:p>
            <a:p>
              <a:pPr marL="182880" indent="-182880">
                <a:buFont typeface="Wingdings" panose="05000000000000000000" pitchFamily="2" charset="2"/>
                <a:buChar char="Ø"/>
              </a:pPr>
              <a:r>
                <a:rPr lang="en-US" sz="1200" b="1" dirty="0">
                  <a:cs typeface="Arial"/>
                </a:rPr>
                <a:t>Time savings</a:t>
              </a:r>
              <a:endParaRPr lang="en-US" dirty="0">
                <a:cs typeface="Arial"/>
              </a:endParaRPr>
            </a:p>
            <a:p>
              <a:pPr marL="640080" lvl="1" indent="-182880">
                <a:buFont typeface="Wingdings" panose="05000000000000000000" pitchFamily="2" charset="2"/>
                <a:buChar char="Ø"/>
              </a:pPr>
              <a:r>
                <a:rPr lang="en-US" sz="1200" dirty="0">
                  <a:cs typeface="Arial"/>
                </a:rPr>
                <a:t>30% reduction in response time to student inquiries.</a:t>
              </a:r>
              <a:endParaRPr lang="en-US" sz="1200" b="1" dirty="0">
                <a:cs typeface="Arial"/>
              </a:endParaRPr>
            </a:p>
            <a:p>
              <a:endParaRPr lang="en-US" sz="1200" dirty="0">
                <a:cs typeface="Arial"/>
              </a:endParaRPr>
            </a:p>
          </p:txBody>
        </p:sp>
        <p:cxnSp>
          <p:nvCxnSpPr>
            <p:cNvPr id="18" name="Straight Connector 17">
              <a:extLst>
                <a:ext uri="{FF2B5EF4-FFF2-40B4-BE49-F238E27FC236}">
                  <a16:creationId xmlns:a16="http://schemas.microsoft.com/office/drawing/2014/main" id="{1BE2A032-1311-ED92-BA2A-633E4035A09F}"/>
                </a:ext>
              </a:extLst>
            </p:cNvPr>
            <p:cNvCxnSpPr>
              <a:cxnSpLocks/>
            </p:cNvCxnSpPr>
            <p:nvPr/>
          </p:nvCxnSpPr>
          <p:spPr>
            <a:xfrm>
              <a:off x="457200" y="4585238"/>
              <a:ext cx="4631595" cy="0"/>
            </a:xfrm>
            <a:prstGeom prst="line">
              <a:avLst/>
            </a:prstGeom>
            <a:noFill/>
            <a:ln w="12700" cap="flat" cmpd="sng">
              <a:solidFill>
                <a:srgbClr val="6F7878"/>
              </a:solidFill>
              <a:prstDash val="solid"/>
              <a:round/>
              <a:headEnd type="none" w="lg" len="med"/>
              <a:tailEnd type="none" w="lg" len="med"/>
            </a:ln>
          </p:spPr>
        </p:cxnSp>
      </p:grpSp>
      <p:pic>
        <p:nvPicPr>
          <p:cNvPr id="1028" name="Picture 4">
            <a:extLst>
              <a:ext uri="{FF2B5EF4-FFF2-40B4-BE49-F238E27FC236}">
                <a16:creationId xmlns:a16="http://schemas.microsoft.com/office/drawing/2014/main" id="{A4DC1399-ADB0-15D7-C4B3-379D3BAC48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6059402" y="4371014"/>
            <a:ext cx="365760" cy="335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E7F8D1-077F-153E-EF1D-7211282DEF82}"/>
              </a:ext>
            </a:extLst>
          </p:cNvPr>
          <p:cNvSpPr/>
          <p:nvPr/>
        </p:nvSpPr>
        <p:spPr>
          <a:xfrm>
            <a:off x="7181063" y="4858066"/>
            <a:ext cx="4648925" cy="1244343"/>
          </a:xfrm>
          <a:prstGeom prst="rect">
            <a:avLst/>
          </a:prstGeom>
          <a:noFill/>
          <a:ln w="25400" cap="flat" cmpd="sng" algn="ctr">
            <a:solidFill>
              <a:schemeClr val="accent5"/>
            </a:solidFill>
            <a:prstDash val="solid"/>
          </a:ln>
          <a:effectLst/>
        </p:spPr>
        <p:txBody>
          <a:bodyPr lIns="91440" tIns="182880" rIns="182880" bIns="91440" rtlCol="0" anchor="ctr"/>
          <a:lstStyle/>
          <a:p>
            <a:pPr algn="r">
              <a:buClr>
                <a:srgbClr val="000000"/>
              </a:buClr>
              <a:defRPr/>
            </a:pPr>
            <a:r>
              <a:rPr kumimoji="0" lang="en-US" sz="1200" i="1" u="none" strike="noStrike" kern="0" cap="none" spc="0" normalizeH="0" baseline="0" noProof="0" dirty="0">
                <a:ln>
                  <a:noFill/>
                </a:ln>
                <a:effectLst/>
                <a:uLnTx/>
                <a:uFillTx/>
                <a:latin typeface="Arial"/>
                <a:ea typeface="+mn-ea"/>
                <a:cs typeface="Arial"/>
                <a:sym typeface="Arial"/>
              </a:rPr>
              <a:t>“</a:t>
            </a:r>
            <a:r>
              <a:rPr lang="en-US" sz="1200" i="1" kern="0" dirty="0">
                <a:latin typeface="Arial"/>
                <a:cs typeface="Arial"/>
                <a:sym typeface="Arial"/>
              </a:rPr>
              <a:t>Our goal is to transform the educational experience, becoming more efficient, personalized and empowering both students and educators for accountable use of AI.”</a:t>
            </a:r>
            <a:br>
              <a:rPr lang="en-US" sz="1200" i="1" u="none" strike="noStrike" kern="0" cap="none" spc="0" normalizeH="0" baseline="0" noProof="0" dirty="0">
                <a:ln>
                  <a:noFill/>
                </a:ln>
                <a:effectLst/>
                <a:uLnTx/>
                <a:uFillTx/>
                <a:latin typeface="Arial"/>
                <a:cs typeface="Arial"/>
              </a:rPr>
            </a:br>
            <a:r>
              <a:rPr kumimoji="0" lang="en-US" sz="1200" i="1" u="none" strike="noStrike" kern="0" cap="none" spc="0" normalizeH="0" baseline="0" noProof="0" dirty="0">
                <a:ln>
                  <a:noFill/>
                </a:ln>
                <a:effectLst/>
                <a:uLnTx/>
                <a:uFillTx/>
                <a:latin typeface="Arial"/>
                <a:ea typeface="+mn-ea"/>
                <a:cs typeface="Arial"/>
                <a:sym typeface="Arial"/>
              </a:rPr>
              <a:t> </a:t>
            </a:r>
            <a:br>
              <a:rPr lang="en-US" sz="1200" i="1" u="none" strike="noStrike" kern="0" cap="none" spc="0" normalizeH="0" baseline="0" noProof="0" dirty="0">
                <a:ln>
                  <a:noFill/>
                </a:ln>
                <a:effectLst/>
                <a:uLnTx/>
                <a:uFillTx/>
                <a:latin typeface="Arial"/>
                <a:cs typeface="Arial"/>
              </a:rPr>
            </a:br>
            <a:r>
              <a:rPr lang="en-US" sz="1200" kern="0" dirty="0">
                <a:solidFill>
                  <a:srgbClr val="000000"/>
                </a:solidFill>
                <a:latin typeface="Arial" panose="020B0604020202020204" pitchFamily="34" charset="0"/>
                <a:cs typeface="Arial" panose="020B0604020202020204" pitchFamily="34" charset="0"/>
                <a:sym typeface="Arial"/>
              </a:rPr>
              <a:t>—</a:t>
            </a:r>
            <a:r>
              <a:rPr kumimoji="0" lang="en-US" sz="1200" i="0" u="none" strike="noStrike" kern="0" cap="none" spc="0" normalizeH="0" baseline="0" noProof="0" dirty="0">
                <a:ln>
                  <a:noFill/>
                </a:ln>
                <a:effectLst/>
                <a:uLnTx/>
                <a:uFillTx/>
                <a:latin typeface="Arial"/>
                <a:ea typeface="+mn-ea"/>
                <a:cs typeface="Arial"/>
                <a:sym typeface="Arial"/>
              </a:rPr>
              <a:t> Senior executive </a:t>
            </a:r>
            <a:r>
              <a:rPr lang="en-US" sz="1200" kern="0" dirty="0">
                <a:latin typeface="Arial"/>
                <a:cs typeface="Arial"/>
                <a:sym typeface="Arial"/>
              </a:rPr>
              <a:t>at Vitru Educação</a:t>
            </a:r>
            <a:endParaRPr lang="en-US" sz="1200" i="0" u="none" strike="noStrike" kern="0" cap="none" spc="0" normalizeH="0" baseline="0" noProof="0" dirty="0">
              <a:ln>
                <a:noFill/>
              </a:ln>
              <a:effectLst/>
              <a:uLnTx/>
              <a:uFillTx/>
              <a:latin typeface="Arial"/>
              <a:cs typeface="Arial"/>
            </a:endParaRPr>
          </a:p>
        </p:txBody>
      </p:sp>
      <p:grpSp>
        <p:nvGrpSpPr>
          <p:cNvPr id="20" name="Group 19">
            <a:extLst>
              <a:ext uri="{FF2B5EF4-FFF2-40B4-BE49-F238E27FC236}">
                <a16:creationId xmlns:a16="http://schemas.microsoft.com/office/drawing/2014/main" id="{60357B50-0CF1-E74A-ACCB-CD54DD3D240F}"/>
              </a:ext>
            </a:extLst>
          </p:cNvPr>
          <p:cNvGrpSpPr/>
          <p:nvPr/>
        </p:nvGrpSpPr>
        <p:grpSpPr>
          <a:xfrm>
            <a:off x="11130915" y="4494345"/>
            <a:ext cx="640080" cy="548640"/>
            <a:chOff x="7214616" y="4478699"/>
            <a:chExt cx="640080" cy="548640"/>
          </a:xfrm>
        </p:grpSpPr>
        <p:sp>
          <p:nvSpPr>
            <p:cNvPr id="19" name="TextBox 18">
              <a:extLst>
                <a:ext uri="{FF2B5EF4-FFF2-40B4-BE49-F238E27FC236}">
                  <a16:creationId xmlns:a16="http://schemas.microsoft.com/office/drawing/2014/main" id="{8069AD8F-4421-3F37-3401-F52BF83D3CFD}"/>
                </a:ext>
              </a:extLst>
            </p:cNvPr>
            <p:cNvSpPr txBox="1"/>
            <p:nvPr/>
          </p:nvSpPr>
          <p:spPr>
            <a:xfrm flipH="1">
              <a:off x="7214616" y="4478699"/>
              <a:ext cx="640080" cy="548640"/>
            </a:xfrm>
            <a:prstGeom prst="rect">
              <a:avLst/>
            </a:prstGeom>
            <a:solidFill>
              <a:schemeClr val="bg1"/>
            </a:solidFill>
          </p:spPr>
          <p:txBody>
            <a:bodyPr wrap="square" lIns="0" rIns="0" rtlCol="0">
              <a:noAutofit/>
            </a:bodyPr>
            <a:lstStyle/>
            <a:p>
              <a:pPr algn="l">
                <a:spcBef>
                  <a:spcPts val="600"/>
                </a:spcBef>
              </a:pPr>
              <a:endParaRPr lang="en-US" dirty="0"/>
            </a:p>
          </p:txBody>
        </p:sp>
        <p:pic>
          <p:nvPicPr>
            <p:cNvPr id="14" name="Picture 2">
              <a:extLst>
                <a:ext uri="{FF2B5EF4-FFF2-40B4-BE49-F238E27FC236}">
                  <a16:creationId xmlns:a16="http://schemas.microsoft.com/office/drawing/2014/main" id="{B135ECD3-B4ED-24C3-2A22-5364B4C297C5}"/>
                </a:ext>
              </a:extLst>
            </p:cNvPr>
            <p:cNvPicPr>
              <a:picLocks noChangeAspect="1" noChangeArrowheads="1"/>
            </p:cNvPicPr>
            <p:nvPr/>
          </p:nvPicPr>
          <p:blipFill>
            <a:blip r:embed="rId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06056" y="4548913"/>
              <a:ext cx="457200" cy="408213"/>
            </a:xfrm>
            <a:prstGeom prst="rect">
              <a:avLst/>
            </a:prstGeom>
            <a:solidFill>
              <a:schemeClr val="bg1"/>
            </a:solidFill>
          </p:spPr>
        </p:pic>
      </p:grpSp>
      <p:sp>
        <p:nvSpPr>
          <p:cNvPr id="22" name="TextBox 21">
            <a:extLst>
              <a:ext uri="{FF2B5EF4-FFF2-40B4-BE49-F238E27FC236}">
                <a16:creationId xmlns:a16="http://schemas.microsoft.com/office/drawing/2014/main" id="{7C26A31B-35A9-B87E-BD9B-D6D333EFEB6B}"/>
              </a:ext>
            </a:extLst>
          </p:cNvPr>
          <p:cNvSpPr txBox="1"/>
          <p:nvPr/>
        </p:nvSpPr>
        <p:spPr>
          <a:xfrm>
            <a:off x="483132" y="6066959"/>
            <a:ext cx="5968375" cy="215444"/>
          </a:xfrm>
          <a:prstGeom prst="rect">
            <a:avLst/>
          </a:prstGeom>
          <a:noFill/>
        </p:spPr>
        <p:txBody>
          <a:bodyPr wrap="square" lIns="0" tIns="45720" rIns="0" bIns="45720" rtlCol="0" anchor="t">
            <a:spAutoFit/>
          </a:bodyPr>
          <a:lstStyle/>
          <a:p>
            <a:r>
              <a:rPr lang="en-US" sz="800" dirty="0">
                <a:solidFill>
                  <a:schemeClr val="bg1"/>
                </a:solidFill>
              </a:rPr>
              <a:t>Source: Gartner 2024 Eye on Innovation Awards for Higher Education, Vitru Educação, Brazil</a:t>
            </a:r>
          </a:p>
        </p:txBody>
      </p:sp>
      <p:sp>
        <p:nvSpPr>
          <p:cNvPr id="24" name="Rectangle 23">
            <a:extLst>
              <a:ext uri="{FF2B5EF4-FFF2-40B4-BE49-F238E27FC236}">
                <a16:creationId xmlns:a16="http://schemas.microsoft.com/office/drawing/2014/main" id="{E3EFB814-7A18-4B08-7C12-5FAC4590F980}"/>
              </a:ext>
            </a:extLst>
          </p:cNvPr>
          <p:cNvSpPr/>
          <p:nvPr/>
        </p:nvSpPr>
        <p:spPr>
          <a:xfrm>
            <a:off x="456787" y="4807543"/>
            <a:ext cx="2221992" cy="1046440"/>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sym typeface="Arial"/>
              </a:rPr>
              <a:t>Generative intelligence</a:t>
            </a:r>
            <a:endParaRPr lang="en-US" sz="1200" kern="0" dirty="0">
              <a:solidFill>
                <a:schemeClr val="bg1"/>
              </a:solidFill>
              <a:latin typeface="Arial"/>
              <a:cs typeface="Aria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Cloud computing</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Large Language Models (LLM)</a:t>
            </a:r>
          </a:p>
        </p:txBody>
      </p:sp>
      <p:sp>
        <p:nvSpPr>
          <p:cNvPr id="25" name="Rectangle 24">
            <a:extLst>
              <a:ext uri="{FF2B5EF4-FFF2-40B4-BE49-F238E27FC236}">
                <a16:creationId xmlns:a16="http://schemas.microsoft.com/office/drawing/2014/main" id="{FA7E23CE-6C12-EFBE-B5A9-A68E41B869A8}"/>
              </a:ext>
            </a:extLst>
          </p:cNvPr>
          <p:cNvSpPr/>
          <p:nvPr/>
        </p:nvSpPr>
        <p:spPr>
          <a:xfrm>
            <a:off x="3248100" y="4899876"/>
            <a:ext cx="3329949" cy="861774"/>
          </a:xfrm>
          <a:prstGeom prst="rect">
            <a:avLst/>
          </a:prstGeom>
          <a:noFill/>
          <a:ln w="25400" cap="flat" cmpd="sng" algn="ctr">
            <a:noFill/>
            <a:prstDash val="solid"/>
          </a:ln>
          <a:effectLst/>
        </p:spPr>
        <p:txBody>
          <a:bodyPr wrap="square" lIns="0" tIns="0" rIns="0" bIns="0" rtlCol="0" anchor="ctr">
            <a:spAutoFit/>
          </a:bodyPr>
          <a:lstStyle/>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Chatbots/virtual assistants</a:t>
            </a:r>
            <a:endParaRPr lang="en-US" dirty="0">
              <a:solidFill>
                <a:schemeClr val="bg1"/>
              </a:solidFill>
            </a:endParaRP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Natural language processing</a:t>
            </a:r>
          </a:p>
          <a:p>
            <a:pPr marL="171450" indent="-171450">
              <a:spcBef>
                <a:spcPts val="1200"/>
              </a:spcBef>
              <a:buClr>
                <a:srgbClr val="FFFFFF"/>
              </a:buClr>
              <a:buFont typeface="Wingdings" panose="05000000000000000000" pitchFamily="2" charset="2"/>
              <a:buChar char="Ø"/>
              <a:defRPr/>
            </a:pPr>
            <a:r>
              <a:rPr lang="en-US" sz="1200" kern="0" dirty="0">
                <a:solidFill>
                  <a:schemeClr val="bg1"/>
                </a:solidFill>
                <a:latin typeface="Arial"/>
                <a:cs typeface="Arial"/>
              </a:rPr>
              <a:t>Online/natural/hybrid learning</a:t>
            </a:r>
          </a:p>
        </p:txBody>
      </p:sp>
      <p:sp>
        <p:nvSpPr>
          <p:cNvPr id="26" name="TextBox 25">
            <a:extLst>
              <a:ext uri="{FF2B5EF4-FFF2-40B4-BE49-F238E27FC236}">
                <a16:creationId xmlns:a16="http://schemas.microsoft.com/office/drawing/2014/main" id="{0AB6A2AB-163F-1571-1BAA-236DB792AEDF}"/>
              </a:ext>
            </a:extLst>
          </p:cNvPr>
          <p:cNvSpPr txBox="1"/>
          <p:nvPr/>
        </p:nvSpPr>
        <p:spPr>
          <a:xfrm>
            <a:off x="456787" y="2637129"/>
            <a:ext cx="6121262" cy="1308050"/>
          </a:xfrm>
          <a:prstGeom prst="rect">
            <a:avLst/>
          </a:prstGeom>
          <a:noFill/>
        </p:spPr>
        <p:txBody>
          <a:bodyPr wrap="square" lIns="0" tIns="45720" rIns="0" bIns="45720" rtlCol="0" anchor="t">
            <a:spAutoFit/>
          </a:bodyPr>
          <a:lstStyle/>
          <a:p>
            <a:pPr algn="l">
              <a:spcBef>
                <a:spcPts val="600"/>
              </a:spcBef>
            </a:pPr>
            <a:r>
              <a:rPr lang="en-US" sz="1400" dirty="0">
                <a:solidFill>
                  <a:schemeClr val="accent5"/>
                </a:solidFill>
                <a:latin typeface="+mj-lt"/>
              </a:rPr>
              <a:t>Solution</a:t>
            </a:r>
          </a:p>
          <a:p>
            <a:pPr>
              <a:spcBef>
                <a:spcPts val="600"/>
              </a:spcBef>
            </a:pPr>
            <a:r>
              <a:rPr lang="en-US" sz="1200" dirty="0">
                <a:solidFill>
                  <a:schemeClr val="bg1"/>
                </a:solidFill>
                <a:cs typeface="Arial"/>
              </a:rPr>
              <a:t>SofIA is a virtual assistant that answers students' questions and requests, provides relevant information and encourages interaction, enhancing the learning experience. SoflA's development included creating an accessible persona, direct integration with students' administrative and study environments, along with implementing natural language processing technologies. </a:t>
            </a:r>
          </a:p>
        </p:txBody>
      </p:sp>
      <p:cxnSp>
        <p:nvCxnSpPr>
          <p:cNvPr id="2" name="Straight Connector 1">
            <a:extLst>
              <a:ext uri="{FF2B5EF4-FFF2-40B4-BE49-F238E27FC236}">
                <a16:creationId xmlns:a16="http://schemas.microsoft.com/office/drawing/2014/main" id="{5A0E706B-CA39-B189-ED9F-89E87484660D}"/>
              </a:ext>
            </a:extLst>
          </p:cNvPr>
          <p:cNvCxnSpPr>
            <a:cxnSpLocks/>
          </p:cNvCxnSpPr>
          <p:nvPr/>
        </p:nvCxnSpPr>
        <p:spPr>
          <a:xfrm>
            <a:off x="456787" y="2921838"/>
            <a:ext cx="6007564" cy="0"/>
          </a:xfrm>
          <a:prstGeom prst="line">
            <a:avLst/>
          </a:prstGeom>
          <a:noFill/>
          <a:ln w="12700" cap="flat" cmpd="sng">
            <a:solidFill>
              <a:srgbClr val="6F7878"/>
            </a:solidFill>
            <a:prstDash val="solid"/>
            <a:round/>
            <a:headEnd type="none" w="lg" len="med"/>
            <a:tailEnd type="none" w="lg" len="med"/>
          </a:ln>
        </p:spPr>
      </p:cxnSp>
      <p:pic>
        <p:nvPicPr>
          <p:cNvPr id="8" name="Picture 7" descr="A blue clock with a black background&#10;&#10;Description automatically generated">
            <a:extLst>
              <a:ext uri="{FF2B5EF4-FFF2-40B4-BE49-F238E27FC236}">
                <a16:creationId xmlns:a16="http://schemas.microsoft.com/office/drawing/2014/main" id="{4C5B6C1F-46DF-BA70-0921-C4E489674ADB}"/>
              </a:ext>
            </a:extLst>
          </p:cNvPr>
          <p:cNvPicPr>
            <a:picLocks noChangeAspect="1"/>
          </p:cNvPicPr>
          <p:nvPr/>
        </p:nvPicPr>
        <p:blipFill>
          <a:blip r:embed="rId10"/>
          <a:stretch>
            <a:fillRect/>
          </a:stretch>
        </p:blipFill>
        <p:spPr>
          <a:xfrm>
            <a:off x="11261937" y="2777668"/>
            <a:ext cx="365760" cy="358588"/>
          </a:xfrm>
          <a:prstGeom prst="rect">
            <a:avLst/>
          </a:prstGeom>
        </p:spPr>
      </p:pic>
      <p:pic>
        <p:nvPicPr>
          <p:cNvPr id="12" name="Picture 11" descr="A group of blue people&#10;&#10;Description automatically generated">
            <a:extLst>
              <a:ext uri="{FF2B5EF4-FFF2-40B4-BE49-F238E27FC236}">
                <a16:creationId xmlns:a16="http://schemas.microsoft.com/office/drawing/2014/main" id="{95375F8F-F0F0-EC1F-2710-11E27B1236F4}"/>
              </a:ext>
            </a:extLst>
          </p:cNvPr>
          <p:cNvPicPr>
            <a:picLocks noChangeAspect="1"/>
          </p:cNvPicPr>
          <p:nvPr/>
        </p:nvPicPr>
        <p:blipFill>
          <a:blip r:embed="rId11"/>
          <a:stretch>
            <a:fillRect/>
          </a:stretch>
        </p:blipFill>
        <p:spPr>
          <a:xfrm>
            <a:off x="11250083" y="1717675"/>
            <a:ext cx="389468" cy="330201"/>
          </a:xfrm>
          <a:prstGeom prst="rect">
            <a:avLst/>
          </a:prstGeom>
        </p:spPr>
      </p:pic>
      <p:pic>
        <p:nvPicPr>
          <p:cNvPr id="15" name="Picture 14" descr="A black background with purple letters&#10;&#10;Description automatically generated">
            <a:extLst>
              <a:ext uri="{FF2B5EF4-FFF2-40B4-BE49-F238E27FC236}">
                <a16:creationId xmlns:a16="http://schemas.microsoft.com/office/drawing/2014/main" id="{D38E374F-0E09-6A8F-3DC1-E4385AB3D16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058399" y="247569"/>
            <a:ext cx="1906639" cy="810322"/>
          </a:xfrm>
          <a:prstGeom prst="rect">
            <a:avLst/>
          </a:prstGeom>
        </p:spPr>
      </p:pic>
      <p:sp>
        <p:nvSpPr>
          <p:cNvPr id="4" name="TextBox 3">
            <a:extLst>
              <a:ext uri="{FF2B5EF4-FFF2-40B4-BE49-F238E27FC236}">
                <a16:creationId xmlns:a16="http://schemas.microsoft.com/office/drawing/2014/main" id="{9DE22188-4F9D-0778-39CF-46778C6B2C68}"/>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marR="0" lvl="0" indent="-228600" algn="l" defTabSz="457200" rtl="0" eaLnBrk="1" fontAlgn="auto" latinLnBrk="0" hangingPunct="1">
              <a:lnSpc>
                <a:spcPct val="100000"/>
              </a:lnSpc>
              <a:spcBef>
                <a:spcPts val="0"/>
              </a:spcBef>
              <a:spcAft>
                <a:spcPts val="0"/>
              </a:spcAft>
              <a:buClrTx/>
              <a:buSzTx/>
              <a:buFontTx/>
              <a:buNone/>
              <a:tabLst/>
              <a:defRPr/>
            </a:pPr>
            <a:fld id="{E19460A7-1930-4D5F-A936-CB6F16095A68}" type="slidenum">
              <a:rPr kumimoji="0" lang="en-US" sz="1000" b="0" i="0" u="none" strike="noStrike" kern="1200" cap="none" spc="0" normalizeH="0" baseline="0" noProof="0" smtClean="0">
                <a:ln>
                  <a:noFill/>
                </a:ln>
                <a:solidFill>
                  <a:prstClr val="white"/>
                </a:solidFill>
                <a:effectLst/>
                <a:uLnTx/>
                <a:uFillTx/>
                <a:latin typeface="Arial" panose="020B0604020202020204"/>
                <a:ea typeface="+mn-ea"/>
                <a:cs typeface="+mn-cs"/>
              </a:rPr>
              <a:pPr marL="228600" marR="0" lvl="0" indent="-228600" algn="l" defTabSz="457200" rtl="0" eaLnBrk="1" fontAlgn="auto" latinLnBrk="0" hangingPunct="1">
                <a:lnSpc>
                  <a:spcPct val="100000"/>
                </a:lnSpc>
                <a:spcBef>
                  <a:spcPts val="0"/>
                </a:spcBef>
                <a:spcAft>
                  <a:spcPts val="0"/>
                </a:spcAft>
                <a:buClrTx/>
                <a:buSzTx/>
                <a:buFontTx/>
                <a:buNone/>
                <a:tabLst/>
                <a:defRPr/>
              </a:pPr>
              <a:t>41</a:t>
            </a:fld>
            <a:r>
              <a:rPr kumimoji="0" lang="en-US" sz="700" b="0" i="0" u="none" strike="noStrike" kern="1200" cap="none" spc="0" normalizeH="0" baseline="0" noProof="0" dirty="0">
                <a:ln>
                  <a:noFill/>
                </a:ln>
                <a:solidFill>
                  <a:prstClr val="white"/>
                </a:solidFill>
                <a:effectLst/>
                <a:uLnTx/>
                <a:uFillTx/>
                <a:latin typeface="Arial" panose="020B0604020202020204"/>
                <a:ea typeface="+mn-ea"/>
                <a:cs typeface="+mn-cs"/>
              </a:rPr>
              <a:t>	© 2026 Gartner, Inc. and/or its affiliates. All rights reserved.				</a:t>
            </a:r>
          </a:p>
        </p:txBody>
      </p:sp>
    </p:spTree>
    <p:extLst>
      <p:ext uri="{BB962C8B-B14F-4D97-AF65-F5344CB8AC3E}">
        <p14:creationId xmlns:p14="http://schemas.microsoft.com/office/powerpoint/2010/main" val="21290094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EC15E-CCB4-87FD-810D-9DCF60B1CF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09C3D4-B158-AB5C-FD01-6330588BC524}"/>
              </a:ext>
            </a:extLst>
          </p:cNvPr>
          <p:cNvSpPr>
            <a:spLocks noGrp="1"/>
          </p:cNvSpPr>
          <p:nvPr>
            <p:ph type="title"/>
          </p:nvPr>
        </p:nvSpPr>
        <p:spPr/>
        <p:txBody>
          <a:bodyPr/>
          <a:lstStyle/>
          <a:p>
            <a:r>
              <a:rPr lang="en-US"/>
              <a:t>Next Steps</a:t>
            </a:r>
            <a:endParaRPr lang="en-US" dirty="0"/>
          </a:p>
        </p:txBody>
      </p:sp>
    </p:spTree>
    <p:extLst>
      <p:ext uri="{BB962C8B-B14F-4D97-AF65-F5344CB8AC3E}">
        <p14:creationId xmlns:p14="http://schemas.microsoft.com/office/powerpoint/2010/main" val="1224155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10"/>
          <p:cNvSpPr txBox="1">
            <a:spLocks noGrp="1"/>
          </p:cNvSpPr>
          <p:nvPr>
            <p:ph type="title"/>
          </p:nvPr>
        </p:nvSpPr>
        <p:spPr>
          <a:xfrm>
            <a:off x="457200" y="361950"/>
            <a:ext cx="11274552" cy="45123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2"/>
              </a:buClr>
              <a:buSzPts val="3200"/>
              <a:buFont typeface="Arial Black"/>
              <a:buNone/>
            </a:pPr>
            <a:r>
              <a:rPr lang="en-US" dirty="0"/>
              <a:t>Next </a:t>
            </a:r>
            <a:r>
              <a:rPr lang="en-US"/>
              <a:t>Steps </a:t>
            </a:r>
            <a:endParaRPr lang="en-US" dirty="0"/>
          </a:p>
        </p:txBody>
      </p:sp>
      <p:grpSp>
        <p:nvGrpSpPr>
          <p:cNvPr id="619" name="Google Shape;619;p10"/>
          <p:cNvGrpSpPr/>
          <p:nvPr/>
        </p:nvGrpSpPr>
        <p:grpSpPr>
          <a:xfrm>
            <a:off x="457200" y="1107077"/>
            <a:ext cx="11529988" cy="5143192"/>
            <a:chOff x="0" y="638991"/>
            <a:chExt cx="11529988" cy="5143192"/>
          </a:xfrm>
        </p:grpSpPr>
        <p:cxnSp>
          <p:nvCxnSpPr>
            <p:cNvPr id="620" name="Google Shape;620;p10"/>
            <p:cNvCxnSpPr/>
            <p:nvPr/>
          </p:nvCxnSpPr>
          <p:spPr>
            <a:xfrm>
              <a:off x="0" y="3194956"/>
              <a:ext cx="11529988" cy="0"/>
            </a:xfrm>
            <a:prstGeom prst="straightConnector1">
              <a:avLst/>
            </a:prstGeom>
            <a:solidFill>
              <a:schemeClr val="lt1">
                <a:alpha val="89411"/>
              </a:schemeClr>
            </a:solidFill>
            <a:ln w="19050" cap="flat" cmpd="sng">
              <a:solidFill>
                <a:schemeClr val="accent1"/>
              </a:solidFill>
              <a:prstDash val="solid"/>
              <a:miter lim="800000"/>
              <a:headEnd type="none" w="sm" len="sm"/>
              <a:tailEnd type="triangle" w="lg" len="lg"/>
            </a:ln>
          </p:spPr>
        </p:cxnSp>
        <p:sp>
          <p:nvSpPr>
            <p:cNvPr id="621" name="Google Shape;621;p10"/>
            <p:cNvSpPr/>
            <p:nvPr/>
          </p:nvSpPr>
          <p:spPr>
            <a:xfrm rot="8100000">
              <a:off x="102014" y="736889"/>
              <a:ext cx="468755" cy="468755"/>
            </a:xfrm>
            <a:prstGeom prst="teardrop">
              <a:avLst>
                <a:gd name="adj" fmla="val 115000"/>
              </a:avLst>
            </a:prstGeom>
            <a:solidFill>
              <a:schemeClr val="accent5"/>
            </a:solidFill>
            <a:ln w="1270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22" name="Google Shape;622;p10"/>
            <p:cNvSpPr/>
            <p:nvPr/>
          </p:nvSpPr>
          <p:spPr>
            <a:xfrm>
              <a:off x="154089" y="788963"/>
              <a:ext cx="364606" cy="364606"/>
            </a:xfrm>
            <a:prstGeom prst="ellipse">
              <a:avLst/>
            </a:prstGeom>
            <a:solidFill>
              <a:schemeClr val="lt1">
                <a:alpha val="89411"/>
              </a:schemeClr>
            </a:solid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23" name="Google Shape;623;p10"/>
            <p:cNvSpPr/>
            <p:nvPr/>
          </p:nvSpPr>
          <p:spPr>
            <a:xfrm>
              <a:off x="667852" y="1303542"/>
              <a:ext cx="3190446" cy="1891414"/>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24" name="Google Shape;624;p10"/>
            <p:cNvSpPr txBox="1"/>
            <p:nvPr/>
          </p:nvSpPr>
          <p:spPr>
            <a:xfrm>
              <a:off x="667852" y="1303542"/>
              <a:ext cx="3190446" cy="1891414"/>
            </a:xfrm>
            <a:prstGeom prst="rect">
              <a:avLst/>
            </a:prstGeom>
            <a:noFill/>
            <a:ln>
              <a:noFill/>
            </a:ln>
          </p:spPr>
          <p:txBody>
            <a:bodyPr spcFirstLastPara="1" wrap="square" lIns="0" tIns="63500" rIns="63500" bIns="95250" anchor="t" anchorCtr="0">
              <a:noAutofit/>
            </a:bodyPr>
            <a:lstStyle/>
            <a:p>
              <a:pPr marL="0" marR="0" lvl="0" indent="0" algn="l" defTabSz="457200" rtl="0" eaLnBrk="1" fontAlgn="auto" latinLnBrk="0" hangingPunct="1">
                <a:lnSpc>
                  <a:spcPct val="90000"/>
                </a:lnSpc>
                <a:spcBef>
                  <a:spcPts val="0"/>
                </a:spcBef>
                <a:spcAft>
                  <a:spcPts val="0"/>
                </a:spcAft>
                <a:buClr>
                  <a:srgbClr val="000000"/>
                </a:buClr>
                <a:buSzPts val="1000"/>
                <a:buFont typeface="Arial"/>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Analyze: Evaluate priority AI use case areas and technologies to support your institutional outcomes.</a:t>
              </a:r>
            </a:p>
            <a:p>
              <a:pPr marL="0" marR="0" lvl="0" indent="0" algn="l" defTabSz="457200" rtl="0" eaLnBrk="1" fontAlgn="auto" latinLnBrk="0" hangingPunct="1">
                <a:lnSpc>
                  <a:spcPct val="90000"/>
                </a:lnSpc>
                <a:spcBef>
                  <a:spcPts val="350"/>
                </a:spcBef>
                <a:spcAft>
                  <a:spcPts val="0"/>
                </a:spcAft>
                <a:buClr>
                  <a:prstClr val="black"/>
                </a:buClr>
                <a:buSzPts val="1000"/>
                <a:buFont typeface="Arial"/>
                <a:buNone/>
                <a:tabLst/>
                <a:defRPr/>
              </a:pPr>
              <a:endParaRPr kumimoji="0" lang="en-US" sz="1000" b="0" i="1" u="none" strike="noStrike" kern="1200" cap="none" spc="0" normalizeH="0" baseline="0" noProof="0">
                <a:ln>
                  <a:noFill/>
                </a:ln>
                <a:solidFill>
                  <a:prstClr val="black"/>
                </a:solidFill>
                <a:effectLst/>
                <a:uLnTx/>
                <a:uFillTx/>
                <a:latin typeface="Arial"/>
                <a:ea typeface="Arial"/>
                <a:cs typeface="Arial"/>
                <a:sym typeface="Arial"/>
              </a:endParaRPr>
            </a:p>
            <a:p>
              <a:pPr marL="0" marR="0" lvl="0" indent="0" algn="l" defTabSz="457200" rtl="0" eaLnBrk="1" fontAlgn="auto" latinLnBrk="0" hangingPunct="1">
                <a:lnSpc>
                  <a:spcPct val="90000"/>
                </a:lnSpc>
                <a:spcBef>
                  <a:spcPts val="350"/>
                </a:spcBef>
                <a:spcAft>
                  <a:spcPts val="0"/>
                </a:spcAft>
                <a:buClr>
                  <a:srgbClr val="000000"/>
                </a:buClr>
                <a:buSzPts val="1000"/>
                <a:buFont typeface="Arial"/>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Launch: Start an education campaign to raise awareness, confidence and competence among key stakeholders and use these examples to demonstrate “the art of possible.”</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457200" rtl="0" eaLnBrk="1" fontAlgn="auto" latinLnBrk="0" hangingPunct="1">
                <a:lnSpc>
                  <a:spcPct val="90000"/>
                </a:lnSpc>
                <a:spcBef>
                  <a:spcPts val="350"/>
                </a:spcBef>
                <a:spcAft>
                  <a:spcPts val="0"/>
                </a:spcAft>
                <a:buClr>
                  <a:srgbClr val="000000"/>
                </a:buClr>
                <a:buSzPts val="1000"/>
                <a:buFont typeface="Arial"/>
                <a:buNone/>
                <a:tabLst/>
                <a:defRPr/>
              </a:pPr>
              <a:endParaRPr kumimoji="0" lang="en-US" sz="10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457200" rtl="0" eaLnBrk="1" fontAlgn="auto" latinLnBrk="0" hangingPunct="1">
                <a:lnSpc>
                  <a:spcPct val="90000"/>
                </a:lnSpc>
                <a:spcBef>
                  <a:spcPts val="350"/>
                </a:spcBef>
                <a:spcAft>
                  <a:spcPts val="0"/>
                </a:spcAft>
                <a:buClr>
                  <a:srgbClr val="000000"/>
                </a:buClr>
                <a:buSzPts val="1000"/>
                <a:buFont typeface="Arial"/>
                <a:buNone/>
                <a:tabLst/>
                <a:defRPr/>
              </a:pPr>
              <a:r>
                <a:rPr kumimoji="0" lang="en-US" sz="1000" b="0" i="0" u="none" strike="noStrike" kern="1200" cap="none" spc="0" normalizeH="0" baseline="0" noProof="0" dirty="0">
                  <a:ln>
                    <a:noFill/>
                  </a:ln>
                  <a:solidFill>
                    <a:srgbClr val="000000"/>
                  </a:solidFill>
                  <a:effectLst/>
                  <a:uLnTx/>
                  <a:uFillTx/>
                  <a:latin typeface="Arial"/>
                  <a:ea typeface="Arial"/>
                  <a:cs typeface="Arial"/>
                  <a:sym typeface="Arial"/>
                </a:rPr>
                <a:t>Challenge: Encourage stakeholders to learn more about AI and to share ideas and insights based in their experience.</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457200" rtl="0" eaLnBrk="1" fontAlgn="auto" latinLnBrk="0" hangingPunct="1">
                <a:lnSpc>
                  <a:spcPct val="90000"/>
                </a:lnSpc>
                <a:spcBef>
                  <a:spcPts val="350"/>
                </a:spcBef>
                <a:spcAft>
                  <a:spcPts val="0"/>
                </a:spcAft>
                <a:buClr>
                  <a:prstClr val="black"/>
                </a:buClr>
                <a:buSzPts val="1000"/>
                <a:buFont typeface="Arial"/>
                <a:buNone/>
                <a:tabLst/>
                <a:defRPr/>
              </a:pPr>
              <a:endParaRPr kumimoji="0" sz="1000" b="0" i="1" u="none" strike="noStrike" kern="1200" cap="none" spc="0" normalizeH="0" baseline="0" noProof="0" dirty="0">
                <a:ln>
                  <a:noFill/>
                </a:ln>
                <a:solidFill>
                  <a:prstClr val="black"/>
                </a:solidFill>
                <a:effectLst/>
                <a:uLnTx/>
                <a:uFillTx/>
                <a:latin typeface="Arial"/>
                <a:ea typeface="Arial"/>
                <a:cs typeface="Arial"/>
                <a:sym typeface="Arial"/>
              </a:endParaRPr>
            </a:p>
          </p:txBody>
        </p:sp>
        <p:sp>
          <p:nvSpPr>
            <p:cNvPr id="625" name="Google Shape;625;p10"/>
            <p:cNvSpPr/>
            <p:nvPr/>
          </p:nvSpPr>
          <p:spPr>
            <a:xfrm>
              <a:off x="667852" y="638991"/>
              <a:ext cx="3190446" cy="664551"/>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26" name="Google Shape;626;p10"/>
            <p:cNvSpPr txBox="1"/>
            <p:nvPr/>
          </p:nvSpPr>
          <p:spPr>
            <a:xfrm>
              <a:off x="667852" y="638991"/>
              <a:ext cx="3190446" cy="664551"/>
            </a:xfrm>
            <a:prstGeom prst="rect">
              <a:avLst/>
            </a:prstGeom>
            <a:noFill/>
            <a:ln>
              <a:noFill/>
            </a:ln>
          </p:spPr>
          <p:txBody>
            <a:bodyPr spcFirstLastPara="1" wrap="square" lIns="0" tIns="0" rIns="127000" bIns="0" anchor="ctr" anchorCtr="0">
              <a:noAutofit/>
            </a:bodyPr>
            <a:lstStyle/>
            <a:p>
              <a:pPr marL="0" marR="0" lvl="0" indent="0" algn="l" defTabSz="457200" rtl="0" eaLnBrk="1" fontAlgn="auto" latinLnBrk="0" hangingPunct="1">
                <a:lnSpc>
                  <a:spcPct val="90000"/>
                </a:lnSpc>
                <a:spcBef>
                  <a:spcPts val="0"/>
                </a:spcBef>
                <a:spcAft>
                  <a:spcPts val="0"/>
                </a:spcAft>
                <a:buClr>
                  <a:srgbClr val="FF540A"/>
                </a:buClr>
                <a:buSzPts val="2000"/>
                <a:buFont typeface="Arial Black"/>
                <a:buNone/>
                <a:tabLst/>
                <a:defRPr/>
              </a:pPr>
              <a:r>
                <a:rPr kumimoji="0" lang="en-US" sz="2000" b="1" i="0" u="none" strike="noStrike" kern="1200" cap="none" spc="0" normalizeH="0" baseline="0" noProof="0">
                  <a:ln>
                    <a:noFill/>
                  </a:ln>
                  <a:solidFill>
                    <a:srgbClr val="FF540A"/>
                  </a:solidFill>
                  <a:effectLst/>
                  <a:uLnTx/>
                  <a:uFillTx/>
                  <a:latin typeface="Arial Black"/>
                  <a:ea typeface="Arial Black"/>
                  <a:cs typeface="Arial Black"/>
                  <a:sym typeface="Arial Black"/>
                </a:rPr>
                <a:t>Start</a:t>
              </a:r>
              <a:endParaRPr kumimoji="0" lang="en-US" sz="2000" b="1" i="0" u="none" strike="noStrike" kern="1200" cap="none" spc="0" normalizeH="0" baseline="0" noProof="0" dirty="0">
                <a:ln>
                  <a:noFill/>
                </a:ln>
                <a:solidFill>
                  <a:srgbClr val="FF540A"/>
                </a:solidFill>
                <a:effectLst/>
                <a:uLnTx/>
                <a:uFillTx/>
                <a:latin typeface="Arial Black"/>
                <a:ea typeface="Arial Black"/>
                <a:cs typeface="Arial Black"/>
                <a:sym typeface="Arial Black"/>
              </a:endParaRPr>
            </a:p>
          </p:txBody>
        </p:sp>
        <p:cxnSp>
          <p:nvCxnSpPr>
            <p:cNvPr id="627" name="Google Shape;627;p10"/>
            <p:cNvCxnSpPr/>
            <p:nvPr/>
          </p:nvCxnSpPr>
          <p:spPr>
            <a:xfrm>
              <a:off x="336392" y="1303542"/>
              <a:ext cx="0" cy="1891414"/>
            </a:xfrm>
            <a:prstGeom prst="straightConnector1">
              <a:avLst/>
            </a:prstGeom>
            <a:noFill/>
            <a:ln w="12700" cap="flat" cmpd="sng">
              <a:solidFill>
                <a:schemeClr val="accent1"/>
              </a:solidFill>
              <a:prstDash val="dash"/>
              <a:miter lim="800000"/>
              <a:headEnd type="none" w="sm" len="sm"/>
              <a:tailEnd type="none" w="sm" len="sm"/>
            </a:ln>
          </p:spPr>
        </p:cxnSp>
        <p:sp>
          <p:nvSpPr>
            <p:cNvPr id="628" name="Google Shape;628;p10"/>
            <p:cNvSpPr/>
            <p:nvPr/>
          </p:nvSpPr>
          <p:spPr>
            <a:xfrm>
              <a:off x="277545" y="3135147"/>
              <a:ext cx="119325" cy="119619"/>
            </a:xfrm>
            <a:prstGeom prst="ellipse">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29" name="Google Shape;629;p10"/>
            <p:cNvSpPr/>
            <p:nvPr/>
          </p:nvSpPr>
          <p:spPr>
            <a:xfrm rot="-2700000">
              <a:off x="2018703" y="5184269"/>
              <a:ext cx="468755" cy="468755"/>
            </a:xfrm>
            <a:prstGeom prst="teardrop">
              <a:avLst>
                <a:gd name="adj" fmla="val 115000"/>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30" name="Google Shape;630;p10"/>
            <p:cNvSpPr/>
            <p:nvPr/>
          </p:nvSpPr>
          <p:spPr>
            <a:xfrm>
              <a:off x="2070778" y="5236343"/>
              <a:ext cx="364606" cy="364606"/>
            </a:xfrm>
            <a:prstGeom prst="ellipse">
              <a:avLst/>
            </a:prstGeom>
            <a:solidFill>
              <a:schemeClr val="lt1">
                <a:alpha val="89411"/>
              </a:schemeClr>
            </a:solid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31" name="Google Shape;631;p10"/>
            <p:cNvSpPr/>
            <p:nvPr/>
          </p:nvSpPr>
          <p:spPr>
            <a:xfrm>
              <a:off x="2584541" y="3194956"/>
              <a:ext cx="3190446" cy="1891414"/>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32" name="Google Shape;632;p10"/>
            <p:cNvSpPr txBox="1"/>
            <p:nvPr/>
          </p:nvSpPr>
          <p:spPr>
            <a:xfrm>
              <a:off x="2584541" y="3194956"/>
              <a:ext cx="3190446" cy="1891414"/>
            </a:xfrm>
            <a:prstGeom prst="rect">
              <a:avLst/>
            </a:prstGeom>
            <a:noFill/>
            <a:ln>
              <a:noFill/>
            </a:ln>
          </p:spPr>
          <p:txBody>
            <a:bodyPr spcFirstLastPara="1" wrap="square" lIns="0" tIns="95250" rIns="0" bIns="63500" anchor="ctr" anchorCtr="0">
              <a:noAutofit/>
            </a:bodyPr>
            <a:lstStyle/>
            <a:p>
              <a:pPr marL="0" marR="0" lvl="0" indent="0" algn="l" defTabSz="457200" rtl="0" eaLnBrk="1" fontAlgn="auto" latinLnBrk="0" hangingPunct="1">
                <a:lnSpc>
                  <a:spcPct val="90000"/>
                </a:lnSpc>
                <a:spcBef>
                  <a:spcPts val="0"/>
                </a:spcBef>
                <a:spcAft>
                  <a:spcPts val="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Review your AI strategy in the context of emerging and innovative uses of technology in support of improved institutional outcomes.</a:t>
              </a:r>
            </a:p>
            <a:p>
              <a:pPr marL="0" marR="0" lvl="0" indent="0" algn="l" defTabSz="457200" rtl="0" eaLnBrk="1" fontAlgn="auto" latinLnBrk="0" hangingPunct="1">
                <a:lnSpc>
                  <a:spcPct val="90000"/>
                </a:lnSpc>
                <a:spcBef>
                  <a:spcPts val="0"/>
                </a:spcBef>
                <a:spcAft>
                  <a:spcPts val="0"/>
                </a:spcAft>
                <a:buClr>
                  <a:prstClr val="black"/>
                </a:buClr>
                <a:buSzPts val="1000"/>
                <a:buFont typeface="Arial"/>
                <a:buNone/>
                <a:tabLst/>
                <a:defRPr/>
              </a:pPr>
              <a:endParaRPr kumimoji="0" lang="en-US" sz="1000" b="0" i="0" u="none" strike="noStrike" kern="1200" cap="none" spc="0" normalizeH="0" baseline="0" noProof="0">
                <a:ln>
                  <a:noFill/>
                </a:ln>
                <a:solidFill>
                  <a:prstClr val="black"/>
                </a:solidFill>
                <a:effectLst/>
                <a:uLnTx/>
                <a:uFillTx/>
                <a:latin typeface="Arial"/>
                <a:ea typeface="Arial"/>
                <a:cs typeface="Arial"/>
                <a:sym typeface="Arial"/>
              </a:endParaRPr>
            </a:p>
            <a:p>
              <a:pPr marL="0" marR="0" lvl="0" indent="0" algn="l" defTabSz="457200" rtl="0" eaLnBrk="1" fontAlgn="auto" latinLnBrk="0" hangingPunct="1">
                <a:lnSpc>
                  <a:spcPct val="90000"/>
                </a:lnSpc>
                <a:spcBef>
                  <a:spcPts val="350"/>
                </a:spcBef>
                <a:spcAft>
                  <a:spcPts val="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Evaluate your current technology portfolio, AI capabilities and opportunity </a:t>
              </a:r>
              <a:r>
                <a:rPr kumimoji="0" lang="en-US" sz="1000" b="0" i="0" u="none" strike="noStrike" kern="1200" cap="none" spc="0" normalizeH="0" baseline="0" noProof="0">
                  <a:ln>
                    <a:noFill/>
                  </a:ln>
                  <a:solidFill>
                    <a:prstClr val="black"/>
                  </a:solidFill>
                  <a:effectLst/>
                  <a:uLnTx/>
                  <a:uFillTx/>
                  <a:latin typeface="Arial"/>
                  <a:ea typeface="Arial"/>
                  <a:cs typeface="Arial"/>
                  <a:sym typeface="Arial"/>
                </a:rPr>
                <a:t>areas.</a:t>
              </a:r>
              <a:endParaRPr kumimoji="0" lang="en-US" sz="1000" b="1" i="0" u="none" strike="noStrike" kern="1200" cap="none" spc="0" normalizeH="0" baseline="0" noProof="0" dirty="0">
                <a:ln>
                  <a:noFill/>
                </a:ln>
                <a:solidFill>
                  <a:srgbClr val="DE0A01"/>
                </a:solidFill>
                <a:effectLst/>
                <a:uLnTx/>
                <a:uFillTx/>
                <a:latin typeface="Arial Black"/>
                <a:ea typeface="Arial Black"/>
                <a:cs typeface="Arial Black"/>
                <a:sym typeface="Arial Black"/>
              </a:endParaRPr>
            </a:p>
          </p:txBody>
        </p:sp>
        <p:sp>
          <p:nvSpPr>
            <p:cNvPr id="633" name="Google Shape;633;p10"/>
            <p:cNvSpPr/>
            <p:nvPr/>
          </p:nvSpPr>
          <p:spPr>
            <a:xfrm>
              <a:off x="2584541" y="5086371"/>
              <a:ext cx="3190446" cy="664551"/>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34" name="Google Shape;634;p10"/>
            <p:cNvSpPr txBox="1"/>
            <p:nvPr/>
          </p:nvSpPr>
          <p:spPr>
            <a:xfrm>
              <a:off x="2584541" y="5086371"/>
              <a:ext cx="3190446" cy="664551"/>
            </a:xfrm>
            <a:prstGeom prst="rect">
              <a:avLst/>
            </a:prstGeom>
            <a:noFill/>
            <a:ln>
              <a:noFill/>
            </a:ln>
          </p:spPr>
          <p:txBody>
            <a:bodyPr spcFirstLastPara="1" wrap="square" lIns="0" tIns="0" rIns="127000" bIns="0" anchor="ctr" anchorCtr="0">
              <a:noAutofit/>
            </a:bodyPr>
            <a:lstStyle/>
            <a:p>
              <a:pPr marL="0" marR="0" lvl="0" indent="0" algn="l" defTabSz="457200" rtl="0" eaLnBrk="1" fontAlgn="auto" latinLnBrk="0" hangingPunct="1">
                <a:lnSpc>
                  <a:spcPct val="90000"/>
                </a:lnSpc>
                <a:spcBef>
                  <a:spcPts val="0"/>
                </a:spcBef>
                <a:spcAft>
                  <a:spcPts val="0"/>
                </a:spcAft>
                <a:buClr>
                  <a:srgbClr val="FF540A"/>
                </a:buClr>
                <a:buSzPts val="2000"/>
                <a:buFont typeface="Arial Black"/>
                <a:buNone/>
                <a:tabLst/>
                <a:defRPr/>
              </a:pPr>
              <a:r>
                <a:rPr kumimoji="0" lang="en-US" sz="2000" b="1" i="0" u="none" strike="noStrike" kern="1200" cap="none" spc="0" normalizeH="0" baseline="0" noProof="0">
                  <a:ln>
                    <a:noFill/>
                  </a:ln>
                  <a:solidFill>
                    <a:srgbClr val="FF540A"/>
                  </a:solidFill>
                  <a:effectLst/>
                  <a:uLnTx/>
                  <a:uFillTx/>
                  <a:latin typeface="Arial Black"/>
                  <a:ea typeface="Arial Black"/>
                  <a:cs typeface="Arial Black"/>
                  <a:sym typeface="Arial Black"/>
                </a:rPr>
                <a:t>Soon</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635" name="Google Shape;635;p10"/>
            <p:cNvCxnSpPr/>
            <p:nvPr/>
          </p:nvCxnSpPr>
          <p:spPr>
            <a:xfrm>
              <a:off x="2253081" y="3194956"/>
              <a:ext cx="0" cy="1891414"/>
            </a:xfrm>
            <a:prstGeom prst="straightConnector1">
              <a:avLst/>
            </a:prstGeom>
            <a:noFill/>
            <a:ln w="12700" cap="flat" cmpd="sng">
              <a:solidFill>
                <a:schemeClr val="accent1"/>
              </a:solidFill>
              <a:prstDash val="dash"/>
              <a:miter lim="800000"/>
              <a:headEnd type="none" w="sm" len="sm"/>
              <a:tailEnd type="none" w="sm" len="sm"/>
            </a:ln>
          </p:spPr>
        </p:cxnSp>
        <p:sp>
          <p:nvSpPr>
            <p:cNvPr id="636" name="Google Shape;636;p10"/>
            <p:cNvSpPr/>
            <p:nvPr/>
          </p:nvSpPr>
          <p:spPr>
            <a:xfrm>
              <a:off x="2194234" y="3135147"/>
              <a:ext cx="119325" cy="119619"/>
            </a:xfrm>
            <a:prstGeom prst="ellipse">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37" name="Google Shape;637;p10"/>
            <p:cNvSpPr/>
            <p:nvPr/>
          </p:nvSpPr>
          <p:spPr>
            <a:xfrm rot="8100000">
              <a:off x="3935393" y="736889"/>
              <a:ext cx="468755" cy="468755"/>
            </a:xfrm>
            <a:prstGeom prst="teardrop">
              <a:avLst>
                <a:gd name="adj" fmla="val 115000"/>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38" name="Google Shape;638;p10"/>
            <p:cNvSpPr/>
            <p:nvPr/>
          </p:nvSpPr>
          <p:spPr>
            <a:xfrm>
              <a:off x="3987467" y="788963"/>
              <a:ext cx="364606" cy="364606"/>
            </a:xfrm>
            <a:prstGeom prst="ellipse">
              <a:avLst/>
            </a:prstGeom>
            <a:solidFill>
              <a:schemeClr val="lt1">
                <a:alpha val="89411"/>
              </a:schemeClr>
            </a:solid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39" name="Google Shape;639;p10"/>
            <p:cNvSpPr/>
            <p:nvPr/>
          </p:nvSpPr>
          <p:spPr>
            <a:xfrm>
              <a:off x="4501230" y="1303542"/>
              <a:ext cx="3190446" cy="1891414"/>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40" name="Google Shape;640;p10"/>
            <p:cNvSpPr txBox="1"/>
            <p:nvPr/>
          </p:nvSpPr>
          <p:spPr>
            <a:xfrm>
              <a:off x="4501230" y="1303542"/>
              <a:ext cx="3190446" cy="1891414"/>
            </a:xfrm>
            <a:prstGeom prst="rect">
              <a:avLst/>
            </a:prstGeom>
            <a:noFill/>
            <a:ln>
              <a:noFill/>
            </a:ln>
          </p:spPr>
          <p:txBody>
            <a:bodyPr spcFirstLastPara="1" wrap="square" lIns="0" tIns="63500" rIns="63500" bIns="95250" anchor="t" anchorCtr="0">
              <a:noAutofit/>
            </a:bodyPr>
            <a:lstStyle/>
            <a:p>
              <a:pPr marL="0" marR="0" lvl="0" indent="0" algn="l" defTabSz="457200" rtl="0" eaLnBrk="1" fontAlgn="auto" latinLnBrk="0" hangingPunct="1">
                <a:lnSpc>
                  <a:spcPct val="90000"/>
                </a:lnSpc>
                <a:spcBef>
                  <a:spcPts val="0"/>
                </a:spcBef>
                <a:spcAft>
                  <a:spcPts val="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Lead a gap analysis assessment of your current state (e.g., Where are the gaps and current pain points? What do you like about your current tool?)</a:t>
              </a:r>
            </a:p>
            <a:p>
              <a:pPr marL="0" marR="0" lvl="0" indent="0" algn="l" defTabSz="457200" rtl="0" eaLnBrk="1" fontAlgn="auto" latinLnBrk="0" hangingPunct="1">
                <a:lnSpc>
                  <a:spcPct val="90000"/>
                </a:lnSpc>
                <a:spcBef>
                  <a:spcPts val="350"/>
                </a:spcBef>
                <a:spcAft>
                  <a:spcPts val="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Evaluate the need for change to support requirements mapped to specific business outcomes.</a:t>
              </a:r>
            </a:p>
            <a:p>
              <a:pPr marL="0" marR="0" lvl="0" indent="0" algn="l" defTabSz="457200" rtl="0" eaLnBrk="1" fontAlgn="auto" latinLnBrk="0" hangingPunct="1">
                <a:lnSpc>
                  <a:spcPct val="90000"/>
                </a:lnSpc>
                <a:spcBef>
                  <a:spcPts val="350"/>
                </a:spcBef>
                <a:spcAft>
                  <a:spcPts val="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Plan and prioritize steps to close gaps supported by technology; adjust your IT strategy.</a:t>
              </a:r>
            </a:p>
            <a:p>
              <a:pPr marL="0" marR="0" lvl="0" indent="0" algn="l" defTabSz="457200" rtl="0" eaLnBrk="1" fontAlgn="auto" latinLnBrk="0" hangingPunct="1">
                <a:lnSpc>
                  <a:spcPct val="90000"/>
                </a:lnSpc>
                <a:spcBef>
                  <a:spcPts val="350"/>
                </a:spcBef>
                <a:spcAft>
                  <a:spcPts val="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Drive your revised strategy and target use cases to execution with institutional </a:t>
              </a:r>
              <a:r>
                <a:rPr kumimoji="0" lang="en-US" sz="1000" b="0" i="0" u="none" strike="noStrike" kern="1200" cap="none" spc="0" normalizeH="0" baseline="0" noProof="0">
                  <a:ln>
                    <a:noFill/>
                  </a:ln>
                  <a:solidFill>
                    <a:prstClr val="black"/>
                  </a:solidFill>
                  <a:effectLst/>
                  <a:uLnTx/>
                  <a:uFillTx/>
                  <a:latin typeface="Arial"/>
                  <a:ea typeface="Arial"/>
                  <a:cs typeface="Arial"/>
                  <a:sym typeface="Arial"/>
                </a:rPr>
                <a:t>leaders.</a:t>
              </a:r>
              <a:endParaRPr kumimoji="0" lang="en-US" sz="1000" b="1" i="0" u="none" strike="noStrike" kern="1200" cap="none" spc="0" normalizeH="0" baseline="0" noProof="0" dirty="0">
                <a:ln>
                  <a:noFill/>
                </a:ln>
                <a:solidFill>
                  <a:prstClr val="black"/>
                </a:solidFill>
                <a:effectLst/>
                <a:uLnTx/>
                <a:uFillTx/>
                <a:latin typeface="Arial Black"/>
                <a:ea typeface="Arial Black"/>
                <a:cs typeface="Arial Black"/>
                <a:sym typeface="Arial Black"/>
              </a:endParaRPr>
            </a:p>
          </p:txBody>
        </p:sp>
        <p:sp>
          <p:nvSpPr>
            <p:cNvPr id="641" name="Google Shape;641;p10"/>
            <p:cNvSpPr/>
            <p:nvPr/>
          </p:nvSpPr>
          <p:spPr>
            <a:xfrm>
              <a:off x="4501230" y="638991"/>
              <a:ext cx="3190446" cy="664551"/>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42" name="Google Shape;642;p10"/>
            <p:cNvSpPr txBox="1"/>
            <p:nvPr/>
          </p:nvSpPr>
          <p:spPr>
            <a:xfrm>
              <a:off x="4501230" y="638991"/>
              <a:ext cx="3190446" cy="664551"/>
            </a:xfrm>
            <a:prstGeom prst="rect">
              <a:avLst/>
            </a:prstGeom>
            <a:noFill/>
            <a:ln>
              <a:noFill/>
            </a:ln>
          </p:spPr>
          <p:txBody>
            <a:bodyPr spcFirstLastPara="1" wrap="square" lIns="0" tIns="0" rIns="127000" bIns="0" anchor="ctr" anchorCtr="0">
              <a:noAutofit/>
            </a:bodyPr>
            <a:lstStyle/>
            <a:p>
              <a:pPr marL="0" marR="0" lvl="0" indent="0" algn="l" defTabSz="457200" rtl="0" eaLnBrk="1" fontAlgn="auto" latinLnBrk="0" hangingPunct="1">
                <a:lnSpc>
                  <a:spcPct val="90000"/>
                </a:lnSpc>
                <a:spcBef>
                  <a:spcPts val="0"/>
                </a:spcBef>
                <a:spcAft>
                  <a:spcPts val="0"/>
                </a:spcAft>
                <a:buClr>
                  <a:srgbClr val="FF540A"/>
                </a:buClr>
                <a:buSzPts val="2000"/>
                <a:buFont typeface="Arial Black"/>
                <a:buNone/>
                <a:tabLst/>
                <a:defRPr/>
              </a:pPr>
              <a:r>
                <a:rPr kumimoji="0" lang="en-US" sz="2000" b="1" i="0" u="none" strike="noStrike" kern="1200" cap="none" spc="0" normalizeH="0" baseline="0" noProof="0">
                  <a:ln>
                    <a:noFill/>
                  </a:ln>
                  <a:solidFill>
                    <a:srgbClr val="FF540A"/>
                  </a:solidFill>
                  <a:effectLst/>
                  <a:uLnTx/>
                  <a:uFillTx/>
                  <a:latin typeface="Arial Black"/>
                  <a:ea typeface="Arial Black"/>
                  <a:cs typeface="Arial Black"/>
                  <a:sym typeface="Arial Black"/>
                </a:rPr>
                <a:t>Next</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643" name="Google Shape;643;p10"/>
            <p:cNvCxnSpPr/>
            <p:nvPr/>
          </p:nvCxnSpPr>
          <p:spPr>
            <a:xfrm>
              <a:off x="4169770" y="1303542"/>
              <a:ext cx="0" cy="1891414"/>
            </a:xfrm>
            <a:prstGeom prst="straightConnector1">
              <a:avLst/>
            </a:prstGeom>
            <a:noFill/>
            <a:ln w="12700" cap="flat" cmpd="sng">
              <a:solidFill>
                <a:schemeClr val="accent1"/>
              </a:solidFill>
              <a:prstDash val="dash"/>
              <a:miter lim="800000"/>
              <a:headEnd type="none" w="sm" len="sm"/>
              <a:tailEnd type="none" w="sm" len="sm"/>
            </a:ln>
          </p:spPr>
        </p:cxnSp>
        <p:sp>
          <p:nvSpPr>
            <p:cNvPr id="644" name="Google Shape;644;p10"/>
            <p:cNvSpPr/>
            <p:nvPr/>
          </p:nvSpPr>
          <p:spPr>
            <a:xfrm>
              <a:off x="4110923" y="3135147"/>
              <a:ext cx="119325" cy="119619"/>
            </a:xfrm>
            <a:prstGeom prst="ellipse">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45" name="Google Shape;645;p10"/>
            <p:cNvSpPr/>
            <p:nvPr/>
          </p:nvSpPr>
          <p:spPr>
            <a:xfrm rot="-2700000">
              <a:off x="5852082" y="5184269"/>
              <a:ext cx="468755" cy="468755"/>
            </a:xfrm>
            <a:prstGeom prst="teardrop">
              <a:avLst>
                <a:gd name="adj" fmla="val 115000"/>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46" name="Google Shape;646;p10"/>
            <p:cNvSpPr/>
            <p:nvPr/>
          </p:nvSpPr>
          <p:spPr>
            <a:xfrm>
              <a:off x="5904156" y="5236343"/>
              <a:ext cx="364606" cy="364606"/>
            </a:xfrm>
            <a:prstGeom prst="ellipse">
              <a:avLst/>
            </a:prstGeom>
            <a:solidFill>
              <a:schemeClr val="lt1">
                <a:alpha val="89411"/>
              </a:schemeClr>
            </a:solid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47" name="Google Shape;647;p10"/>
            <p:cNvSpPr/>
            <p:nvPr/>
          </p:nvSpPr>
          <p:spPr>
            <a:xfrm>
              <a:off x="6417920" y="3226217"/>
              <a:ext cx="3190446" cy="1891414"/>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48" name="Google Shape;648;p10"/>
            <p:cNvSpPr txBox="1"/>
            <p:nvPr/>
          </p:nvSpPr>
          <p:spPr>
            <a:xfrm>
              <a:off x="6417920" y="3226217"/>
              <a:ext cx="3190446" cy="1891414"/>
            </a:xfrm>
            <a:prstGeom prst="rect">
              <a:avLst/>
            </a:prstGeom>
            <a:noFill/>
            <a:ln>
              <a:noFill/>
            </a:ln>
          </p:spPr>
          <p:txBody>
            <a:bodyPr spcFirstLastPara="1" wrap="square" lIns="0" tIns="95250" rIns="0" bIns="63500" anchor="b" anchorCtr="0">
              <a:noAutofit/>
            </a:bodyPr>
            <a:lstStyle/>
            <a:p>
              <a:pPr marL="0" marR="0" lvl="0" indent="0" algn="l" defTabSz="457200" rtl="0" eaLnBrk="1" fontAlgn="auto" latinLnBrk="0" hangingPunct="1">
                <a:lnSpc>
                  <a:spcPct val="90000"/>
                </a:lnSpc>
                <a:spcBef>
                  <a:spcPts val="0"/>
                </a:spcBef>
                <a:spcAft>
                  <a:spcPts val="60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Arrange demos and presentations from potential AI vendors to assess their capabilities and compatibility with your institutional requirements in key use case areas.</a:t>
              </a:r>
            </a:p>
            <a:p>
              <a:pPr marL="0" marR="0" lvl="0" indent="0" algn="l" defTabSz="457200" rtl="0" eaLnBrk="1" fontAlgn="auto" latinLnBrk="0" hangingPunct="1">
                <a:lnSpc>
                  <a:spcPct val="90000"/>
                </a:lnSpc>
                <a:spcBef>
                  <a:spcPts val="0"/>
                </a:spcBef>
                <a:spcAft>
                  <a:spcPts val="600"/>
                </a:spcAft>
                <a:buClr>
                  <a:prstClr val="black"/>
                </a:buClr>
                <a:buSzPts val="1000"/>
                <a:buFont typeface="Arial"/>
                <a:buNone/>
                <a:tabLst/>
                <a:defRPr/>
              </a:pPr>
              <a:br>
                <a:rPr kumimoji="0" lang="en-US" sz="100" b="0" i="0" u="none" strike="noStrike" kern="1200" cap="none" spc="0" normalizeH="0" baseline="0" noProof="0" dirty="0">
                  <a:ln>
                    <a:noFill/>
                  </a:ln>
                  <a:solidFill>
                    <a:prstClr val="black"/>
                  </a:solidFill>
                  <a:effectLst/>
                  <a:uLnTx/>
                  <a:uFillTx/>
                  <a:latin typeface="Arial"/>
                  <a:ea typeface="Arial"/>
                  <a:cs typeface="Arial"/>
                  <a:sym typeface="Arial"/>
                </a:rPr>
              </a:b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Select the most suitable vendor(s) for short-term pilots and partnerships.</a:t>
              </a:r>
            </a:p>
            <a:p>
              <a:pPr marL="0" marR="0" lvl="0" indent="0" algn="l" defTabSz="457200" rtl="0" eaLnBrk="1" fontAlgn="auto" latinLnBrk="0" hangingPunct="1">
                <a:lnSpc>
                  <a:spcPct val="90000"/>
                </a:lnSpc>
                <a:spcBef>
                  <a:spcPts val="0"/>
                </a:spcBef>
                <a:spcAft>
                  <a:spcPts val="60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Ensure vendors adhere to appropriate principles of AI trust, risk and security </a:t>
              </a:r>
              <a:r>
                <a:rPr kumimoji="0" lang="en-US" sz="1000" b="0" i="0" u="none" strike="noStrike" kern="1200" cap="none" spc="0" normalizeH="0" baseline="0" noProof="0">
                  <a:ln>
                    <a:noFill/>
                  </a:ln>
                  <a:solidFill>
                    <a:prstClr val="black"/>
                  </a:solidFill>
                  <a:effectLst/>
                  <a:uLnTx/>
                  <a:uFillTx/>
                  <a:latin typeface="Arial"/>
                  <a:ea typeface="Arial"/>
                  <a:cs typeface="Arial"/>
                  <a:sym typeface="Arial"/>
                </a:rPr>
                <a:t>management.</a:t>
              </a:r>
              <a:endParaRPr kumimoji="0" lang="en-US" sz="1000" b="1" i="0" u="none" strike="noStrike" kern="1200" cap="none" spc="0" normalizeH="0" baseline="0" noProof="0" dirty="0">
                <a:ln>
                  <a:noFill/>
                </a:ln>
                <a:solidFill>
                  <a:prstClr val="black"/>
                </a:solidFill>
                <a:effectLst/>
                <a:uLnTx/>
                <a:uFillTx/>
                <a:latin typeface="Arial Black"/>
                <a:ea typeface="Arial Black"/>
                <a:cs typeface="Arial Black"/>
                <a:sym typeface="Arial Black"/>
              </a:endParaRPr>
            </a:p>
          </p:txBody>
        </p:sp>
        <p:sp>
          <p:nvSpPr>
            <p:cNvPr id="649" name="Google Shape;649;p10"/>
            <p:cNvSpPr/>
            <p:nvPr/>
          </p:nvSpPr>
          <p:spPr>
            <a:xfrm>
              <a:off x="6417920" y="5117632"/>
              <a:ext cx="3190446" cy="664551"/>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50" name="Google Shape;650;p10"/>
            <p:cNvSpPr txBox="1"/>
            <p:nvPr/>
          </p:nvSpPr>
          <p:spPr>
            <a:xfrm>
              <a:off x="6417920" y="5117632"/>
              <a:ext cx="3190446" cy="664551"/>
            </a:xfrm>
            <a:prstGeom prst="rect">
              <a:avLst/>
            </a:prstGeom>
            <a:noFill/>
            <a:ln>
              <a:noFill/>
            </a:ln>
          </p:spPr>
          <p:txBody>
            <a:bodyPr spcFirstLastPara="1" wrap="square" lIns="0" tIns="0" rIns="127000" bIns="0" anchor="ctr" anchorCtr="0">
              <a:noAutofit/>
            </a:bodyPr>
            <a:lstStyle/>
            <a:p>
              <a:pPr marL="0" marR="0" lvl="0" indent="0" algn="l" defTabSz="457200" rtl="0" eaLnBrk="1" fontAlgn="auto" latinLnBrk="0" hangingPunct="1">
                <a:lnSpc>
                  <a:spcPct val="90000"/>
                </a:lnSpc>
                <a:spcBef>
                  <a:spcPts val="0"/>
                </a:spcBef>
                <a:spcAft>
                  <a:spcPts val="0"/>
                </a:spcAft>
                <a:buClr>
                  <a:srgbClr val="FF540A"/>
                </a:buClr>
                <a:buSzPts val="2000"/>
                <a:buFont typeface="Arial Black"/>
                <a:buNone/>
                <a:tabLst/>
                <a:defRPr/>
              </a:pPr>
              <a:r>
                <a:rPr kumimoji="0" lang="en-US" sz="2000" b="1" i="0" u="none" strike="noStrike" kern="1200" cap="none" spc="0" normalizeH="0" baseline="0" noProof="0" dirty="0">
                  <a:ln>
                    <a:noFill/>
                  </a:ln>
                  <a:solidFill>
                    <a:srgbClr val="FF540A"/>
                  </a:solidFill>
                  <a:effectLst/>
                  <a:uLnTx/>
                  <a:uFillTx/>
                  <a:latin typeface="Arial Black"/>
                  <a:ea typeface="Arial Black"/>
                  <a:cs typeface="Arial Black"/>
                  <a:sym typeface="Arial Black"/>
                </a:rPr>
                <a:t>Within </a:t>
              </a:r>
              <a:r>
                <a:rPr kumimoji="0" lang="en-US" sz="2000" b="1" i="0" u="none" strike="noStrike" kern="1200" cap="none" spc="0" normalizeH="0" baseline="0" noProof="0">
                  <a:ln>
                    <a:noFill/>
                  </a:ln>
                  <a:solidFill>
                    <a:srgbClr val="FF540A"/>
                  </a:solidFill>
                  <a:effectLst/>
                  <a:uLnTx/>
                  <a:uFillTx/>
                  <a:latin typeface="Arial Black"/>
                  <a:ea typeface="Arial Black"/>
                  <a:cs typeface="Arial Black"/>
                  <a:sym typeface="Arial Black"/>
                </a:rPr>
                <a:t>12 Months</a:t>
              </a:r>
              <a:endParaRPr kumimoji="0" lang="en-US"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651" name="Google Shape;651;p10"/>
            <p:cNvCxnSpPr/>
            <p:nvPr/>
          </p:nvCxnSpPr>
          <p:spPr>
            <a:xfrm>
              <a:off x="6086459" y="3194956"/>
              <a:ext cx="0" cy="1891414"/>
            </a:xfrm>
            <a:prstGeom prst="straightConnector1">
              <a:avLst/>
            </a:prstGeom>
            <a:noFill/>
            <a:ln w="12700" cap="flat" cmpd="sng">
              <a:solidFill>
                <a:schemeClr val="accent1"/>
              </a:solidFill>
              <a:prstDash val="dash"/>
              <a:miter lim="800000"/>
              <a:headEnd type="none" w="sm" len="sm"/>
              <a:tailEnd type="none" w="sm" len="sm"/>
            </a:ln>
          </p:spPr>
        </p:cxnSp>
        <p:sp>
          <p:nvSpPr>
            <p:cNvPr id="652" name="Google Shape;652;p10"/>
            <p:cNvSpPr/>
            <p:nvPr/>
          </p:nvSpPr>
          <p:spPr>
            <a:xfrm>
              <a:off x="6027612" y="3135147"/>
              <a:ext cx="119325" cy="119619"/>
            </a:xfrm>
            <a:prstGeom prst="ellipse">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53" name="Google Shape;653;p10"/>
            <p:cNvSpPr/>
            <p:nvPr/>
          </p:nvSpPr>
          <p:spPr>
            <a:xfrm rot="8100000">
              <a:off x="7768771" y="736889"/>
              <a:ext cx="468755" cy="468755"/>
            </a:xfrm>
            <a:prstGeom prst="teardrop">
              <a:avLst>
                <a:gd name="adj" fmla="val 115000"/>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54" name="Google Shape;654;p10"/>
            <p:cNvSpPr/>
            <p:nvPr/>
          </p:nvSpPr>
          <p:spPr>
            <a:xfrm>
              <a:off x="7820845" y="788963"/>
              <a:ext cx="364606" cy="364606"/>
            </a:xfrm>
            <a:prstGeom prst="ellipse">
              <a:avLst/>
            </a:prstGeom>
            <a:solidFill>
              <a:schemeClr val="lt1">
                <a:alpha val="89411"/>
              </a:schemeClr>
            </a:solid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55" name="Google Shape;655;p10"/>
            <p:cNvSpPr/>
            <p:nvPr/>
          </p:nvSpPr>
          <p:spPr>
            <a:xfrm>
              <a:off x="8334609" y="1303542"/>
              <a:ext cx="3190446" cy="1891414"/>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56" name="Google Shape;656;p10"/>
            <p:cNvSpPr txBox="1"/>
            <p:nvPr/>
          </p:nvSpPr>
          <p:spPr>
            <a:xfrm>
              <a:off x="8334609" y="1303542"/>
              <a:ext cx="3190446" cy="1891414"/>
            </a:xfrm>
            <a:prstGeom prst="rect">
              <a:avLst/>
            </a:prstGeom>
            <a:noFill/>
            <a:ln>
              <a:noFill/>
            </a:ln>
          </p:spPr>
          <p:txBody>
            <a:bodyPr spcFirstLastPara="1" wrap="square" lIns="0" tIns="63500" rIns="63500" bIns="95250" anchor="t" anchorCtr="0">
              <a:noAutofit/>
            </a:bodyPr>
            <a:lstStyle/>
            <a:p>
              <a:pPr marL="0" marR="0" lvl="0" indent="0" algn="l" defTabSz="457200" rtl="0" eaLnBrk="1" fontAlgn="auto" latinLnBrk="0" hangingPunct="1">
                <a:lnSpc>
                  <a:spcPct val="90000"/>
                </a:lnSpc>
                <a:spcBef>
                  <a:spcPts val="0"/>
                </a:spcBef>
                <a:spcAft>
                  <a:spcPts val="60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Assess the potential impact of AI implementation on your IT operating model, including infrastructure, processes and workforce.</a:t>
              </a:r>
            </a:p>
            <a:p>
              <a:pPr marL="0" marR="0" lvl="0" indent="0" algn="l" defTabSz="457200" rtl="0" eaLnBrk="1" fontAlgn="auto" latinLnBrk="0" hangingPunct="1">
                <a:lnSpc>
                  <a:spcPct val="90000"/>
                </a:lnSpc>
                <a:spcBef>
                  <a:spcPts val="0"/>
                </a:spcBef>
                <a:spcAft>
                  <a:spcPts val="60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Identify any necessary adjustments or enhancements to your IT operating model to accommodate AI.</a:t>
              </a:r>
            </a:p>
            <a:p>
              <a:pPr marL="0" marR="0" lvl="0" indent="0" algn="l" defTabSz="457200" rtl="0" eaLnBrk="1" fontAlgn="auto" latinLnBrk="0" hangingPunct="1">
                <a:lnSpc>
                  <a:spcPct val="90000"/>
                </a:lnSpc>
                <a:spcBef>
                  <a:spcPts val="0"/>
                </a:spcBef>
                <a:spcAft>
                  <a:spcPts val="600"/>
                </a:spcAft>
                <a:buClr>
                  <a:prstClr val="black"/>
                </a:buClr>
                <a:buSzPts val="1000"/>
                <a:buFont typeface="Arial"/>
                <a:buNone/>
                <a:tabLst/>
                <a:defRPr/>
              </a:pPr>
              <a:r>
                <a:rPr kumimoji="0" lang="en-US" sz="1000" b="0" i="0" u="none" strike="noStrike" kern="1200" cap="none" spc="0" normalizeH="0" baseline="0" noProof="0" dirty="0">
                  <a:ln>
                    <a:noFill/>
                  </a:ln>
                  <a:solidFill>
                    <a:prstClr val="black"/>
                  </a:solidFill>
                  <a:effectLst/>
                  <a:uLnTx/>
                  <a:uFillTx/>
                  <a:latin typeface="Arial"/>
                  <a:ea typeface="Arial"/>
                  <a:cs typeface="Arial"/>
                  <a:sym typeface="Arial"/>
                </a:rPr>
                <a:t>Develop a long-term plan for scaling and expanding AI capabilities within your </a:t>
              </a:r>
              <a:r>
                <a:rPr kumimoji="0" lang="en-US" sz="1000" b="0" i="0" u="none" strike="noStrike" kern="1200" cap="none" spc="0" normalizeH="0" baseline="0" noProof="0">
                  <a:ln>
                    <a:noFill/>
                  </a:ln>
                  <a:solidFill>
                    <a:prstClr val="black"/>
                  </a:solidFill>
                  <a:effectLst/>
                  <a:uLnTx/>
                  <a:uFillTx/>
                  <a:latin typeface="Arial"/>
                  <a:ea typeface="Arial"/>
                  <a:cs typeface="Arial"/>
                  <a:sym typeface="Arial"/>
                </a:rPr>
                <a:t>organization.</a:t>
              </a:r>
              <a:endParaRPr kumimoji="0" lang="en-US" sz="1000" b="0" i="0" u="none" strike="noStrike" kern="1200" cap="none" spc="0" normalizeH="0" baseline="0" noProof="0" dirty="0">
                <a:ln>
                  <a:noFill/>
                </a:ln>
                <a:solidFill>
                  <a:prstClr val="black"/>
                </a:solidFill>
                <a:effectLst/>
                <a:uLnTx/>
                <a:uFillTx/>
                <a:latin typeface="Arial"/>
                <a:ea typeface="Arial"/>
                <a:cs typeface="Arial"/>
                <a:sym typeface="Arial"/>
              </a:endParaRPr>
            </a:p>
          </p:txBody>
        </p:sp>
        <p:sp>
          <p:nvSpPr>
            <p:cNvPr id="657" name="Google Shape;657;p10"/>
            <p:cNvSpPr/>
            <p:nvPr/>
          </p:nvSpPr>
          <p:spPr>
            <a:xfrm>
              <a:off x="8334609" y="638991"/>
              <a:ext cx="3190446" cy="664551"/>
            </a:xfrm>
            <a:prstGeom prst="rect">
              <a:avLst/>
            </a:prstGeom>
            <a:noFill/>
            <a:ln>
              <a:noFill/>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58" name="Google Shape;658;p10"/>
            <p:cNvSpPr txBox="1"/>
            <p:nvPr/>
          </p:nvSpPr>
          <p:spPr>
            <a:xfrm>
              <a:off x="8334609" y="638991"/>
              <a:ext cx="3190446" cy="664551"/>
            </a:xfrm>
            <a:prstGeom prst="rect">
              <a:avLst/>
            </a:prstGeom>
            <a:noFill/>
            <a:ln>
              <a:noFill/>
            </a:ln>
          </p:spPr>
          <p:txBody>
            <a:bodyPr spcFirstLastPara="1" wrap="square" lIns="0" tIns="0" rIns="127000" bIns="0" anchor="ctr" anchorCtr="0">
              <a:noAutofit/>
            </a:bodyPr>
            <a:lstStyle/>
            <a:p>
              <a:pPr marL="0" marR="0" lvl="0" indent="0" algn="l" defTabSz="457200" rtl="0" eaLnBrk="1" fontAlgn="auto" latinLnBrk="0" hangingPunct="1">
                <a:lnSpc>
                  <a:spcPct val="90000"/>
                </a:lnSpc>
                <a:spcBef>
                  <a:spcPts val="0"/>
                </a:spcBef>
                <a:spcAft>
                  <a:spcPts val="0"/>
                </a:spcAft>
                <a:buClr>
                  <a:srgbClr val="FF540A"/>
                </a:buClr>
                <a:buSzPts val="2000"/>
                <a:buFont typeface="Arial Black"/>
                <a:buNone/>
                <a:tabLst/>
                <a:defRPr/>
              </a:pPr>
              <a:r>
                <a:rPr kumimoji="0" lang="en-US" sz="2000" b="1" i="0" u="none" strike="noStrike" kern="1200" cap="none" spc="0" normalizeH="0" baseline="0" noProof="0" dirty="0">
                  <a:ln>
                    <a:noFill/>
                  </a:ln>
                  <a:solidFill>
                    <a:srgbClr val="FF540A"/>
                  </a:solidFill>
                  <a:effectLst/>
                  <a:uLnTx/>
                  <a:uFillTx/>
                  <a:latin typeface="Arial Black"/>
                  <a:ea typeface="Arial Black"/>
                  <a:cs typeface="Arial Black"/>
                  <a:sym typeface="Arial Black"/>
                </a:rPr>
                <a:t>Beyond </a:t>
              </a:r>
              <a:r>
                <a:rPr kumimoji="0" lang="en-US" sz="2000" b="1" i="0" u="none" strike="noStrike" kern="1200" cap="none" spc="0" normalizeH="0" baseline="0" noProof="0">
                  <a:ln>
                    <a:noFill/>
                  </a:ln>
                  <a:solidFill>
                    <a:srgbClr val="FF540A"/>
                  </a:solidFill>
                  <a:effectLst/>
                  <a:uLnTx/>
                  <a:uFillTx/>
                  <a:latin typeface="Arial Black"/>
                  <a:ea typeface="Arial Black"/>
                  <a:cs typeface="Arial Black"/>
                  <a:sym typeface="Arial Black"/>
                </a:rPr>
                <a:t>12 Months</a:t>
              </a:r>
              <a:endParaRPr kumimoji="0" lang="en-US" sz="2000" b="0" i="0" u="none" strike="noStrike" kern="1200" cap="none" spc="0" normalizeH="0" baseline="0" noProof="0" dirty="0">
                <a:ln>
                  <a:noFill/>
                </a:ln>
                <a:solidFill>
                  <a:srgbClr val="FF540A"/>
                </a:solidFill>
                <a:effectLst/>
                <a:uLnTx/>
                <a:uFillTx/>
                <a:latin typeface="Arial"/>
                <a:ea typeface="Arial"/>
                <a:cs typeface="Arial"/>
                <a:sym typeface="Arial"/>
              </a:endParaRPr>
            </a:p>
          </p:txBody>
        </p:sp>
        <p:cxnSp>
          <p:nvCxnSpPr>
            <p:cNvPr id="659" name="Google Shape;659;p10"/>
            <p:cNvCxnSpPr/>
            <p:nvPr/>
          </p:nvCxnSpPr>
          <p:spPr>
            <a:xfrm>
              <a:off x="8003148" y="1303542"/>
              <a:ext cx="0" cy="1891414"/>
            </a:xfrm>
            <a:prstGeom prst="straightConnector1">
              <a:avLst/>
            </a:prstGeom>
            <a:noFill/>
            <a:ln w="12700" cap="flat" cmpd="sng">
              <a:solidFill>
                <a:schemeClr val="accent1"/>
              </a:solidFill>
              <a:prstDash val="dash"/>
              <a:miter lim="800000"/>
              <a:headEnd type="none" w="sm" len="sm"/>
              <a:tailEnd type="none" w="sm" len="sm"/>
            </a:ln>
          </p:spPr>
        </p:cxnSp>
        <p:sp>
          <p:nvSpPr>
            <p:cNvPr id="660" name="Google Shape;660;p10"/>
            <p:cNvSpPr/>
            <p:nvPr/>
          </p:nvSpPr>
          <p:spPr>
            <a:xfrm>
              <a:off x="7944301" y="3135147"/>
              <a:ext cx="119325" cy="119619"/>
            </a:xfrm>
            <a:prstGeom prst="ellipse">
              <a:avLst/>
            </a:prstGeom>
            <a:solidFill>
              <a:schemeClr val="accent1"/>
            </a:solidFill>
            <a:ln w="9525"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defTabSz="4572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19"/>
          <p:cNvSpPr txBox="1"/>
          <p:nvPr/>
        </p:nvSpPr>
        <p:spPr>
          <a:xfrm>
            <a:off x="510963" y="338475"/>
            <a:ext cx="7498618" cy="4431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002856"/>
              </a:buClr>
              <a:buSzPts val="3200"/>
              <a:buFont typeface="Arial"/>
              <a:buNone/>
            </a:pPr>
            <a:r>
              <a:rPr lang="en-US" sz="3200" b="1" i="0" u="none" strike="noStrike" cap="none">
                <a:solidFill>
                  <a:schemeClr val="dk2"/>
                </a:solidFill>
                <a:latin typeface="Arial Black"/>
                <a:ea typeface="Arial Black"/>
                <a:cs typeface="Arial Black"/>
                <a:sym typeface="Arial Black"/>
              </a:rPr>
              <a:t>Recommended Resources</a:t>
            </a:r>
            <a:endParaRPr lang="en-US" sz="3200" b="0" i="0" u="none" strike="noStrike" cap="none" dirty="0">
              <a:solidFill>
                <a:schemeClr val="dk2"/>
              </a:solidFill>
              <a:latin typeface="Arial Black"/>
              <a:ea typeface="Arial Black"/>
              <a:cs typeface="Arial Black"/>
              <a:sym typeface="Arial Black"/>
            </a:endParaRPr>
          </a:p>
        </p:txBody>
      </p:sp>
      <p:sp>
        <p:nvSpPr>
          <p:cNvPr id="470" name="Google Shape;470;p19"/>
          <p:cNvSpPr txBox="1"/>
          <p:nvPr/>
        </p:nvSpPr>
        <p:spPr>
          <a:xfrm>
            <a:off x="1179275" y="1551616"/>
            <a:ext cx="9778800" cy="3554779"/>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600"/>
              </a:spcBef>
              <a:spcAft>
                <a:spcPts val="0"/>
              </a:spcAft>
              <a:buClr>
                <a:srgbClr val="000000"/>
              </a:buClr>
              <a:buSzPts val="2000"/>
              <a:buFont typeface="Arial"/>
              <a:buNone/>
            </a:pPr>
            <a:r>
              <a:rPr lang="en-US" sz="2000" b="0" i="0" u="none" strike="noStrike" cap="none" dirty="0">
                <a:latin typeface="Arial"/>
                <a:ea typeface="Arial"/>
                <a:cs typeface="Arial"/>
                <a:sym typeface="Arial"/>
                <a:hlinkClick r:id="rId3">
                  <a:extLst>
                    <a:ext uri="{A12FA001-AC4F-418D-AE19-62706E023703}">
                      <ahyp:hlinkClr xmlns:ahyp="http://schemas.microsoft.com/office/drawing/2018/hyperlinkcolor" val="tx"/>
                    </a:ext>
                  </a:extLst>
                </a:hlinkClick>
              </a:rPr>
              <a:t>Generative AI Use-Case Assessment to Prioritize Education Investments</a:t>
            </a:r>
            <a:endParaRPr lang="en-US" sz="2000" b="0" i="0" u="none" strike="noStrike" cap="none" dirty="0">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endParaRPr lang="en-US" sz="2000" b="0" i="0" u="none" strike="noStrike" cap="none" dirty="0">
              <a:latin typeface="Arial"/>
              <a:ea typeface="Arial"/>
              <a:cs typeface="Arial"/>
              <a:sym typeface="Arial"/>
            </a:endParaRPr>
          </a:p>
          <a:p>
            <a:pPr lvl="0">
              <a:spcBef>
                <a:spcPts val="600"/>
              </a:spcBef>
              <a:buClr>
                <a:srgbClr val="000000"/>
              </a:buClr>
              <a:buSzPts val="2000"/>
            </a:pPr>
            <a:r>
              <a:rPr lang="en-US" sz="2000" u="sng" dirty="0">
                <a:ea typeface="Arial"/>
                <a:cs typeface="Arial"/>
                <a:sym typeface="Arial"/>
                <a:hlinkClick r:id="rId4">
                  <a:extLst>
                    <a:ext uri="{A12FA001-AC4F-418D-AE19-62706E023703}">
                      <ahyp:hlinkClr xmlns:ahyp="http://schemas.microsoft.com/office/drawing/2018/hyperlinkcolor" val="tx"/>
                    </a:ext>
                  </a:extLst>
                </a:hlinkClick>
              </a:rPr>
              <a:t>Roadmap to Accelerate AI Strategy for Higher Education CIOs</a:t>
            </a:r>
            <a:endParaRPr lang="en-US" sz="2000" u="sng" dirty="0">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endParaRPr lang="en-US" sz="2000" u="sng" dirty="0">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r>
              <a:rPr lang="en-US" sz="2000" b="0" i="0" u="sng" strike="noStrike" cap="none" dirty="0">
                <a:latin typeface="Arial"/>
                <a:ea typeface="Arial"/>
                <a:cs typeface="Arial"/>
                <a:sym typeface="Arial"/>
                <a:hlinkClick r:id="rId5">
                  <a:extLst>
                    <a:ext uri="{A12FA001-AC4F-418D-AE19-62706E023703}">
                      <ahyp:hlinkClr xmlns:ahyp="http://schemas.microsoft.com/office/drawing/2018/hyperlinkcolor" val="tx"/>
                    </a:ext>
                  </a:extLst>
                </a:hlinkClick>
              </a:rPr>
              <a:t>Predicts 2026: Education Sector Research, Rethinking and Reinvention</a:t>
            </a:r>
            <a:endParaRPr lang="en-US" sz="2000" b="0" i="0" u="sng" strike="noStrike" cap="none" dirty="0">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endParaRPr lang="en-US" sz="2000" b="0" i="0" u="none" strike="noStrike" cap="none" dirty="0">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r>
              <a:rPr lang="en-US" sz="2000" b="0" i="0" u="sng" strike="noStrike" cap="none" dirty="0">
                <a:latin typeface="Arial"/>
                <a:ea typeface="Arial"/>
                <a:cs typeface="Arial"/>
                <a:sym typeface="Arial"/>
                <a:hlinkClick r:id="rId6">
                  <a:extLst>
                    <a:ext uri="{A12FA001-AC4F-418D-AE19-62706E023703}">
                      <ahyp:hlinkClr xmlns:ahyp="http://schemas.microsoft.com/office/drawing/2018/hyperlinkcolor" val="tx"/>
                    </a:ext>
                  </a:extLst>
                </a:hlinkClick>
              </a:rPr>
              <a:t>The Future of Higher Education — Vision 2035</a:t>
            </a:r>
            <a:r>
              <a:rPr lang="en-US" sz="2000" b="0" i="0" u="none" strike="noStrike" cap="none" dirty="0">
                <a:latin typeface="Arial"/>
                <a:ea typeface="Arial"/>
                <a:cs typeface="Arial"/>
                <a:sym typeface="Arial"/>
              </a:rPr>
              <a:t> </a:t>
            </a:r>
          </a:p>
          <a:p>
            <a:pPr marL="0" marR="0" lvl="0" indent="0" algn="l" rtl="0">
              <a:lnSpc>
                <a:spcPct val="100000"/>
              </a:lnSpc>
              <a:spcBef>
                <a:spcPts val="600"/>
              </a:spcBef>
              <a:spcAft>
                <a:spcPts val="0"/>
              </a:spcAft>
              <a:buClr>
                <a:srgbClr val="000000"/>
              </a:buClr>
              <a:buSzPts val="2000"/>
              <a:buFont typeface="Arial"/>
              <a:buNone/>
            </a:pPr>
            <a:endParaRPr lang="en-US" sz="2000" b="0" i="0" u="none" strike="noStrike" cap="none" dirty="0">
              <a:latin typeface="Arial"/>
              <a:ea typeface="Arial"/>
              <a:cs typeface="Arial"/>
              <a:sym typeface="Arial"/>
            </a:endParaRPr>
          </a:p>
          <a:p>
            <a:pPr marL="0" marR="0" lvl="0" indent="0" algn="l" rtl="0">
              <a:lnSpc>
                <a:spcPct val="100000"/>
              </a:lnSpc>
              <a:spcBef>
                <a:spcPts val="600"/>
              </a:spcBef>
              <a:spcAft>
                <a:spcPts val="0"/>
              </a:spcAft>
              <a:buClr>
                <a:srgbClr val="000000"/>
              </a:buClr>
              <a:buSzPts val="2000"/>
              <a:buFont typeface="Arial"/>
              <a:buNone/>
            </a:pPr>
            <a:r>
              <a:rPr lang="en-US" sz="2000" b="0" i="0" u="sng" strike="noStrike" cap="none" dirty="0">
                <a:latin typeface="Arial"/>
                <a:ea typeface="Arial"/>
                <a:cs typeface="Arial"/>
                <a:sym typeface="Arial"/>
                <a:hlinkClick r:id="rId7">
                  <a:extLst>
                    <a:ext uri="{A12FA001-AC4F-418D-AE19-62706E023703}">
                      <ahyp:hlinkClr xmlns:ahyp="http://schemas.microsoft.com/office/drawing/2018/hyperlinkcolor" val="tx"/>
                    </a:ext>
                  </a:extLst>
                </a:hlinkClick>
              </a:rPr>
              <a:t>Top Technology Trends </a:t>
            </a:r>
            <a:r>
              <a:rPr lang="en-US" sz="2000" b="0" i="0" u="sng" strike="noStrike" cap="none" dirty="0">
                <a:latin typeface="Arial"/>
                <a:ea typeface="Arial"/>
                <a:cs typeface="Arial"/>
                <a:sym typeface="Arial"/>
                <a:hlinkClick r:id="rId7">
                  <a:extLst>
                    <a:ext uri="{A12FA001-AC4F-418D-AE19-62706E023703}">
                      <ahyp:hlinkClr xmlns:ahyp="http://schemas.microsoft.com/office/drawing/2018/hyperlinkcolor" val="tx"/>
                    </a:ext>
                  </a:extLst>
                </a:hlinkClick>
              </a:rPr>
              <a:t>i</a:t>
            </a:r>
            <a:r>
              <a:rPr lang="en-US" sz="2000" b="0" i="0" u="sng" strike="noStrike" cap="none" dirty="0">
                <a:latin typeface="Arial"/>
                <a:ea typeface="Arial"/>
                <a:cs typeface="Arial"/>
                <a:sym typeface="Arial"/>
                <a:hlinkClick r:id="rId7">
                  <a:extLst>
                    <a:ext uri="{A12FA001-AC4F-418D-AE19-62706E023703}">
                      <ahyp:hlinkClr xmlns:ahyp="http://schemas.microsoft.com/office/drawing/2018/hyperlinkcolor" val="tx"/>
                    </a:ext>
                  </a:extLst>
                </a:hlinkClick>
              </a:rPr>
              <a:t>n Higher Education </a:t>
            </a:r>
            <a:r>
              <a:rPr lang="en-US" sz="2000" b="0" i="0" u="sng" strike="noStrike" cap="none">
                <a:latin typeface="Arial"/>
                <a:ea typeface="Arial"/>
                <a:cs typeface="Arial"/>
                <a:sym typeface="Arial"/>
                <a:hlinkClick r:id="rId7">
                  <a:extLst>
                    <a:ext uri="{A12FA001-AC4F-418D-AE19-62706E023703}">
                      <ahyp:hlinkClr xmlns:ahyp="http://schemas.microsoft.com/office/drawing/2018/hyperlinkcolor" val="tx"/>
                    </a:ext>
                  </a:extLst>
                </a:hlinkClick>
              </a:rPr>
              <a:t>for 2025</a:t>
            </a:r>
            <a:endParaRPr lang="en-US" sz="2000" b="0" i="0" u="none" strike="noStrike" cap="none" dirty="0">
              <a:latin typeface="Arial"/>
              <a:ea typeface="Arial"/>
              <a:cs typeface="Arial"/>
              <a:sym typeface="Arial"/>
            </a:endParaRPr>
          </a:p>
        </p:txBody>
      </p:sp>
      <p:sp>
        <p:nvSpPr>
          <p:cNvPr id="471" name="Google Shape;471;p19"/>
          <p:cNvSpPr/>
          <p:nvPr/>
        </p:nvSpPr>
        <p:spPr>
          <a:xfrm flipH="1">
            <a:off x="546315" y="3124255"/>
            <a:ext cx="449234" cy="428452"/>
          </a:xfrm>
          <a:prstGeom prst="ellipse">
            <a:avLst/>
          </a:prstGeom>
          <a:solidFill>
            <a:srgbClr val="FF540A"/>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000000"/>
              </a:buClr>
              <a:buSzPts val="1200"/>
              <a:buFont typeface="Arial"/>
              <a:buNone/>
            </a:pPr>
            <a:r>
              <a:rPr lang="en-US" sz="1600" b="1" i="0" u="none" strike="noStrike" cap="none">
                <a:solidFill>
                  <a:srgbClr val="FFFFFF"/>
                </a:solidFill>
                <a:latin typeface="Arial"/>
                <a:ea typeface="Arial"/>
                <a:cs typeface="Arial"/>
                <a:sym typeface="Arial"/>
              </a:rPr>
              <a:t>3</a:t>
            </a:r>
            <a:endParaRPr lang="en-US" b="0" i="0" u="none" strike="noStrike" cap="none" dirty="0">
              <a:solidFill>
                <a:srgbClr val="000000"/>
              </a:solidFill>
              <a:latin typeface="Arial"/>
              <a:ea typeface="Arial"/>
              <a:cs typeface="Arial"/>
              <a:sym typeface="Arial"/>
            </a:endParaRPr>
          </a:p>
        </p:txBody>
      </p:sp>
      <p:sp>
        <p:nvSpPr>
          <p:cNvPr id="472" name="Google Shape;472;p19"/>
          <p:cNvSpPr/>
          <p:nvPr/>
        </p:nvSpPr>
        <p:spPr>
          <a:xfrm flipH="1">
            <a:off x="546449" y="1559053"/>
            <a:ext cx="449100" cy="428400"/>
          </a:xfrm>
          <a:prstGeom prst="ellipse">
            <a:avLst/>
          </a:prstGeom>
          <a:solidFill>
            <a:srgbClr val="FF540A"/>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000000"/>
              </a:buClr>
              <a:buSzPts val="1200"/>
              <a:buFont typeface="Arial"/>
              <a:buNone/>
            </a:pPr>
            <a:r>
              <a:rPr lang="en-US" sz="1600" b="1" i="0" u="none" strike="noStrike" cap="none">
                <a:solidFill>
                  <a:srgbClr val="FFFFFF"/>
                </a:solidFill>
                <a:latin typeface="Arial"/>
                <a:ea typeface="Arial"/>
                <a:cs typeface="Arial"/>
                <a:sym typeface="Arial"/>
              </a:rPr>
              <a:t>1</a:t>
            </a:r>
            <a:endParaRPr lang="en-US" b="0" i="0" u="none" strike="noStrike" cap="none" dirty="0">
              <a:solidFill>
                <a:srgbClr val="000000"/>
              </a:solidFill>
              <a:latin typeface="Arial"/>
              <a:ea typeface="Arial"/>
              <a:cs typeface="Arial"/>
              <a:sym typeface="Arial"/>
            </a:endParaRPr>
          </a:p>
        </p:txBody>
      </p:sp>
      <p:sp>
        <p:nvSpPr>
          <p:cNvPr id="473" name="Google Shape;473;p19"/>
          <p:cNvSpPr/>
          <p:nvPr/>
        </p:nvSpPr>
        <p:spPr>
          <a:xfrm flipH="1">
            <a:off x="546315" y="2348352"/>
            <a:ext cx="449234" cy="428452"/>
          </a:xfrm>
          <a:prstGeom prst="ellipse">
            <a:avLst/>
          </a:prstGeom>
          <a:solidFill>
            <a:srgbClr val="FF540A"/>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000000"/>
              </a:buClr>
              <a:buSzPts val="1200"/>
              <a:buFont typeface="Arial"/>
              <a:buNone/>
            </a:pPr>
            <a:r>
              <a:rPr lang="en-US" sz="1600" b="1" i="0" u="none" strike="noStrike" cap="none">
                <a:solidFill>
                  <a:srgbClr val="FFFFFF"/>
                </a:solidFill>
                <a:latin typeface="Arial"/>
                <a:ea typeface="Arial"/>
                <a:cs typeface="Arial"/>
                <a:sym typeface="Arial"/>
              </a:rPr>
              <a:t>2</a:t>
            </a:r>
            <a:endParaRPr lang="en-US" b="0" i="0" u="none" strike="noStrike" cap="none" dirty="0">
              <a:solidFill>
                <a:srgbClr val="000000"/>
              </a:solidFill>
              <a:latin typeface="Arial"/>
              <a:ea typeface="Arial"/>
              <a:cs typeface="Arial"/>
              <a:sym typeface="Arial"/>
            </a:endParaRPr>
          </a:p>
        </p:txBody>
      </p:sp>
      <p:sp>
        <p:nvSpPr>
          <p:cNvPr id="474" name="Google Shape;474;p19"/>
          <p:cNvSpPr/>
          <p:nvPr/>
        </p:nvSpPr>
        <p:spPr>
          <a:xfrm flipH="1">
            <a:off x="546315" y="3871022"/>
            <a:ext cx="449234" cy="428452"/>
          </a:xfrm>
          <a:prstGeom prst="ellipse">
            <a:avLst/>
          </a:prstGeom>
          <a:solidFill>
            <a:srgbClr val="FF540A"/>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000000"/>
              </a:buClr>
              <a:buSzPts val="1200"/>
              <a:buFont typeface="Arial"/>
              <a:buNone/>
            </a:pPr>
            <a:r>
              <a:rPr lang="en-US" sz="1600" b="1" i="0" u="none" strike="noStrike" cap="none">
                <a:solidFill>
                  <a:srgbClr val="FFFFFF"/>
                </a:solidFill>
                <a:latin typeface="Arial"/>
                <a:ea typeface="Arial"/>
                <a:cs typeface="Arial"/>
                <a:sym typeface="Arial"/>
              </a:rPr>
              <a:t>4</a:t>
            </a:r>
            <a:endParaRPr lang="en-US" b="0" i="0" u="none" strike="noStrike" cap="none" dirty="0">
              <a:solidFill>
                <a:srgbClr val="000000"/>
              </a:solidFill>
              <a:latin typeface="Arial"/>
              <a:ea typeface="Arial"/>
              <a:cs typeface="Arial"/>
              <a:sym typeface="Arial"/>
            </a:endParaRPr>
          </a:p>
        </p:txBody>
      </p:sp>
      <p:sp>
        <p:nvSpPr>
          <p:cNvPr id="475" name="Google Shape;475;p19"/>
          <p:cNvSpPr/>
          <p:nvPr/>
        </p:nvSpPr>
        <p:spPr>
          <a:xfrm flipH="1">
            <a:off x="546449" y="4732036"/>
            <a:ext cx="449100" cy="428400"/>
          </a:xfrm>
          <a:prstGeom prst="ellipse">
            <a:avLst/>
          </a:prstGeom>
          <a:solidFill>
            <a:srgbClr val="FF540A"/>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000000"/>
              </a:buClr>
              <a:buSzPts val="1200"/>
              <a:buFont typeface="Arial"/>
              <a:buNone/>
            </a:pPr>
            <a:r>
              <a:rPr lang="en-US" sz="1600" b="1" i="0" u="none" strike="noStrike" cap="none">
                <a:solidFill>
                  <a:srgbClr val="FFFFFF"/>
                </a:solidFill>
                <a:latin typeface="Arial"/>
                <a:ea typeface="Arial"/>
                <a:cs typeface="Arial"/>
                <a:sym typeface="Arial"/>
              </a:rPr>
              <a:t>5</a:t>
            </a:r>
            <a:endParaRPr lang="en-US"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hite bkgrnd master">
  <a:themeElements>
    <a:clrScheme name="2020 Gartner Theme-003">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flat" cmpd="sng">
          <a:solidFill>
            <a:srgbClr val="6F7878"/>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Blue">
      <a:srgbClr val="002856"/>
    </a:custClr>
    <a:custClr name="Sky">
      <a:srgbClr val="009AD7"/>
    </a:custClr>
    <a:custClr name="Surf">
      <a:srgbClr val="06C4B0"/>
    </a:custClr>
    <a:custClr name="Tangerine">
      <a:srgbClr val="FF540A"/>
    </a:custClr>
    <a:custClr name="Lemon">
      <a:srgbClr val="FEC10D"/>
    </a:custClr>
    <a:custClr name="Rose">
      <a:srgbClr val="E81159"/>
    </a:custClr>
    <a:custClr name="White">
      <a:srgbClr val="FFFFFF"/>
    </a:custClr>
    <a:custClr name="Steel">
      <a:srgbClr val="6F7878"/>
    </a:custClr>
    <a:custClr name="Black">
      <a:srgbClr val="000000"/>
    </a:custClr>
    <a:custClr name="Error Red">
      <a:srgbClr val="DE0A01"/>
    </a:custClr>
    <a:custClr name="GBlue Tint1">
      <a:srgbClr val="6A80A3"/>
    </a:custClr>
    <a:custClr name="Sky Tint1">
      <a:srgbClr val="49C5F4"/>
    </a:custClr>
    <a:custClr name="Surf Tint1">
      <a:srgbClr val="4EDCCA"/>
    </a:custClr>
    <a:custClr name="Tangerine Tint1">
      <a:srgbClr val="FF986C"/>
    </a:custClr>
    <a:custClr name="Lemon Tint1">
      <a:srgbClr val="FEDA6E"/>
    </a:custClr>
    <a:custClr name="Rose Tint1">
      <a:srgbClr val="F4729D"/>
    </a:custClr>
    <a:custClr name="White">
      <a:srgbClr val="FFFFFF"/>
    </a:custClr>
    <a:custClr name="Steel Tint1">
      <a:srgbClr val="979D9D"/>
    </a:custClr>
    <a:custClr name="White">
      <a:srgbClr val="FFFFFF"/>
    </a:custClr>
    <a:custClr name="Warning Yellow">
      <a:srgbClr val="F5AB23"/>
    </a:custClr>
    <a:custClr name="GBlue Tint2">
      <a:srgbClr val="A1B3CA"/>
    </a:custClr>
    <a:custClr name="Sky Tint2">
      <a:srgbClr val="91DCF8"/>
    </a:custClr>
    <a:custClr name="Surf Tint2">
      <a:srgbClr val="95EADF"/>
    </a:custClr>
    <a:custClr name="Tangerine Tint2">
      <a:srgbClr val="FBC9A6"/>
    </a:custClr>
    <a:custClr name="Lemon Tint2">
      <a:srgbClr val="FFEDB3"/>
    </a:custClr>
    <a:custClr name="Rose Tint2">
      <a:srgbClr val="F9C1D2"/>
    </a:custClr>
    <a:custClr name="White">
      <a:srgbClr val="FFFFFF"/>
    </a:custClr>
    <a:custClr name="Steel Tint2">
      <a:srgbClr val="BDBDBD"/>
    </a:custClr>
    <a:custClr name="White">
      <a:srgbClr val="FFFFFF"/>
    </a:custClr>
    <a:custClr name="Success Green">
      <a:srgbClr val="00A76D"/>
    </a:custClr>
    <a:custClr name="GBlue Tint3">
      <a:srgbClr val="D0DEEA"/>
    </a:custClr>
    <a:custClr name="Sky Dark1">
      <a:srgbClr val="0073A1"/>
    </a:custClr>
    <a:custClr name="Surf Dark1">
      <a:srgbClr val="048D7F"/>
    </a:custClr>
    <a:custClr name="Tangerine Dark1">
      <a:srgbClr val="BF3F07"/>
    </a:custClr>
    <a:custClr name="Lemon Dark1">
      <a:srgbClr val="BE910A"/>
    </a:custClr>
    <a:custClr name="Rose Dark1">
      <a:srgbClr val="AE0D43"/>
    </a:custClr>
    <a:custClr name="White">
      <a:srgbClr val="FFFFFF"/>
    </a:custClr>
    <a:custClr name="Steel Tint3">
      <a:srgbClr val="D3D3D3"/>
    </a:custClr>
    <a:custClr name="White">
      <a:srgbClr val="FFFFFF"/>
    </a:custClr>
    <a:custClr name="Background Gray">
      <a:srgbClr val="F4F4F4"/>
    </a:custClr>
    <a:custClr name="GBlue Dark1">
      <a:srgbClr val="355578"/>
    </a:custClr>
    <a:custClr name="Sky Dark2">
      <a:srgbClr val="004D6B"/>
    </a:custClr>
    <a:custClr name="Surf Dark2">
      <a:srgbClr val="036258"/>
    </a:custClr>
    <a:custClr name="Tangerine Dark2">
      <a:srgbClr val="7F2A05"/>
    </a:custClr>
    <a:custClr name="Lemon Dark2">
      <a:srgbClr val="7F6006"/>
    </a:custClr>
    <a:custClr name="Rose Dark2">
      <a:srgbClr val="74082C"/>
    </a:custClr>
    <a:custClr name="White">
      <a:srgbClr val="FFFFFF"/>
    </a:custClr>
    <a:custClr name="Steel Dark">
      <a:srgbClr val="535A5A"/>
    </a:custClr>
    <a:custClr name="White">
      <a:srgbClr val="FFFFFF"/>
    </a:custClr>
    <a:custClr name="Link Blue">
      <a:srgbClr val="0052D6"/>
    </a:custClr>
  </a:custClrLst>
  <a:extLst>
    <a:ext uri="{05A4C25C-085E-4340-85A3-A5531E510DB2}">
      <thm15:themeFamily xmlns:thm15="http://schemas.microsoft.com/office/thememl/2012/main" name="Gartner Corporate_PPT_Template_16x9.potx" id="{C9DF4082-66E0-48E9-9D69-4BA8B79CE51E}" vid="{BCAF694A-1707-4B6A-B65E-C3557EC0738A}"/>
    </a:ext>
  </a:extLst>
</a:theme>
</file>

<file path=ppt/theme/theme2.xml><?xml version="1.0" encoding="utf-8"?>
<a:theme xmlns:a="http://schemas.openxmlformats.org/drawingml/2006/main" name="Blue bkgrnd master">
  <a:themeElements>
    <a:clrScheme name="2020 Gartner Theme-003">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Custom 1">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smtClean="0"/>
        </a:defPPr>
      </a:lstStyle>
    </a:txDef>
  </a:objectDefaults>
  <a:extraClrSchemeLst/>
  <a:custClrLst>
    <a:custClr name="GBlue">
      <a:srgbClr val="002856"/>
    </a:custClr>
    <a:custClr name="Sky">
      <a:srgbClr val="009AD7"/>
    </a:custClr>
    <a:custClr name="Surf">
      <a:srgbClr val="06C4B0"/>
    </a:custClr>
    <a:custClr name="Tangerine">
      <a:srgbClr val="FF540A"/>
    </a:custClr>
    <a:custClr name="Lemon">
      <a:srgbClr val="FEC10D"/>
    </a:custClr>
    <a:custClr name="Rose">
      <a:srgbClr val="E81159"/>
    </a:custClr>
    <a:custClr name="White">
      <a:srgbClr val="FFFFFF"/>
    </a:custClr>
    <a:custClr name="Steel">
      <a:srgbClr val="6F7878"/>
    </a:custClr>
    <a:custClr name="Black">
      <a:srgbClr val="000000"/>
    </a:custClr>
    <a:custClr name="Error Red">
      <a:srgbClr val="DE0A01"/>
    </a:custClr>
    <a:custClr name="GBlue Tint1">
      <a:srgbClr val="6A80A3"/>
    </a:custClr>
    <a:custClr name="Sky Tint1">
      <a:srgbClr val="49C5F4"/>
    </a:custClr>
    <a:custClr name="Surf Tint1">
      <a:srgbClr val="4EDCCA"/>
    </a:custClr>
    <a:custClr name="Tangerine Tint1">
      <a:srgbClr val="FF986C"/>
    </a:custClr>
    <a:custClr name="Lemon Tint1">
      <a:srgbClr val="FEDA6E"/>
    </a:custClr>
    <a:custClr name="Rose Tint1">
      <a:srgbClr val="F4729D"/>
    </a:custClr>
    <a:custClr name="White">
      <a:srgbClr val="FFFFFF"/>
    </a:custClr>
    <a:custClr name="Steel Tint1">
      <a:srgbClr val="979D9D"/>
    </a:custClr>
    <a:custClr name="White">
      <a:srgbClr val="FFFFFF"/>
    </a:custClr>
    <a:custClr name="Warning Yellow">
      <a:srgbClr val="F5AB23"/>
    </a:custClr>
    <a:custClr name="GBlue Tint2">
      <a:srgbClr val="A1B3CA"/>
    </a:custClr>
    <a:custClr name="Sky Tint2">
      <a:srgbClr val="91DCF8"/>
    </a:custClr>
    <a:custClr name="Surf Tint2">
      <a:srgbClr val="95EADF"/>
    </a:custClr>
    <a:custClr name="Tangerine Tint2">
      <a:srgbClr val="FBC9A6"/>
    </a:custClr>
    <a:custClr name="Lemon Tint2">
      <a:srgbClr val="FFEDB3"/>
    </a:custClr>
    <a:custClr name="Rose Tint2">
      <a:srgbClr val="F9C1D2"/>
    </a:custClr>
    <a:custClr name="White">
      <a:srgbClr val="FFFFFF"/>
    </a:custClr>
    <a:custClr name="Steel Tint2">
      <a:srgbClr val="BDBDBD"/>
    </a:custClr>
    <a:custClr name="White">
      <a:srgbClr val="FFFFFF"/>
    </a:custClr>
    <a:custClr name="Success Green">
      <a:srgbClr val="00A76D"/>
    </a:custClr>
    <a:custClr name="GBlue Tint3">
      <a:srgbClr val="D0DEEA"/>
    </a:custClr>
    <a:custClr name="Sky Dark1">
      <a:srgbClr val="0073A1"/>
    </a:custClr>
    <a:custClr name="Surf Dark1">
      <a:srgbClr val="048D7F"/>
    </a:custClr>
    <a:custClr name="Tangerine Dark1">
      <a:srgbClr val="BF3F07"/>
    </a:custClr>
    <a:custClr name="Lemon Dark1">
      <a:srgbClr val="BE910A"/>
    </a:custClr>
    <a:custClr name="Rose Dark1">
      <a:srgbClr val="AE0D43"/>
    </a:custClr>
    <a:custClr name="White">
      <a:srgbClr val="FFFFFF"/>
    </a:custClr>
    <a:custClr name="Steel Tint3">
      <a:srgbClr val="D3D3D3"/>
    </a:custClr>
    <a:custClr name="White">
      <a:srgbClr val="FFFFFF"/>
    </a:custClr>
    <a:custClr name="Background Gray">
      <a:srgbClr val="F4F4F4"/>
    </a:custClr>
    <a:custClr name="GBlue Dark1">
      <a:srgbClr val="355578"/>
    </a:custClr>
    <a:custClr name="Sky Dark2">
      <a:srgbClr val="004D6B"/>
    </a:custClr>
    <a:custClr name="Surf Dark2">
      <a:srgbClr val="036258"/>
    </a:custClr>
    <a:custClr name="Tangerine Dark2">
      <a:srgbClr val="7F2A05"/>
    </a:custClr>
    <a:custClr name="Lemon Dark2">
      <a:srgbClr val="7F6006"/>
    </a:custClr>
    <a:custClr name="Rose Dark2">
      <a:srgbClr val="74082C"/>
    </a:custClr>
    <a:custClr name="White">
      <a:srgbClr val="FFFFFF"/>
    </a:custClr>
    <a:custClr name="Steel Dark">
      <a:srgbClr val="535A5A"/>
    </a:custClr>
    <a:custClr name="White">
      <a:srgbClr val="FFFFFF"/>
    </a:custClr>
    <a:custClr name="Link Blue">
      <a:srgbClr val="0052D6"/>
    </a:custClr>
  </a:custClrLst>
  <a:extLst>
    <a:ext uri="{05A4C25C-085E-4340-85A3-A5531E510DB2}">
      <thm15:themeFamily xmlns:thm15="http://schemas.microsoft.com/office/thememl/2012/main" name="Gartner Corporate_PPT_Template_16x9.potx" id="{C9DF4082-66E0-48E9-9D69-4BA8B79CE51E}" vid="{D1FD55C3-2555-4A2A-9235-725AC9040DAF}"/>
    </a:ext>
  </a:extLst>
</a:theme>
</file>

<file path=ppt/theme/theme3.xml><?xml version="1.0" encoding="utf-8"?>
<a:theme xmlns:a="http://schemas.openxmlformats.org/drawingml/2006/main" name="White bk accent color options">
  <a:themeElements>
    <a:clrScheme name="2020 Gartner Theme-003">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Custom 1">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smtClean="0"/>
        </a:defPPr>
      </a:lstStyle>
    </a:txDef>
  </a:objectDefaults>
  <a:extraClrSchemeLst/>
  <a:custClrLst>
    <a:custClr name="GBlue">
      <a:srgbClr val="002856"/>
    </a:custClr>
    <a:custClr name="Sky">
      <a:srgbClr val="009AD7"/>
    </a:custClr>
    <a:custClr name="Surf">
      <a:srgbClr val="06C4B0"/>
    </a:custClr>
    <a:custClr name="Tangerine">
      <a:srgbClr val="FF540A"/>
    </a:custClr>
    <a:custClr name="Lemon">
      <a:srgbClr val="FEC10D"/>
    </a:custClr>
    <a:custClr name="Rose">
      <a:srgbClr val="E81159"/>
    </a:custClr>
    <a:custClr name="White">
      <a:srgbClr val="FFFFFF"/>
    </a:custClr>
    <a:custClr name="Steel">
      <a:srgbClr val="6F7878"/>
    </a:custClr>
    <a:custClr name="Black">
      <a:srgbClr val="000000"/>
    </a:custClr>
    <a:custClr name="Error Red">
      <a:srgbClr val="DE0A01"/>
    </a:custClr>
    <a:custClr name="GBlue Tint1">
      <a:srgbClr val="6A80A3"/>
    </a:custClr>
    <a:custClr name="Sky Tint1">
      <a:srgbClr val="49C5F4"/>
    </a:custClr>
    <a:custClr name="Surf Tint1">
      <a:srgbClr val="4EDCCA"/>
    </a:custClr>
    <a:custClr name="Tangerine Tint1">
      <a:srgbClr val="FF986C"/>
    </a:custClr>
    <a:custClr name="Lemon Tint1">
      <a:srgbClr val="FEDA6E"/>
    </a:custClr>
    <a:custClr name="Rose Tint1">
      <a:srgbClr val="F4729D"/>
    </a:custClr>
    <a:custClr name="White">
      <a:srgbClr val="FFFFFF"/>
    </a:custClr>
    <a:custClr name="Steel Tint1">
      <a:srgbClr val="979D9D"/>
    </a:custClr>
    <a:custClr name="White">
      <a:srgbClr val="FFFFFF"/>
    </a:custClr>
    <a:custClr name="Warning Yellow">
      <a:srgbClr val="F5AB23"/>
    </a:custClr>
    <a:custClr name="GBlue Tint2">
      <a:srgbClr val="A1B3CA"/>
    </a:custClr>
    <a:custClr name="Sky Tint2">
      <a:srgbClr val="91DCF8"/>
    </a:custClr>
    <a:custClr name="Surf Tint2">
      <a:srgbClr val="95EADF"/>
    </a:custClr>
    <a:custClr name="Tangerine Tint2">
      <a:srgbClr val="FBC9A6"/>
    </a:custClr>
    <a:custClr name="Lemon Tint2">
      <a:srgbClr val="FFEDB3"/>
    </a:custClr>
    <a:custClr name="Rose Tint2">
      <a:srgbClr val="F9C1D2"/>
    </a:custClr>
    <a:custClr name="White">
      <a:srgbClr val="FFFFFF"/>
    </a:custClr>
    <a:custClr name="Steel Tint2">
      <a:srgbClr val="BDBDBD"/>
    </a:custClr>
    <a:custClr name="White">
      <a:srgbClr val="FFFFFF"/>
    </a:custClr>
    <a:custClr name="Success Green">
      <a:srgbClr val="00A76D"/>
    </a:custClr>
    <a:custClr name="GBlue Tint3">
      <a:srgbClr val="D0DEEA"/>
    </a:custClr>
    <a:custClr name="Sky Dark1">
      <a:srgbClr val="0073A1"/>
    </a:custClr>
    <a:custClr name="Surf Dark1">
      <a:srgbClr val="048D7F"/>
    </a:custClr>
    <a:custClr name="Tangerine Dark1">
      <a:srgbClr val="BF3F07"/>
    </a:custClr>
    <a:custClr name="Lemon Dark1">
      <a:srgbClr val="BE910A"/>
    </a:custClr>
    <a:custClr name="Rose Dark1">
      <a:srgbClr val="AE0D43"/>
    </a:custClr>
    <a:custClr name="White">
      <a:srgbClr val="FFFFFF"/>
    </a:custClr>
    <a:custClr name="Steel Tint3">
      <a:srgbClr val="D3D3D3"/>
    </a:custClr>
    <a:custClr name="White">
      <a:srgbClr val="FFFFFF"/>
    </a:custClr>
    <a:custClr name="Background Gray">
      <a:srgbClr val="F4F4F4"/>
    </a:custClr>
    <a:custClr name="GBlue Dark1">
      <a:srgbClr val="355578"/>
    </a:custClr>
    <a:custClr name="Sky Dark2">
      <a:srgbClr val="004D6B"/>
    </a:custClr>
    <a:custClr name="Surf Dark2">
      <a:srgbClr val="036258"/>
    </a:custClr>
    <a:custClr name="Tangerine Dark2">
      <a:srgbClr val="7F2A05"/>
    </a:custClr>
    <a:custClr name="Lemon Dark2">
      <a:srgbClr val="7F6006"/>
    </a:custClr>
    <a:custClr name="Rose Dark2">
      <a:srgbClr val="74082C"/>
    </a:custClr>
    <a:custClr name="White">
      <a:srgbClr val="FFFFFF"/>
    </a:custClr>
    <a:custClr name="Steel Dark">
      <a:srgbClr val="535A5A"/>
    </a:custClr>
    <a:custClr name="White">
      <a:srgbClr val="FFFFFF"/>
    </a:custClr>
    <a:custClr name="Link Blue">
      <a:srgbClr val="0052D6"/>
    </a:custClr>
  </a:custClrLst>
  <a:extLst>
    <a:ext uri="{05A4C25C-085E-4340-85A3-A5531E510DB2}">
      <thm15:themeFamily xmlns:thm15="http://schemas.microsoft.com/office/thememl/2012/main" name="Gartner Corporate_PPT_Template_16x9.potx" id="{C9DF4082-66E0-48E9-9D69-4BA8B79CE51E}" vid="{1E2ED042-D343-40F4-A10B-AE269729D9D4}"/>
    </a:ext>
  </a:extLst>
</a:theme>
</file>

<file path=ppt/theme/theme4.xml><?xml version="1.0" encoding="utf-8"?>
<a:theme xmlns:a="http://schemas.openxmlformats.org/drawingml/2006/main" name="Blue bk accent color options">
  <a:themeElements>
    <a:clrScheme name="2020 Gartner Theme-003">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Custom 1">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smtClean="0"/>
        </a:defPPr>
      </a:lstStyle>
    </a:txDef>
  </a:objectDefaults>
  <a:extraClrSchemeLst/>
  <a:custClrLst>
    <a:custClr name="GBlue">
      <a:srgbClr val="002856"/>
    </a:custClr>
    <a:custClr name="Sky">
      <a:srgbClr val="009AD7"/>
    </a:custClr>
    <a:custClr name="Surf">
      <a:srgbClr val="06C4B0"/>
    </a:custClr>
    <a:custClr name="Tangerine">
      <a:srgbClr val="FF540A"/>
    </a:custClr>
    <a:custClr name="Lemon">
      <a:srgbClr val="FEC10D"/>
    </a:custClr>
    <a:custClr name="Rose">
      <a:srgbClr val="E81159"/>
    </a:custClr>
    <a:custClr name="White">
      <a:srgbClr val="FFFFFF"/>
    </a:custClr>
    <a:custClr name="Steel">
      <a:srgbClr val="6F7878"/>
    </a:custClr>
    <a:custClr name="Black">
      <a:srgbClr val="000000"/>
    </a:custClr>
    <a:custClr name="Error Red">
      <a:srgbClr val="DE0A01"/>
    </a:custClr>
    <a:custClr name="GBlue Tint1">
      <a:srgbClr val="6A80A3"/>
    </a:custClr>
    <a:custClr name="Sky Tint1">
      <a:srgbClr val="49C5F4"/>
    </a:custClr>
    <a:custClr name="Surf Tint1">
      <a:srgbClr val="4EDCCA"/>
    </a:custClr>
    <a:custClr name="Tangerine Tint1">
      <a:srgbClr val="FF986C"/>
    </a:custClr>
    <a:custClr name="Lemon Tint1">
      <a:srgbClr val="FEDA6E"/>
    </a:custClr>
    <a:custClr name="Rose Tint1">
      <a:srgbClr val="F4729D"/>
    </a:custClr>
    <a:custClr name="White">
      <a:srgbClr val="FFFFFF"/>
    </a:custClr>
    <a:custClr name="Steel Tint1">
      <a:srgbClr val="979D9D"/>
    </a:custClr>
    <a:custClr name="White">
      <a:srgbClr val="FFFFFF"/>
    </a:custClr>
    <a:custClr name="Warning Yellow">
      <a:srgbClr val="F5AB23"/>
    </a:custClr>
    <a:custClr name="GBlue Tint2">
      <a:srgbClr val="A1B3CA"/>
    </a:custClr>
    <a:custClr name="Sky Tint2">
      <a:srgbClr val="91DCF8"/>
    </a:custClr>
    <a:custClr name="Surf Tint2">
      <a:srgbClr val="95EADF"/>
    </a:custClr>
    <a:custClr name="Tangerine Tint2">
      <a:srgbClr val="FBC9A6"/>
    </a:custClr>
    <a:custClr name="Lemon Tint2">
      <a:srgbClr val="FFEDB3"/>
    </a:custClr>
    <a:custClr name="Rose Tint2">
      <a:srgbClr val="F9C1D2"/>
    </a:custClr>
    <a:custClr name="White">
      <a:srgbClr val="FFFFFF"/>
    </a:custClr>
    <a:custClr name="Steel Tint2">
      <a:srgbClr val="BDBDBD"/>
    </a:custClr>
    <a:custClr name="White">
      <a:srgbClr val="FFFFFF"/>
    </a:custClr>
    <a:custClr name="Success Green">
      <a:srgbClr val="00A76D"/>
    </a:custClr>
    <a:custClr name="GBlue Tint3">
      <a:srgbClr val="D0DEEA"/>
    </a:custClr>
    <a:custClr name="Sky Dark1">
      <a:srgbClr val="0073A1"/>
    </a:custClr>
    <a:custClr name="Surf Dark1">
      <a:srgbClr val="048D7F"/>
    </a:custClr>
    <a:custClr name="Tangerine Dark1">
      <a:srgbClr val="BF3F07"/>
    </a:custClr>
    <a:custClr name="Lemon Dark1">
      <a:srgbClr val="BE910A"/>
    </a:custClr>
    <a:custClr name="Rose Dark1">
      <a:srgbClr val="AE0D43"/>
    </a:custClr>
    <a:custClr name="White">
      <a:srgbClr val="FFFFFF"/>
    </a:custClr>
    <a:custClr name="Steel Tint3">
      <a:srgbClr val="D3D3D3"/>
    </a:custClr>
    <a:custClr name="White">
      <a:srgbClr val="FFFFFF"/>
    </a:custClr>
    <a:custClr name="Background Gray">
      <a:srgbClr val="F4F4F4"/>
    </a:custClr>
    <a:custClr name="GBlue Dark1">
      <a:srgbClr val="355578"/>
    </a:custClr>
    <a:custClr name="Sky Dark2">
      <a:srgbClr val="004D6B"/>
    </a:custClr>
    <a:custClr name="Surf Dark2">
      <a:srgbClr val="036258"/>
    </a:custClr>
    <a:custClr name="Tangerine Dark2">
      <a:srgbClr val="7F2A05"/>
    </a:custClr>
    <a:custClr name="Lemon Dark2">
      <a:srgbClr val="7F6006"/>
    </a:custClr>
    <a:custClr name="Rose Dark2">
      <a:srgbClr val="74082C"/>
    </a:custClr>
    <a:custClr name="White">
      <a:srgbClr val="FFFFFF"/>
    </a:custClr>
    <a:custClr name="Steel Dark">
      <a:srgbClr val="535A5A"/>
    </a:custClr>
    <a:custClr name="White">
      <a:srgbClr val="FFFFFF"/>
    </a:custClr>
    <a:custClr name="Link Blue">
      <a:srgbClr val="0052D6"/>
    </a:custClr>
  </a:custClrLst>
  <a:extLst>
    <a:ext uri="{05A4C25C-085E-4340-85A3-A5531E510DB2}">
      <thm15:themeFamily xmlns:thm15="http://schemas.microsoft.com/office/thememl/2012/main" name="Gartner Corporate_PPT_Template_16x9.potx" id="{C9DF4082-66E0-48E9-9D69-4BA8B79CE51E}" vid="{4E0934EC-5D70-44FC-91FE-EAABD89FD352}"/>
    </a:ext>
  </a:extLst>
</a:theme>
</file>

<file path=ppt/theme/theme5.xml><?xml version="1.0" encoding="utf-8"?>
<a:theme xmlns:a="http://schemas.openxmlformats.org/drawingml/2006/main" name="Office Theme">
  <a:themeElements>
    <a:clrScheme name="White bkgrnd master">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White bkgrnd master">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745E609EF51C46B246E8FCC257675D" ma:contentTypeVersion="21" ma:contentTypeDescription="Create a new document." ma:contentTypeScope="" ma:versionID="863581321ca0925683a30dd4265ebafb">
  <xsd:schema xmlns:xsd="http://www.w3.org/2001/XMLSchema" xmlns:xs="http://www.w3.org/2001/XMLSchema" xmlns:p="http://schemas.microsoft.com/office/2006/metadata/properties" xmlns:ns1="http://schemas.microsoft.com/sharepoint/v3" xmlns:ns2="a3a94168-aaf4-4dc3-8cc1-ef9dcbeea62f" xmlns:ns3="30df63bb-03f4-4df1-91e4-a99468797042" targetNamespace="http://schemas.microsoft.com/office/2006/metadata/properties" ma:root="true" ma:fieldsID="346271ec4c38c7a900dd711ef46c3f1d" ns1:_="" ns2:_="" ns3:_="">
    <xsd:import namespace="http://schemas.microsoft.com/sharepoint/v3"/>
    <xsd:import namespace="a3a94168-aaf4-4dc3-8cc1-ef9dcbeea62f"/>
    <xsd:import namespace="30df63bb-03f4-4df1-91e4-a9946879704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a94168-aaf4-4dc3-8cc1-ef9dcbeea62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85113c5-7036-4ae5-b6c9-3bc4b8da47f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df63bb-03f4-4df1-91e4-a9946879704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fd659e65-ec5a-4c55-92ff-eadfae73082b}" ma:internalName="TaxCatchAll" ma:showField="CatchAllData" ma:web="30df63bb-03f4-4df1-91e4-a994687970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3a94168-aaf4-4dc3-8cc1-ef9dcbeea62f">
      <Terms xmlns="http://schemas.microsoft.com/office/infopath/2007/PartnerControls"/>
    </lcf76f155ced4ddcb4097134ff3c332f>
    <TaxCatchAll xmlns="30df63bb-03f4-4df1-91e4-a99468797042" xsi:nil="true"/>
  </documentManagement>
</p:properties>
</file>

<file path=customXml/itemProps1.xml><?xml version="1.0" encoding="utf-8"?>
<ds:datastoreItem xmlns:ds="http://schemas.openxmlformats.org/officeDocument/2006/customXml" ds:itemID="{E2A5DC74-3DE3-45D8-909D-F30067419B43}"/>
</file>

<file path=customXml/itemProps2.xml><?xml version="1.0" encoding="utf-8"?>
<ds:datastoreItem xmlns:ds="http://schemas.openxmlformats.org/officeDocument/2006/customXml" ds:itemID="{D6134501-65CF-4AA6-BC66-E47EF36D55D6}"/>
</file>

<file path=customXml/itemProps3.xml><?xml version="1.0" encoding="utf-8"?>
<ds:datastoreItem xmlns:ds="http://schemas.openxmlformats.org/officeDocument/2006/customXml" ds:itemID="{1CAA5DE8-7A1A-4158-86AD-FD706147734C}"/>
</file>

<file path=docProps/app.xml><?xml version="1.0" encoding="utf-8"?>
<Properties xmlns="http://schemas.openxmlformats.org/officeDocument/2006/extended-properties" xmlns:vt="http://schemas.openxmlformats.org/officeDocument/2006/docPropsVTypes">
  <Template>blank</Template>
  <TotalTime>497</TotalTime>
  <Words>11733</Words>
  <Application>Microsoft Office PowerPoint</Application>
  <PresentationFormat>Widescreen</PresentationFormat>
  <Paragraphs>937</Paragraphs>
  <Slides>44</Slides>
  <Notes>44</Notes>
  <HiddenSlides>0</HiddenSlides>
  <MMClips>0</MMClips>
  <ScaleCrop>false</ScaleCrop>
  <HeadingPairs>
    <vt:vector size="8" baseType="variant">
      <vt:variant>
        <vt:lpstr>Fonts Used</vt:lpstr>
      </vt:variant>
      <vt:variant>
        <vt:i4>6</vt:i4>
      </vt:variant>
      <vt:variant>
        <vt:lpstr>Theme</vt:lpstr>
      </vt:variant>
      <vt:variant>
        <vt:i4>4</vt:i4>
      </vt:variant>
      <vt:variant>
        <vt:lpstr>Embedded OLE Servers</vt:lpstr>
      </vt:variant>
      <vt:variant>
        <vt:i4>1</vt:i4>
      </vt:variant>
      <vt:variant>
        <vt:lpstr>Slide Titles</vt:lpstr>
      </vt:variant>
      <vt:variant>
        <vt:i4>44</vt:i4>
      </vt:variant>
    </vt:vector>
  </HeadingPairs>
  <TitlesOfParts>
    <vt:vector size="55" baseType="lpstr">
      <vt:lpstr>Wingdings,Sans-Serif</vt:lpstr>
      <vt:lpstr>Arial</vt:lpstr>
      <vt:lpstr>Arial Black</vt:lpstr>
      <vt:lpstr>Courier New</vt:lpstr>
      <vt:lpstr>Roboto</vt:lpstr>
      <vt:lpstr>Wingdings</vt:lpstr>
      <vt:lpstr>White bkgrnd master</vt:lpstr>
      <vt:lpstr>Blue bkgrnd master</vt:lpstr>
      <vt:lpstr>White bk accent color options</vt:lpstr>
      <vt:lpstr>Blue bk accent color options</vt:lpstr>
      <vt:lpstr>think-cell Slide</vt:lpstr>
      <vt:lpstr>AI in Higher Education:  Case Examples to Inform 2026 AI Strategy</vt:lpstr>
      <vt:lpstr>Introduction </vt:lpstr>
      <vt:lpstr>Enterprisewide Use Cases and Initiatives </vt:lpstr>
      <vt:lpstr>Level Up — GenAI Upskilling Series</vt:lpstr>
      <vt:lpstr>Agentic AI Platform</vt:lpstr>
      <vt:lpstr>NUS AI-Know (read as “I Know”)</vt:lpstr>
      <vt:lpstr>Monarch Mind </vt:lpstr>
      <vt:lpstr>MentorAI</vt:lpstr>
      <vt:lpstr>AI Fluency Initiative</vt:lpstr>
      <vt:lpstr>TritonGPT</vt:lpstr>
      <vt:lpstr>Phoenix AI</vt:lpstr>
      <vt:lpstr>Collaborative AI Integration and Discovery</vt:lpstr>
      <vt:lpstr>Cogniti</vt:lpstr>
      <vt:lpstr>Amplify GenAI</vt:lpstr>
      <vt:lpstr>Strategic Acceleration of AI in Education </vt:lpstr>
      <vt:lpstr>AI Tool Box</vt:lpstr>
      <vt:lpstr>Automated University Response Assistant</vt:lpstr>
      <vt:lpstr>Enablers: Generative AI Strategy for Scaling Educational Products</vt:lpstr>
      <vt:lpstr>Administrative Use Cases</vt:lpstr>
      <vt:lpstr>Pixel</vt:lpstr>
      <vt:lpstr>AI Analytics Accelerator</vt:lpstr>
      <vt:lpstr>Fateen — AI Compliance Platform </vt:lpstr>
      <vt:lpstr>Flexibility in Course Syllabi Project</vt:lpstr>
      <vt:lpstr>ChatMigo</vt:lpstr>
      <vt:lpstr>Academic Success Monitor</vt:lpstr>
      <vt:lpstr>Scout — Student AI Assistant</vt:lpstr>
      <vt:lpstr>GenAI Accommodation Chatbot</vt:lpstr>
      <vt:lpstr>Student Digital First IT Support</vt:lpstr>
      <vt:lpstr>Cover Letters for Higher Education Admission</vt:lpstr>
      <vt:lpstr>Decision Intelligence Workflow</vt:lpstr>
      <vt:lpstr>Teaching and Learning Use Cases</vt:lpstr>
      <vt:lpstr>Study Guide for Distance Learners</vt:lpstr>
      <vt:lpstr>Alethea AI Reading Coach </vt:lpstr>
      <vt:lpstr>Socratic Bot</vt:lpstr>
      <vt:lpstr>IMD AI+ and AI Art Reflection </vt:lpstr>
      <vt:lpstr>Combining Metaverse and AI for an Immersive Learning Experience</vt:lpstr>
      <vt:lpstr>FLEXA</vt:lpstr>
      <vt:lpstr>iSmartGuide: AI-Driven Personalized Adult Learning</vt:lpstr>
      <vt:lpstr>Shaping the Strategic Integration of Emerging AI in Teaching and Learning</vt:lpstr>
      <vt:lpstr>RobParson Bot</vt:lpstr>
      <vt:lpstr>SofIA: Student Virtual Assistant</vt:lpstr>
      <vt:lpstr>Next Steps</vt:lpstr>
      <vt:lpstr>Next Steps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Nick Hugh</dc:creator>
  <cp:lastModifiedBy>Shaurya Verma</cp:lastModifiedBy>
  <cp:revision>16</cp:revision>
  <dcterms:created xsi:type="dcterms:W3CDTF">2025-10-14T18:29:34Z</dcterms:created>
  <dcterms:modified xsi:type="dcterms:W3CDTF">2026-01-16T09:22:24Z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0x01010016745E609EF51C46B246E8FCC257675D</vt:lpwstr>
  </property>
</Properties>
</file>